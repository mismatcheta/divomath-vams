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7_C6AD0F17.xml" ContentType="application/vnd.ms-powerpoint.comments+xml"/>
  <Override PartName="/ppt/comments/modernComment_106_E0AB6C79.xml" ContentType="application/vnd.ms-powerpoint.comments+xml"/>
  <Override PartName="/ppt/comments/modernComment_108_75C87C06.xml" ContentType="application/vnd.ms-powerpoint.comments+xml"/>
  <Override PartName="/ppt/comments/modernComment_10B_D6BA82F5.xml" ContentType="application/vnd.ms-powerpoint.comments+xml"/>
  <Override PartName="/ppt/comments/modernComment_10C_9D04F8F6.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256" r:id="rId2"/>
    <p:sldId id="263" r:id="rId3"/>
    <p:sldId id="266" r:id="rId4"/>
    <p:sldId id="262" r:id="rId5"/>
    <p:sldId id="264" r:id="rId6"/>
    <p:sldId id="267" r:id="rId7"/>
    <p:sldId id="268" r:id="rId8"/>
    <p:sldId id="265" r:id="rId9"/>
  </p:sldIdLst>
  <p:sldSz cx="9144000" cy="6858000" type="screen4x3"/>
  <p:notesSz cx="6858000" cy="9144000"/>
  <p:defaultTextStyle>
    <a:defPPr>
      <a:defRPr lang="en-US"/>
    </a:defPPr>
    <a:lvl1pPr marL="0" algn="l" defTabSz="457200">
      <a:defRPr sz="1800">
        <a:solidFill>
          <a:schemeClr val="tx1"/>
        </a:solidFill>
        <a:latin typeface="+mn-lt"/>
        <a:ea typeface="+mn-ea"/>
        <a:cs typeface="+mn-cs"/>
      </a:defRPr>
    </a:lvl1pPr>
    <a:lvl2pPr marL="457200" algn="l" defTabSz="457200">
      <a:defRPr sz="1800">
        <a:solidFill>
          <a:schemeClr val="tx1"/>
        </a:solidFill>
        <a:latin typeface="+mn-lt"/>
        <a:ea typeface="+mn-ea"/>
        <a:cs typeface="+mn-cs"/>
      </a:defRPr>
    </a:lvl2pPr>
    <a:lvl3pPr marL="914400" algn="l" defTabSz="457200">
      <a:defRPr sz="1800">
        <a:solidFill>
          <a:schemeClr val="tx1"/>
        </a:solidFill>
        <a:latin typeface="+mn-lt"/>
        <a:ea typeface="+mn-ea"/>
        <a:cs typeface="+mn-cs"/>
      </a:defRPr>
    </a:lvl3pPr>
    <a:lvl4pPr marL="1371600" algn="l" defTabSz="457200">
      <a:defRPr sz="1800">
        <a:solidFill>
          <a:schemeClr val="tx1"/>
        </a:solidFill>
        <a:latin typeface="+mn-lt"/>
        <a:ea typeface="+mn-ea"/>
        <a:cs typeface="+mn-cs"/>
      </a:defRPr>
    </a:lvl4pPr>
    <a:lvl5pPr marL="1828800" algn="l" defTabSz="457200">
      <a:defRPr sz="1800">
        <a:solidFill>
          <a:schemeClr val="tx1"/>
        </a:solidFill>
        <a:latin typeface="+mn-lt"/>
        <a:ea typeface="+mn-ea"/>
        <a:cs typeface="+mn-cs"/>
      </a:defRPr>
    </a:lvl5pPr>
    <a:lvl6pPr marL="2286000" algn="l" defTabSz="457200">
      <a:defRPr sz="1800">
        <a:solidFill>
          <a:schemeClr val="tx1"/>
        </a:solidFill>
        <a:latin typeface="+mn-lt"/>
        <a:ea typeface="+mn-ea"/>
        <a:cs typeface="+mn-cs"/>
      </a:defRPr>
    </a:lvl6pPr>
    <a:lvl7pPr marL="2743200" algn="l" defTabSz="457200">
      <a:defRPr sz="1800">
        <a:solidFill>
          <a:schemeClr val="tx1"/>
        </a:solidFill>
        <a:latin typeface="+mn-lt"/>
        <a:ea typeface="+mn-ea"/>
        <a:cs typeface="+mn-cs"/>
      </a:defRPr>
    </a:lvl7pPr>
    <a:lvl8pPr marL="3200400" algn="l" defTabSz="457200">
      <a:defRPr sz="1800">
        <a:solidFill>
          <a:schemeClr val="tx1"/>
        </a:solidFill>
        <a:latin typeface="+mn-lt"/>
        <a:ea typeface="+mn-ea"/>
        <a:cs typeface="+mn-cs"/>
      </a:defRPr>
    </a:lvl8pPr>
    <a:lvl9pPr marL="3657600" algn="l" defTabSz="457200">
      <a:defRPr sz="1800">
        <a:solidFill>
          <a:schemeClr val="tx1"/>
        </a:solidFill>
        <a:latin typeface="+mn-lt"/>
        <a:ea typeface="+mn-ea"/>
        <a:cs typeface="+mn-cs"/>
      </a:defRPr>
    </a:lvl9pPr>
  </p:defaultTextStyle>
  <p:extLst>
    <p:ext uri="{EFAFB233-063F-42B5-8137-9DF3F51BA10A}">
      <p15:sldGuideLst xmlns:p15="http://schemas.microsoft.com/office/powerpoint/2012/main">
        <p15:guide id="1" pos="2880">
          <p15:clr>
            <a:srgbClr val="A4A3A4"/>
          </p15:clr>
        </p15:guide>
        <p15:guide id="2" orient="horz" pos="216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477A2804-A422-83DE-D2BB-A8E394F80F7A}" name="Marcus Röhming" initials="MR" userId="0f725a30e114f0f8"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7" d="100"/>
          <a:sy n="107" d="100"/>
        </p:scale>
        <p:origin x="1656" y="102"/>
      </p:cViewPr>
      <p:guideLst>
        <p:guide pos="2880"/>
        <p:guide orient="horz" pos="216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5" Type="http://schemas.microsoft.com/office/2018/10/relationships/authors" Target="authors.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comments/modernComment_10B_D6BA82F5.xml><?xml version="1.0" encoding="utf-8"?>
<p188:cmLst xmlns:a="http://schemas.openxmlformats.org/drawingml/2006/main" xmlns:r="http://schemas.openxmlformats.org/officeDocument/2006/relationships" xmlns:p188="http://schemas.microsoft.com/office/powerpoint/2018/8/main">
  <p188:cm id="{41E07BAE-8E5D-4358-8AE1-EE7BBFAF04FD}" authorId="{477A2804-A422-83DE-D2BB-A8E394F80F7A}" created="2025-06-12T11:44:40.991">
    <pc:sldMkLst xmlns:pc="http://schemas.microsoft.com/office/powerpoint/2013/main/command">
      <pc:docMk/>
      <pc:sldMk cId="3602547445" sldId="267"/>
    </pc:sldMkLst>
    <p188:txBody>
      <a:bodyPr/>
      <a:lstStyle/>
      <a:p>
        <a:r>
          <a:rPr lang="de-DE"/>
          <a:t>Prio niedrig</a:t>
        </a:r>
      </a:p>
    </p188:txBody>
  </p188:cm>
</p188:cmLst>
</file>

<file path=ppt/comments/modernComment_10C_9D04F8F6.xml><?xml version="1.0" encoding="utf-8"?>
<p188:cmLst xmlns:a="http://schemas.openxmlformats.org/drawingml/2006/main" xmlns:r="http://schemas.openxmlformats.org/officeDocument/2006/relationships" xmlns:p188="http://schemas.microsoft.com/office/powerpoint/2018/8/main">
  <p188:cm id="{12AD6BA2-3819-4804-A318-E4CDF2E1F2E5}" authorId="{477A2804-A422-83DE-D2BB-A8E394F80F7A}" created="2025-06-12T11:51:02.326">
    <ac:txMkLst xmlns:ac="http://schemas.microsoft.com/office/drawing/2013/main/command">
      <pc:docMk xmlns:pc="http://schemas.microsoft.com/office/powerpoint/2013/main/command"/>
      <pc:sldMk xmlns:pc="http://schemas.microsoft.com/office/powerpoint/2013/main/command" cId="2634348790" sldId="268"/>
      <ac:spMk id="2" creationId="{00000000-0000-0000-0000-000000000000}"/>
      <ac:txMk cp="0" len="788">
        <ac:context len="790" hash="2272817027"/>
      </ac:txMk>
    </ac:txMkLst>
    <p188:pos x="8590264" y="258032"/>
    <p188:replyLst>
      <p188:reply id="{3C6C9247-355D-4C9A-8366-A017C9196E88}" authorId="{477A2804-A422-83DE-D2BB-A8E394F80F7A}" created="2025-06-12T11:51:09.173">
        <p188:txBody>
          <a:bodyPr/>
          <a:lstStyle/>
          <a:p>
            <a:r>
              <a:rPr lang="de-DE"/>
              <a:t>Prio: so mittel oder so</a:t>
            </a:r>
          </a:p>
        </p188:txBody>
      </p188:reply>
    </p188:replyLst>
    <p188:txBody>
      <a:bodyPr/>
      <a:lstStyle/>
      <a:p>
        <a:r>
          <a:rPr lang="de-DE"/>
          <a:t>Grundbalken anfassbar.</a:t>
        </a:r>
      </a:p>
    </p188:txBody>
  </p188:cm>
</p188:cmLst>
</file>

<file path=ppt/comments/modernComment_106_E0AB6C79.xml><?xml version="1.0" encoding="utf-8"?>
<p188:cmLst xmlns:a="http://schemas.openxmlformats.org/drawingml/2006/main" xmlns:r="http://schemas.openxmlformats.org/officeDocument/2006/relationships" xmlns:p188="http://schemas.microsoft.com/office/powerpoint/2018/8/main">
  <p188:cm id="{6D8A81D8-FE35-4135-B199-5FCBD9156DD3}" authorId="{477A2804-A422-83DE-D2BB-A8E394F80F7A}" created="2025-06-12T11:34:52.840">
    <ac:txMkLst xmlns:ac="http://schemas.microsoft.com/office/drawing/2013/main/command">
      <pc:docMk xmlns:pc="http://schemas.microsoft.com/office/powerpoint/2013/main/command"/>
      <pc:sldMk xmlns:pc="http://schemas.microsoft.com/office/powerpoint/2013/main/command" cId="3769330809" sldId="262"/>
      <ac:spMk id="2" creationId="{00000000-0000-0000-0000-000000000000}"/>
      <ac:txMk cp="17" len="119">
        <ac:context len="284" hash="139654849"/>
      </ac:txMk>
    </ac:txMkLst>
    <p188:pos x="8518546" y="500078"/>
    <p188:txBody>
      <a:bodyPr/>
      <a:lstStyle/>
      <a:p>
        <a:r>
          <a:rPr lang="de-DE"/>
          <a:t>Muss nicht bis Anfang Juli</a:t>
        </a:r>
      </a:p>
    </p188:txBody>
  </p188:cm>
  <p188:cm id="{95315D02-F93F-4E2A-9B30-93EFC7A2B5CE}" authorId="{477A2804-A422-83DE-D2BB-A8E394F80F7A}" created="2025-06-12T11:35:31.294">
    <ac:txMkLst xmlns:ac="http://schemas.microsoft.com/office/drawing/2013/main/command">
      <pc:docMk xmlns:pc="http://schemas.microsoft.com/office/powerpoint/2013/main/command"/>
      <pc:sldMk xmlns:pc="http://schemas.microsoft.com/office/powerpoint/2013/main/command" cId="3769330809" sldId="262"/>
      <ac:spMk id="2" creationId="{00000000-0000-0000-0000-000000000000}"/>
      <ac:txMk cp="142" len="141">
        <ac:context len="284" hash="139654849"/>
      </ac:txMk>
    </ac:txMkLst>
    <p188:pos x="8258570" y="2911584"/>
    <p188:txBody>
      <a:bodyPr/>
      <a:lstStyle/>
      <a:p>
        <a:r>
          <a:rPr lang="de-DE"/>
          <a:t>Prio hoch.</a:t>
        </a:r>
      </a:p>
    </p188:txBody>
  </p188:cm>
</p188:cmLst>
</file>

<file path=ppt/comments/modernComment_107_C6AD0F17.xml><?xml version="1.0" encoding="utf-8"?>
<p188:cmLst xmlns:a="http://schemas.openxmlformats.org/drawingml/2006/main" xmlns:r="http://schemas.openxmlformats.org/officeDocument/2006/relationships" xmlns:p188="http://schemas.microsoft.com/office/powerpoint/2018/8/main">
  <p188:cm id="{6E96235B-389E-44EB-A662-4A3B47C00470}" authorId="{477A2804-A422-83DE-D2BB-A8E394F80F7A}" created="2025-06-12T11:27:58.290">
    <ac:txMkLst xmlns:ac="http://schemas.microsoft.com/office/drawing/2013/main/command">
      <pc:docMk xmlns:pc="http://schemas.microsoft.com/office/powerpoint/2013/main/command"/>
      <pc:sldMk xmlns:pc="http://schemas.microsoft.com/office/powerpoint/2013/main/command" cId="3333230359" sldId="263"/>
      <ac:spMk id="2" creationId="{00000000-0000-0000-0000-000000000000}"/>
      <ac:txMk cp="766" len="156">
        <ac:context len="923" hash="84431509"/>
      </ac:txMk>
    </ac:txMkLst>
    <p188:pos x="8204781" y="4363867"/>
    <p188:txBody>
      <a:bodyPr/>
      <a:lstStyle/>
      <a:p>
        <a:r>
          <a:rPr lang="de-DE"/>
          <a:t>Aufwändiger, geringe Priorität</a:t>
        </a:r>
      </a:p>
    </p188:txBody>
  </p188:cm>
</p188:cmLst>
</file>

<file path=ppt/comments/modernComment_108_75C87C06.xml><?xml version="1.0" encoding="utf-8"?>
<p188:cmLst xmlns:a="http://schemas.openxmlformats.org/drawingml/2006/main" xmlns:r="http://schemas.openxmlformats.org/officeDocument/2006/relationships" xmlns:p188="http://schemas.microsoft.com/office/powerpoint/2018/8/main">
  <p188:cm id="{3D8A01AA-9C2E-4DAA-BF4F-9491E8FF53BB}" authorId="{477A2804-A422-83DE-D2BB-A8E394F80F7A}" created="2025-06-12T11:36:27.036">
    <ac:txMkLst xmlns:ac="http://schemas.microsoft.com/office/drawing/2013/main/command">
      <pc:docMk xmlns:pc="http://schemas.microsoft.com/office/powerpoint/2013/main/command"/>
      <pc:sldMk xmlns:pc="http://schemas.microsoft.com/office/powerpoint/2013/main/command" cId="1976073222" sldId="264"/>
      <ac:spMk id="2" creationId="{00000000-0000-0000-0000-000000000000}"/>
      <ac:txMk cp="0" len="120">
        <ac:context len="464" hash="3676283257"/>
      </ac:txMk>
    </ac:txMkLst>
    <p188:pos x="7944805" y="258032"/>
    <p188:txBody>
      <a:bodyPr/>
      <a:lstStyle/>
      <a:p>
        <a:r>
          <a:rPr lang="de-DE"/>
          <a:t>Prio hoch</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bwMode="auto">
        <a:xfrm>
          <a:off x="0" y="0"/>
          <a:ext cx="0" cy="0"/>
          <a:chOff x="0" y="0"/>
          <a:chExt cx="0" cy="0"/>
        </a:xfrm>
      </p:grpSpPr>
      <p:sp>
        <p:nvSpPr>
          <p:cNvPr id="2" name="Header Placeholder 1"/>
          <p:cNvSpPr>
            <a:spLocks noGrp="1"/>
          </p:cNvSpPr>
          <p:nvPr>
            <p:ph type="hdr" sz="quarter"/>
          </p:nvPr>
        </p:nvSpPr>
        <p:spPr bwMode="auto">
          <a:xfrm>
            <a:off x="0" y="0"/>
            <a:ext cx="2971800" cy="458788"/>
          </a:xfrm>
          <a:prstGeom prst="rect">
            <a:avLst/>
          </a:prstGeom>
        </p:spPr>
        <p:txBody>
          <a:bodyPr vert="horz" lIns="91440" tIns="45720" rIns="91440" bIns="45720" rtlCol="0" anchor="ctr"/>
          <a:lstStyle>
            <a:lvl1pPr algn="l">
              <a:defRPr sz="1200"/>
            </a:lvl1pPr>
          </a:lstStyle>
          <a:p>
            <a:pPr>
              <a:defRPr/>
            </a:pPr>
            <a:endParaRPr/>
          </a:p>
        </p:txBody>
      </p:sp>
      <p:sp>
        <p:nvSpPr>
          <p:cNvPr id="3" name="Date Placeholder 2"/>
          <p:cNvSpPr>
            <a:spLocks noGrp="1"/>
          </p:cNvSpPr>
          <p:nvPr>
            <p:ph type="dt" idx="2"/>
          </p:nvPr>
        </p:nvSpPr>
        <p:spPr bwMode="auto">
          <a:xfrm>
            <a:off x="3884613" y="0"/>
            <a:ext cx="2971800" cy="458788"/>
          </a:xfrm>
          <a:prstGeom prst="rect">
            <a:avLst/>
          </a:prstGeom>
        </p:spPr>
        <p:txBody>
          <a:bodyPr vert="horz" lIns="91440" tIns="45720" rIns="91440" bIns="45720" rtlCol="0" anchor="ctr"/>
          <a:lstStyle>
            <a:lvl1pPr algn="r">
              <a:defRPr sz="1200"/>
            </a:lvl1pPr>
          </a:lstStyle>
          <a:p>
            <a:pPr>
              <a:defRPr/>
            </a:pPr>
            <a:endParaRPr/>
          </a:p>
        </p:txBody>
      </p:sp>
      <p:sp>
        <p:nvSpPr>
          <p:cNvPr id="4" name="Date Placeholder 2"/>
          <p:cNvSpPr>
            <a:spLocks noGrp="1"/>
          </p:cNvSpPr>
          <p:nvPr>
            <p:ph type="dt" idx="3"/>
          </p:nvPr>
        </p:nvSpPr>
        <p:spPr bwMode="auto">
          <a:xfrm>
            <a:off x="3884613" y="0"/>
            <a:ext cx="2971800" cy="458788"/>
          </a:xfrm>
          <a:prstGeom prst="rect">
            <a:avLst/>
          </a:prstGeom>
        </p:spPr>
        <p:txBody>
          <a:bodyPr vert="horz" lIns="91440" tIns="45720" rIns="91440" bIns="45720" rtlCol="0" anchor="ctr"/>
          <a:lstStyle>
            <a:lvl1pPr algn="r">
              <a:defRPr sz="1200"/>
            </a:lvl1pPr>
          </a:lstStyle>
          <a:p>
            <a:pPr>
              <a:defRPr/>
            </a:pPr>
            <a:endParaRPr/>
          </a:p>
        </p:txBody>
      </p:sp>
      <p:sp>
        <p:nvSpPr>
          <p:cNvPr id="5" name="Notes Placeholder 4"/>
          <p:cNvSpPr>
            <a:spLocks noGrp="1"/>
          </p:cNvSpPr>
          <p:nvPr>
            <p:ph type="body" sz="quarter" idx="1"/>
          </p:nvPr>
        </p:nvSpPr>
        <p:spPr bwMode="auto">
          <a:xfrm>
            <a:off x="685800" y="4400550"/>
            <a:ext cx="5486400" cy="3600450"/>
          </a:xfrm>
          <a:prstGeom prst="rect">
            <a:avLst/>
          </a:prstGeom>
        </p:spPr>
        <p:txBody>
          <a:bodyPr vert="horz" lIns="91440" tIns="45720" rIns="91440" bIns="45720" rtlCol="0" anchor="ctr"/>
          <a:lstStyle/>
          <a:p>
            <a:pPr>
              <a:defRPr/>
            </a:pPr>
            <a:endParaRPr/>
          </a:p>
        </p:txBody>
      </p:sp>
      <p:sp>
        <p:nvSpPr>
          <p:cNvPr id="6" name="Footer Placeholder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a:p>
        </p:txBody>
      </p:sp>
      <p:sp>
        <p:nvSpPr>
          <p:cNvPr id="7" name="Slide Number Placeholder 6"/>
          <p:cNvSpPr>
            <a:spLocks noGrp="1"/>
          </p:cNvSpPr>
          <p:nvPr>
            <p:ph type="sldNum" sz="quarter" idx="10"/>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endParaRPr/>
          </a:p>
        </p:txBody>
      </p:sp>
    </p:spTree>
  </p:cSld>
  <p:clrMap bg1="lt1" tx1="dk1" bg2="lt2" tx2="dk2" accent1="accent1" accent2="accent2" accent3="accent3" accent4="accent4" accent5="accent5" accent6="accent6" hlink="hlink" folHlink="folHlink"/>
  <p:notesStyle>
    <a:lvl1pPr marL="0" algn="l" defTabSz="914400">
      <a:defRPr sz="1200">
        <a:solidFill>
          <a:schemeClr val="tx1"/>
        </a:solidFill>
        <a:latin typeface="+mn-lt"/>
        <a:ea typeface="+mn-ea"/>
        <a:cs typeface="+mn-cs"/>
      </a:defRPr>
    </a:lvl1pPr>
    <a:lvl2pPr marL="457200" algn="l" defTabSz="914400">
      <a:defRPr sz="1200">
        <a:solidFill>
          <a:schemeClr val="tx1"/>
        </a:solidFill>
        <a:latin typeface="+mn-lt"/>
        <a:ea typeface="+mn-ea"/>
        <a:cs typeface="+mn-cs"/>
      </a:defRPr>
    </a:lvl2pPr>
    <a:lvl3pPr marL="914400" algn="l" defTabSz="914400">
      <a:defRPr sz="1200">
        <a:solidFill>
          <a:schemeClr val="tx1"/>
        </a:solidFill>
        <a:latin typeface="+mn-lt"/>
        <a:ea typeface="+mn-ea"/>
        <a:cs typeface="+mn-cs"/>
      </a:defRPr>
    </a:lvl3pPr>
    <a:lvl4pPr marL="1371600" algn="l" defTabSz="914400">
      <a:defRPr sz="1200">
        <a:solidFill>
          <a:schemeClr val="tx1"/>
        </a:solidFill>
        <a:latin typeface="+mn-lt"/>
        <a:ea typeface="+mn-ea"/>
        <a:cs typeface="+mn-cs"/>
      </a:defRPr>
    </a:lvl4pPr>
    <a:lvl5pPr marL="1828800" algn="l" defTabSz="914400">
      <a:defRPr sz="1200">
        <a:solidFill>
          <a:schemeClr val="tx1"/>
        </a:solidFill>
        <a:latin typeface="+mn-lt"/>
        <a:ea typeface="+mn-ea"/>
        <a:cs typeface="+mn-cs"/>
      </a:defRPr>
    </a:lvl5pPr>
    <a:lvl6pPr marL="2286000" algn="l" defTabSz="914400">
      <a:defRPr sz="1200">
        <a:solidFill>
          <a:schemeClr val="tx1"/>
        </a:solidFill>
        <a:latin typeface="+mn-lt"/>
        <a:ea typeface="+mn-ea"/>
        <a:cs typeface="+mn-cs"/>
      </a:defRPr>
    </a:lvl6pPr>
    <a:lvl7pPr marL="2743200" algn="l" defTabSz="914400">
      <a:defRPr sz="1200">
        <a:solidFill>
          <a:schemeClr val="tx1"/>
        </a:solidFill>
        <a:latin typeface="+mn-lt"/>
        <a:ea typeface="+mn-ea"/>
        <a:cs typeface="+mn-cs"/>
      </a:defRPr>
    </a:lvl7pPr>
    <a:lvl8pPr marL="3200400" algn="l" defTabSz="914400">
      <a:defRPr sz="1200">
        <a:solidFill>
          <a:schemeClr val="tx1"/>
        </a:solidFill>
        <a:latin typeface="+mn-lt"/>
        <a:ea typeface="+mn-ea"/>
        <a:cs typeface="+mn-cs"/>
      </a:defRPr>
    </a:lvl8pPr>
    <a:lvl9pPr marL="3657600" algn="l" defTabSz="91440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5A9096BC-B6A5-B821-3953-7AD42676A175}" type="slidenum">
              <a:rPr/>
              <a:t>1</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PhAnim="0" preserve="1" userDrawn="1">
  <p:cSld name="Einheitstitel">
    <p:spTree>
      <p:nvGrpSpPr>
        <p:cNvPr id="1" name=""/>
        <p:cNvGrpSpPr/>
        <p:nvPr/>
      </p:nvGrpSpPr>
      <p:grpSpPr bwMode="auto">
        <a:xfrm>
          <a:off x="0" y="0"/>
          <a:ext cx="0" cy="0"/>
          <a:chOff x="0" y="0"/>
          <a:chExt cx="0" cy="0"/>
        </a:xfrm>
      </p:grpSpPr>
      <p:sp>
        <p:nvSpPr>
          <p:cNvPr id="7" name="Inhaltsplatzhalter 6"/>
          <p:cNvSpPr>
            <a:spLocks noGrp="1"/>
          </p:cNvSpPr>
          <p:nvPr>
            <p:ph sz="quarter" idx="12" hasCustomPrompt="1"/>
          </p:nvPr>
        </p:nvSpPr>
        <p:spPr bwMode="auto">
          <a:xfrm>
            <a:off x="1152939" y="2833687"/>
            <a:ext cx="6838122" cy="384175"/>
          </a:xfrm>
          <a:prstGeom prst="rect">
            <a:avLst/>
          </a:prstGeom>
        </p:spPr>
        <p:txBody>
          <a:bodyPr/>
          <a:lstStyle>
            <a:lvl1pPr marL="0" indent="0" algn="ctr">
              <a:buNone/>
              <a:defRPr>
                <a:latin typeface="Be Vietnam"/>
              </a:defRPr>
            </a:lvl1pPr>
          </a:lstStyle>
          <a:p>
            <a:pPr lvl="0">
              <a:defRPr/>
            </a:pPr>
            <a:r>
              <a:rPr lang="de-DE"/>
              <a:t>Einheitstitel</a:t>
            </a:r>
            <a:endParaRPr/>
          </a:p>
        </p:txBody>
      </p:sp>
      <p:sp>
        <p:nvSpPr>
          <p:cNvPr id="8" name="Rechteck 7"/>
          <p:cNvSpPr/>
          <p:nvPr userDrawn="1"/>
        </p:nvSpPr>
        <p:spPr bwMode="auto">
          <a:xfrm>
            <a:off x="0" y="5579533"/>
            <a:ext cx="9144000" cy="1278467"/>
          </a:xfrm>
          <a:prstGeom prst="rect">
            <a:avLst/>
          </a:prstGeom>
          <a:solidFill>
            <a:srgbClr val="C0E1F8"/>
          </a:solidFill>
          <a:ln>
            <a:solidFill>
              <a:srgbClr val="C0E1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sz="1100">
              <a:solidFill>
                <a:schemeClr val="tx1"/>
              </a:solidFill>
              <a:latin typeface="Be Vietnam"/>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PhAnim="0" preserve="1" userDrawn="1">
  <p:cSld name="Sequenztitel">
    <p:spTree>
      <p:nvGrpSpPr>
        <p:cNvPr id="1" name=""/>
        <p:cNvGrpSpPr/>
        <p:nvPr/>
      </p:nvGrpSpPr>
      <p:grpSpPr bwMode="auto">
        <a:xfrm>
          <a:off x="0" y="0"/>
          <a:ext cx="0" cy="0"/>
          <a:chOff x="0" y="0"/>
          <a:chExt cx="0" cy="0"/>
        </a:xfrm>
      </p:grpSpPr>
      <p:sp>
        <p:nvSpPr>
          <p:cNvPr id="7" name="Oval 1"/>
          <p:cNvSpPr/>
          <p:nvPr userDrawn="1"/>
        </p:nvSpPr>
        <p:spPr bwMode="auto">
          <a:xfrm>
            <a:off x="4664765" y="2878211"/>
            <a:ext cx="1080000" cy="1080000"/>
          </a:xfrm>
          <a:prstGeom prst="ellipse">
            <a:avLst/>
          </a:prstGeom>
          <a:solidFill>
            <a:srgbClr val="F2F2F2"/>
          </a:solidFill>
          <a:ln w="28575">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defRPr/>
            </a:pPr>
            <a:endParaRPr lang="de-DE" sz="3200">
              <a:solidFill>
                <a:schemeClr val="tx1"/>
              </a:solidFill>
              <a:latin typeface="Be Vietnam"/>
            </a:endParaRPr>
          </a:p>
        </p:txBody>
      </p:sp>
      <p:sp>
        <p:nvSpPr>
          <p:cNvPr id="8" name="Inhaltsplatzhalter 6"/>
          <p:cNvSpPr>
            <a:spLocks noGrp="1"/>
          </p:cNvSpPr>
          <p:nvPr>
            <p:ph sz="quarter" idx="12" hasCustomPrompt="1"/>
          </p:nvPr>
        </p:nvSpPr>
        <p:spPr bwMode="auto">
          <a:xfrm>
            <a:off x="3397516" y="3248742"/>
            <a:ext cx="1080000" cy="706166"/>
          </a:xfrm>
          <a:prstGeom prst="rect">
            <a:avLst/>
          </a:prstGeom>
        </p:spPr>
        <p:txBody>
          <a:bodyPr anchor="ctr"/>
          <a:lstStyle>
            <a:lvl1pPr marL="0" indent="0" algn="ctr">
              <a:buNone/>
              <a:defRPr sz="3200">
                <a:latin typeface="Be Vietnam"/>
              </a:defRPr>
            </a:lvl1pPr>
          </a:lstStyle>
          <a:p>
            <a:pPr lvl="0">
              <a:defRPr/>
            </a:pPr>
            <a:r>
              <a:rPr lang="de-DE"/>
              <a:t>Nr.</a:t>
            </a:r>
            <a:endParaRPr/>
          </a:p>
        </p:txBody>
      </p:sp>
      <p:sp>
        <p:nvSpPr>
          <p:cNvPr id="9" name="Inhaltsplatzhalter 6"/>
          <p:cNvSpPr>
            <a:spLocks noGrp="1"/>
          </p:cNvSpPr>
          <p:nvPr>
            <p:ph sz="quarter" idx="13" hasCustomPrompt="1"/>
          </p:nvPr>
        </p:nvSpPr>
        <p:spPr bwMode="auto">
          <a:xfrm>
            <a:off x="1152939" y="2003920"/>
            <a:ext cx="6838122" cy="661231"/>
          </a:xfrm>
          <a:prstGeom prst="rect">
            <a:avLst/>
          </a:prstGeom>
        </p:spPr>
        <p:txBody>
          <a:bodyPr anchor="ctr"/>
          <a:lstStyle>
            <a:lvl1pPr marL="0" indent="0" algn="ctr">
              <a:buNone/>
              <a:defRPr sz="2000">
                <a:latin typeface="Be Vietnam"/>
              </a:defRPr>
            </a:lvl1pPr>
          </a:lstStyle>
          <a:p>
            <a:pPr lvl="0">
              <a:defRPr/>
            </a:pPr>
            <a:r>
              <a:rPr lang="de-DE"/>
              <a:t>Sequenztitel</a:t>
            </a:r>
            <a:endParaRPr/>
          </a:p>
        </p:txBody>
      </p:sp>
      <p:sp>
        <p:nvSpPr>
          <p:cNvPr id="10" name="Bildplatzhalter 8"/>
          <p:cNvSpPr>
            <a:spLocks noGrp="1"/>
          </p:cNvSpPr>
          <p:nvPr>
            <p:ph type="pic" sz="quarter" idx="14" hasCustomPrompt="1"/>
          </p:nvPr>
        </p:nvSpPr>
        <p:spPr bwMode="auto">
          <a:xfrm>
            <a:off x="4664765" y="2878211"/>
            <a:ext cx="1080000" cy="1080000"/>
          </a:xfrm>
          <a:prstGeom prst="rect">
            <a:avLst/>
          </a:prstGeom>
        </p:spPr>
        <p:txBody>
          <a:bodyPr anchor="ctr"/>
          <a:lstStyle>
            <a:lvl1pPr marL="0" indent="0" algn="ctr">
              <a:buNone/>
              <a:defRPr>
                <a:latin typeface="Be Vietnam"/>
              </a:defRPr>
            </a:lvl1pPr>
          </a:lstStyle>
          <a:p>
            <a:pPr>
              <a:defRPr/>
            </a:pPr>
            <a:r>
              <a:rPr lang="de-DE"/>
              <a:t>Icon</a:t>
            </a:r>
            <a:endParaRPr/>
          </a:p>
        </p:txBody>
      </p:sp>
      <p:sp>
        <p:nvSpPr>
          <p:cNvPr id="11" name="Textfeld 10"/>
          <p:cNvSpPr txBox="1"/>
          <p:nvPr userDrawn="1"/>
        </p:nvSpPr>
        <p:spPr bwMode="auto">
          <a:xfrm>
            <a:off x="3397516" y="2739711"/>
            <a:ext cx="1080000" cy="646331"/>
          </a:xfrm>
          <a:prstGeom prst="rect">
            <a:avLst/>
          </a:prstGeom>
          <a:noFill/>
        </p:spPr>
        <p:txBody>
          <a:bodyPr wrap="square" rtlCol="0" anchor="ctr">
            <a:spAutoFit/>
          </a:bodyPr>
          <a:lstStyle/>
          <a:p>
            <a:pPr algn="ctr">
              <a:defRPr/>
            </a:pPr>
            <a:r>
              <a:rPr lang="de-DE">
                <a:latin typeface="Be Vietnam"/>
              </a:rPr>
              <a:t>Aufgabe</a:t>
            </a:r>
            <a:endParaRPr/>
          </a:p>
        </p:txBody>
      </p:sp>
      <p:sp>
        <p:nvSpPr>
          <p:cNvPr id="12" name="Inhaltsplatzhalter 6"/>
          <p:cNvSpPr>
            <a:spLocks noGrp="1"/>
          </p:cNvSpPr>
          <p:nvPr>
            <p:ph sz="quarter" idx="15" hasCustomPrompt="1"/>
          </p:nvPr>
        </p:nvSpPr>
        <p:spPr bwMode="auto">
          <a:xfrm>
            <a:off x="1152939" y="1501660"/>
            <a:ext cx="6838122" cy="340559"/>
          </a:xfrm>
          <a:prstGeom prst="rect">
            <a:avLst/>
          </a:prstGeom>
        </p:spPr>
        <p:txBody>
          <a:bodyPr anchor="ctr"/>
          <a:lstStyle>
            <a:lvl1pPr marL="0" indent="0" algn="ctr">
              <a:buNone/>
              <a:defRPr sz="1600">
                <a:latin typeface="Be Vietnam"/>
              </a:defRPr>
            </a:lvl1pPr>
          </a:lstStyle>
          <a:p>
            <a:pPr lvl="0">
              <a:defRPr/>
            </a:pPr>
            <a:r>
              <a:rPr lang="de-DE"/>
              <a:t>Einheitstitel</a:t>
            </a:r>
            <a:endParaRPr/>
          </a:p>
        </p:txBody>
      </p:sp>
      <p:sp>
        <p:nvSpPr>
          <p:cNvPr id="13" name="Rechteck 12"/>
          <p:cNvSpPr/>
          <p:nvPr userDrawn="1"/>
        </p:nvSpPr>
        <p:spPr bwMode="auto">
          <a:xfrm>
            <a:off x="0" y="5579533"/>
            <a:ext cx="9144000" cy="1278467"/>
          </a:xfrm>
          <a:prstGeom prst="rect">
            <a:avLst/>
          </a:prstGeom>
          <a:solidFill>
            <a:srgbClr val="C0E1F8"/>
          </a:solidFill>
          <a:ln>
            <a:solidFill>
              <a:srgbClr val="C0E1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sz="1100">
              <a:solidFill>
                <a:schemeClr val="tx1"/>
              </a:solidFill>
              <a:latin typeface="Be Vietnam"/>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PhAnim="0" preserve="1" userDrawn="1">
  <p:cSld name="Sequenzübersicht">
    <p:spTree>
      <p:nvGrpSpPr>
        <p:cNvPr id="1" name=""/>
        <p:cNvGrpSpPr/>
        <p:nvPr/>
      </p:nvGrpSpPr>
      <p:grpSpPr bwMode="auto">
        <a:xfrm>
          <a:off x="0" y="0"/>
          <a:ext cx="0" cy="0"/>
          <a:chOff x="0" y="0"/>
          <a:chExt cx="0" cy="0"/>
        </a:xfrm>
      </p:grpSpPr>
      <p:sp>
        <p:nvSpPr>
          <p:cNvPr id="7" name="Oval 3"/>
          <p:cNvSpPr/>
          <p:nvPr userDrawn="1"/>
        </p:nvSpPr>
        <p:spPr bwMode="auto">
          <a:xfrm>
            <a:off x="552309" y="810568"/>
            <a:ext cx="685459" cy="450965"/>
          </a:xfrm>
          <a:prstGeom prst="ellipse">
            <a:avLst/>
          </a:prstGeom>
          <a:solidFill>
            <a:srgbClr val="F2F2F2"/>
          </a:solidFill>
          <a:ln w="28575">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defRPr/>
            </a:pPr>
            <a:endParaRPr lang="de-DE" sz="3200">
              <a:solidFill>
                <a:schemeClr val="tx1"/>
              </a:solidFill>
              <a:latin typeface="Be Vietnam"/>
            </a:endParaRPr>
          </a:p>
        </p:txBody>
      </p:sp>
      <p:sp>
        <p:nvSpPr>
          <p:cNvPr id="8" name="Inhaltsplatzhalter 6"/>
          <p:cNvSpPr>
            <a:spLocks noGrp="1"/>
          </p:cNvSpPr>
          <p:nvPr>
            <p:ph sz="quarter" idx="12" hasCustomPrompt="1"/>
          </p:nvPr>
        </p:nvSpPr>
        <p:spPr bwMode="auto">
          <a:xfrm>
            <a:off x="544914" y="234000"/>
            <a:ext cx="8052166" cy="384175"/>
          </a:xfrm>
          <a:prstGeom prst="rect">
            <a:avLst/>
          </a:prstGeom>
        </p:spPr>
        <p:txBody>
          <a:bodyPr/>
          <a:lstStyle>
            <a:lvl1pPr marL="0" indent="0" algn="l">
              <a:buNone/>
              <a:defRPr>
                <a:latin typeface="Be Vietnam"/>
              </a:defRPr>
            </a:lvl1pPr>
          </a:lstStyle>
          <a:p>
            <a:pPr lvl="0">
              <a:defRPr/>
            </a:pPr>
            <a:r>
              <a:rPr lang="de-DE"/>
              <a:t>Titel der Unterrichtseinheit</a:t>
            </a:r>
            <a:endParaRPr/>
          </a:p>
        </p:txBody>
      </p:sp>
      <p:sp>
        <p:nvSpPr>
          <p:cNvPr id="9" name="Rechteck 8"/>
          <p:cNvSpPr/>
          <p:nvPr userDrawn="1"/>
        </p:nvSpPr>
        <p:spPr bwMode="auto">
          <a:xfrm>
            <a:off x="767557" y="810568"/>
            <a:ext cx="932400" cy="450965"/>
          </a:xfrm>
          <a:prstGeom prst="rect">
            <a:avLst/>
          </a:prstGeom>
          <a:solidFill>
            <a:srgbClr val="F2F2F2"/>
          </a:solidFill>
          <a:ln w="28575">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defRPr/>
            </a:pPr>
            <a:endParaRPr lang="de-DE" sz="3200">
              <a:solidFill>
                <a:schemeClr val="tx1"/>
              </a:solidFill>
              <a:latin typeface="Be Vietnam"/>
            </a:endParaRPr>
          </a:p>
        </p:txBody>
      </p:sp>
      <p:sp>
        <p:nvSpPr>
          <p:cNvPr id="10" name="Bildplatzhalter 5"/>
          <p:cNvSpPr>
            <a:spLocks noGrp="1"/>
          </p:cNvSpPr>
          <p:nvPr>
            <p:ph type="pic" sz="quarter" idx="10" hasCustomPrompt="1"/>
          </p:nvPr>
        </p:nvSpPr>
        <p:spPr bwMode="auto">
          <a:xfrm>
            <a:off x="552310" y="810568"/>
            <a:ext cx="681448" cy="450965"/>
          </a:xfrm>
          <a:prstGeom prst="rect">
            <a:avLst/>
          </a:prstGeom>
        </p:spPr>
        <p:txBody>
          <a:bodyPr anchor="ctr"/>
          <a:lstStyle>
            <a:lvl1pPr marL="0" indent="0" algn="ctr">
              <a:buNone/>
              <a:defRPr sz="1200">
                <a:latin typeface="Be Vietnam"/>
              </a:defRPr>
            </a:lvl1pPr>
          </a:lstStyle>
          <a:p>
            <a:pPr>
              <a:defRPr/>
            </a:pPr>
            <a:r>
              <a:rPr lang="de-DE"/>
              <a:t>Icon</a:t>
            </a:r>
            <a:endParaRPr/>
          </a:p>
        </p:txBody>
      </p:sp>
      <p:sp>
        <p:nvSpPr>
          <p:cNvPr id="11" name="Textplatzhalter 23"/>
          <p:cNvSpPr>
            <a:spLocks noGrp="1"/>
          </p:cNvSpPr>
          <p:nvPr>
            <p:ph type="body" sz="quarter" idx="15" hasCustomPrompt="1"/>
          </p:nvPr>
        </p:nvSpPr>
        <p:spPr bwMode="auto">
          <a:xfrm>
            <a:off x="1697342" y="810568"/>
            <a:ext cx="6899738" cy="450965"/>
          </a:xfrm>
          <a:prstGeom prst="rect">
            <a:avLst/>
          </a:prstGeom>
          <a:ln w="28575">
            <a:solidFill>
              <a:srgbClr val="F2F2F2"/>
            </a:solidFill>
          </a:ln>
        </p:spPr>
        <p:txBody>
          <a:bodyPr lIns="144000" tIns="90000" bIns="36000" anchor="ctr">
            <a:normAutofit/>
          </a:bodyPr>
          <a:lstStyle>
            <a:lvl1pPr>
              <a:defRPr sz="1800">
                <a:latin typeface="Be Vietnam"/>
              </a:defRPr>
            </a:lvl1pPr>
            <a:lvl2pPr>
              <a:defRPr sz="1400"/>
            </a:lvl2pPr>
            <a:lvl3pPr>
              <a:defRPr sz="1200"/>
            </a:lvl3pPr>
            <a:lvl4pPr marL="1210299" indent="0">
              <a:buNone/>
              <a:defRPr sz="1000"/>
            </a:lvl4pPr>
            <a:lvl5pPr>
              <a:defRPr sz="800"/>
            </a:lvl5pPr>
          </a:lstStyle>
          <a:p>
            <a:pPr lvl="0">
              <a:defRPr/>
            </a:pPr>
            <a:r>
              <a:rPr lang="de-DE"/>
              <a:t>Sequenztitel</a:t>
            </a:r>
            <a:endParaRPr/>
          </a:p>
        </p:txBody>
      </p:sp>
      <p:sp>
        <p:nvSpPr>
          <p:cNvPr id="12" name="Textplatzhalter 30"/>
          <p:cNvSpPr>
            <a:spLocks noGrp="1"/>
          </p:cNvSpPr>
          <p:nvPr>
            <p:ph type="body" sz="quarter" idx="20" hasCustomPrompt="1"/>
          </p:nvPr>
        </p:nvSpPr>
        <p:spPr bwMode="auto">
          <a:xfrm>
            <a:off x="1234404" y="810568"/>
            <a:ext cx="465553" cy="450965"/>
          </a:xfrm>
          <a:prstGeom prst="rect">
            <a:avLst/>
          </a:prstGeom>
        </p:spPr>
        <p:txBody>
          <a:bodyPr lIns="36000" tIns="90000" rIns="36000" bIns="36000" anchor="ctr" anchorCtr="0">
            <a:normAutofit/>
          </a:bodyPr>
          <a:lstStyle>
            <a:lvl1pPr marL="0" indent="0" algn="ctr">
              <a:buNone/>
              <a:defRPr sz="2800">
                <a:latin typeface="Be Vietnam"/>
              </a:defRPr>
            </a:lvl1pPr>
          </a:lstStyle>
          <a:p>
            <a:pPr lvl="0">
              <a:defRPr/>
            </a:pPr>
            <a:r>
              <a:rPr lang="de-DE"/>
              <a:t>#</a:t>
            </a:r>
            <a:endParaRPr/>
          </a:p>
        </p:txBody>
      </p:sp>
      <p:sp>
        <p:nvSpPr>
          <p:cNvPr id="16" name="Rechteck 15"/>
          <p:cNvSpPr/>
          <p:nvPr userDrawn="1"/>
        </p:nvSpPr>
        <p:spPr bwMode="auto">
          <a:xfrm>
            <a:off x="0" y="5579533"/>
            <a:ext cx="9144000" cy="1278467"/>
          </a:xfrm>
          <a:prstGeom prst="rect">
            <a:avLst/>
          </a:prstGeom>
          <a:solidFill>
            <a:srgbClr val="C0E1F8"/>
          </a:solidFill>
          <a:ln>
            <a:solidFill>
              <a:srgbClr val="C0E1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sz="1100">
              <a:solidFill>
                <a:schemeClr val="tx1"/>
              </a:solidFill>
              <a:latin typeface="Be Vietnam"/>
            </a:endParaRPr>
          </a:p>
        </p:txBody>
      </p:sp>
      <p:sp>
        <p:nvSpPr>
          <p:cNvPr id="17" name="Oval 3"/>
          <p:cNvSpPr/>
          <p:nvPr userDrawn="1"/>
        </p:nvSpPr>
        <p:spPr bwMode="auto">
          <a:xfrm>
            <a:off x="552309" y="1448636"/>
            <a:ext cx="685459" cy="450965"/>
          </a:xfrm>
          <a:prstGeom prst="ellipse">
            <a:avLst/>
          </a:prstGeom>
          <a:solidFill>
            <a:srgbClr val="F2F2F2"/>
          </a:solidFill>
          <a:ln w="28575">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defRPr/>
            </a:pPr>
            <a:endParaRPr lang="de-DE" sz="3200">
              <a:solidFill>
                <a:schemeClr val="tx1"/>
              </a:solidFill>
              <a:latin typeface="Be Vietnam"/>
            </a:endParaRPr>
          </a:p>
        </p:txBody>
      </p:sp>
      <p:sp>
        <p:nvSpPr>
          <p:cNvPr id="18" name="Rechteck 17"/>
          <p:cNvSpPr/>
          <p:nvPr userDrawn="1"/>
        </p:nvSpPr>
        <p:spPr bwMode="auto">
          <a:xfrm>
            <a:off x="767557" y="1448636"/>
            <a:ext cx="932400" cy="450965"/>
          </a:xfrm>
          <a:prstGeom prst="rect">
            <a:avLst/>
          </a:prstGeom>
          <a:solidFill>
            <a:srgbClr val="F2F2F2"/>
          </a:solidFill>
          <a:ln w="28575">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defRPr/>
            </a:pPr>
            <a:endParaRPr lang="de-DE" sz="3200">
              <a:solidFill>
                <a:schemeClr val="tx1"/>
              </a:solidFill>
              <a:latin typeface="Be Vietnam"/>
            </a:endParaRPr>
          </a:p>
        </p:txBody>
      </p:sp>
      <p:sp>
        <p:nvSpPr>
          <p:cNvPr id="19" name="Bildplatzhalter 5"/>
          <p:cNvSpPr>
            <a:spLocks noGrp="1"/>
          </p:cNvSpPr>
          <p:nvPr>
            <p:ph type="pic" sz="quarter" idx="21" hasCustomPrompt="1"/>
          </p:nvPr>
        </p:nvSpPr>
        <p:spPr bwMode="auto">
          <a:xfrm>
            <a:off x="552310" y="1448636"/>
            <a:ext cx="681448" cy="450965"/>
          </a:xfrm>
          <a:prstGeom prst="rect">
            <a:avLst/>
          </a:prstGeom>
        </p:spPr>
        <p:txBody>
          <a:bodyPr anchor="ctr"/>
          <a:lstStyle>
            <a:lvl1pPr marL="0" indent="0" algn="ctr">
              <a:buNone/>
              <a:defRPr sz="1200">
                <a:latin typeface="Be Vietnam"/>
              </a:defRPr>
            </a:lvl1pPr>
          </a:lstStyle>
          <a:p>
            <a:pPr>
              <a:defRPr/>
            </a:pPr>
            <a:r>
              <a:rPr lang="de-DE"/>
              <a:t>Icon</a:t>
            </a:r>
            <a:endParaRPr/>
          </a:p>
        </p:txBody>
      </p:sp>
      <p:sp>
        <p:nvSpPr>
          <p:cNvPr id="20" name="Textplatzhalter 23"/>
          <p:cNvSpPr>
            <a:spLocks noGrp="1"/>
          </p:cNvSpPr>
          <p:nvPr>
            <p:ph type="body" sz="quarter" idx="22" hasCustomPrompt="1"/>
          </p:nvPr>
        </p:nvSpPr>
        <p:spPr bwMode="auto">
          <a:xfrm>
            <a:off x="1697342" y="1448636"/>
            <a:ext cx="6899738" cy="450965"/>
          </a:xfrm>
          <a:prstGeom prst="rect">
            <a:avLst/>
          </a:prstGeom>
          <a:ln w="28575">
            <a:solidFill>
              <a:srgbClr val="F2F2F2"/>
            </a:solidFill>
          </a:ln>
        </p:spPr>
        <p:txBody>
          <a:bodyPr lIns="144000" tIns="90000" bIns="36000" anchor="ctr">
            <a:normAutofit/>
          </a:bodyPr>
          <a:lstStyle>
            <a:lvl1pPr>
              <a:defRPr sz="1800">
                <a:latin typeface="Be Vietnam"/>
              </a:defRPr>
            </a:lvl1pPr>
            <a:lvl2pPr>
              <a:defRPr sz="1400"/>
            </a:lvl2pPr>
            <a:lvl3pPr>
              <a:defRPr sz="1200"/>
            </a:lvl3pPr>
            <a:lvl4pPr marL="1210299" indent="0">
              <a:buNone/>
              <a:defRPr sz="1000"/>
            </a:lvl4pPr>
            <a:lvl5pPr>
              <a:defRPr sz="800"/>
            </a:lvl5pPr>
          </a:lstStyle>
          <a:p>
            <a:pPr lvl="0">
              <a:defRPr/>
            </a:pPr>
            <a:r>
              <a:rPr lang="de-DE"/>
              <a:t>Sequenztitel</a:t>
            </a:r>
            <a:endParaRPr/>
          </a:p>
        </p:txBody>
      </p:sp>
      <p:sp>
        <p:nvSpPr>
          <p:cNvPr id="21" name="Textplatzhalter 30"/>
          <p:cNvSpPr>
            <a:spLocks noGrp="1"/>
          </p:cNvSpPr>
          <p:nvPr>
            <p:ph type="body" sz="quarter" idx="23" hasCustomPrompt="1"/>
          </p:nvPr>
        </p:nvSpPr>
        <p:spPr bwMode="auto">
          <a:xfrm>
            <a:off x="1234404" y="1448636"/>
            <a:ext cx="465553" cy="450965"/>
          </a:xfrm>
          <a:prstGeom prst="rect">
            <a:avLst/>
          </a:prstGeom>
        </p:spPr>
        <p:txBody>
          <a:bodyPr lIns="36000" tIns="90000" rIns="36000" bIns="36000" anchor="ctr" anchorCtr="0">
            <a:normAutofit/>
          </a:bodyPr>
          <a:lstStyle>
            <a:lvl1pPr marL="0" indent="0" algn="ctr">
              <a:buNone/>
              <a:defRPr sz="2800">
                <a:latin typeface="Be Vietnam"/>
              </a:defRPr>
            </a:lvl1pPr>
          </a:lstStyle>
          <a:p>
            <a:pPr lvl="0">
              <a:defRPr/>
            </a:pPr>
            <a:r>
              <a:rPr lang="de-DE"/>
              <a:t>#</a:t>
            </a:r>
            <a:endParaRPr/>
          </a:p>
        </p:txBody>
      </p:sp>
      <p:sp>
        <p:nvSpPr>
          <p:cNvPr id="22" name="Oval 3"/>
          <p:cNvSpPr/>
          <p:nvPr userDrawn="1"/>
        </p:nvSpPr>
        <p:spPr bwMode="auto">
          <a:xfrm>
            <a:off x="552309" y="2086704"/>
            <a:ext cx="685459" cy="450965"/>
          </a:xfrm>
          <a:prstGeom prst="ellipse">
            <a:avLst/>
          </a:prstGeom>
          <a:solidFill>
            <a:srgbClr val="F2F2F2"/>
          </a:solidFill>
          <a:ln w="28575">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defRPr/>
            </a:pPr>
            <a:endParaRPr lang="de-DE" sz="3200">
              <a:solidFill>
                <a:schemeClr val="tx1"/>
              </a:solidFill>
              <a:latin typeface="Be Vietnam"/>
            </a:endParaRPr>
          </a:p>
        </p:txBody>
      </p:sp>
      <p:sp>
        <p:nvSpPr>
          <p:cNvPr id="23" name="Rechteck 22"/>
          <p:cNvSpPr/>
          <p:nvPr userDrawn="1"/>
        </p:nvSpPr>
        <p:spPr bwMode="auto">
          <a:xfrm>
            <a:off x="767557" y="2086704"/>
            <a:ext cx="932400" cy="450965"/>
          </a:xfrm>
          <a:prstGeom prst="rect">
            <a:avLst/>
          </a:prstGeom>
          <a:solidFill>
            <a:srgbClr val="F2F2F2"/>
          </a:solidFill>
          <a:ln w="28575">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defRPr/>
            </a:pPr>
            <a:endParaRPr lang="de-DE" sz="3200">
              <a:solidFill>
                <a:schemeClr val="tx1"/>
              </a:solidFill>
              <a:latin typeface="Be Vietnam"/>
            </a:endParaRPr>
          </a:p>
        </p:txBody>
      </p:sp>
      <p:sp>
        <p:nvSpPr>
          <p:cNvPr id="24" name="Bildplatzhalter 5"/>
          <p:cNvSpPr>
            <a:spLocks noGrp="1"/>
          </p:cNvSpPr>
          <p:nvPr>
            <p:ph type="pic" sz="quarter" idx="24" hasCustomPrompt="1"/>
          </p:nvPr>
        </p:nvSpPr>
        <p:spPr bwMode="auto">
          <a:xfrm>
            <a:off x="552310" y="2086704"/>
            <a:ext cx="681448" cy="450965"/>
          </a:xfrm>
          <a:prstGeom prst="rect">
            <a:avLst/>
          </a:prstGeom>
        </p:spPr>
        <p:txBody>
          <a:bodyPr anchor="ctr"/>
          <a:lstStyle>
            <a:lvl1pPr marL="0" indent="0" algn="ctr">
              <a:buNone/>
              <a:defRPr sz="1200">
                <a:latin typeface="Be Vietnam"/>
              </a:defRPr>
            </a:lvl1pPr>
          </a:lstStyle>
          <a:p>
            <a:pPr>
              <a:defRPr/>
            </a:pPr>
            <a:r>
              <a:rPr lang="de-DE"/>
              <a:t>Icon</a:t>
            </a:r>
            <a:endParaRPr/>
          </a:p>
        </p:txBody>
      </p:sp>
      <p:sp>
        <p:nvSpPr>
          <p:cNvPr id="25" name="Textplatzhalter 23"/>
          <p:cNvSpPr>
            <a:spLocks noGrp="1"/>
          </p:cNvSpPr>
          <p:nvPr>
            <p:ph type="body" sz="quarter" idx="25" hasCustomPrompt="1"/>
          </p:nvPr>
        </p:nvSpPr>
        <p:spPr bwMode="auto">
          <a:xfrm>
            <a:off x="1697342" y="2086704"/>
            <a:ext cx="6899738" cy="450965"/>
          </a:xfrm>
          <a:prstGeom prst="rect">
            <a:avLst/>
          </a:prstGeom>
          <a:ln w="28575">
            <a:solidFill>
              <a:srgbClr val="F2F2F2"/>
            </a:solidFill>
          </a:ln>
        </p:spPr>
        <p:txBody>
          <a:bodyPr lIns="144000" tIns="90000" bIns="36000" anchor="ctr">
            <a:normAutofit/>
          </a:bodyPr>
          <a:lstStyle>
            <a:lvl1pPr>
              <a:defRPr sz="1800">
                <a:latin typeface="Be Vietnam"/>
              </a:defRPr>
            </a:lvl1pPr>
            <a:lvl2pPr>
              <a:defRPr sz="1400"/>
            </a:lvl2pPr>
            <a:lvl3pPr>
              <a:defRPr sz="1200"/>
            </a:lvl3pPr>
            <a:lvl4pPr marL="1210299" indent="0">
              <a:buNone/>
              <a:defRPr sz="1000"/>
            </a:lvl4pPr>
            <a:lvl5pPr>
              <a:defRPr sz="800"/>
            </a:lvl5pPr>
          </a:lstStyle>
          <a:p>
            <a:pPr lvl="0">
              <a:defRPr/>
            </a:pPr>
            <a:r>
              <a:rPr lang="de-DE"/>
              <a:t>Sequenztitel</a:t>
            </a:r>
            <a:endParaRPr/>
          </a:p>
        </p:txBody>
      </p:sp>
      <p:sp>
        <p:nvSpPr>
          <p:cNvPr id="26" name="Textplatzhalter 30"/>
          <p:cNvSpPr>
            <a:spLocks noGrp="1"/>
          </p:cNvSpPr>
          <p:nvPr>
            <p:ph type="body" sz="quarter" idx="26" hasCustomPrompt="1"/>
          </p:nvPr>
        </p:nvSpPr>
        <p:spPr bwMode="auto">
          <a:xfrm>
            <a:off x="1234404" y="2086704"/>
            <a:ext cx="465553" cy="450965"/>
          </a:xfrm>
          <a:prstGeom prst="rect">
            <a:avLst/>
          </a:prstGeom>
        </p:spPr>
        <p:txBody>
          <a:bodyPr lIns="36000" tIns="90000" rIns="36000" bIns="36000" anchor="ctr" anchorCtr="0">
            <a:normAutofit/>
          </a:bodyPr>
          <a:lstStyle>
            <a:lvl1pPr marL="0" indent="0" algn="ctr">
              <a:buNone/>
              <a:defRPr sz="2800">
                <a:latin typeface="Be Vietnam"/>
              </a:defRPr>
            </a:lvl1pPr>
          </a:lstStyle>
          <a:p>
            <a:pPr lvl="0">
              <a:defRPr/>
            </a:pPr>
            <a:r>
              <a:rPr lang="de-DE"/>
              <a:t>#</a:t>
            </a:r>
            <a:endParaRPr/>
          </a:p>
        </p:txBody>
      </p:sp>
      <p:sp>
        <p:nvSpPr>
          <p:cNvPr id="27" name="Oval 3"/>
          <p:cNvSpPr/>
          <p:nvPr userDrawn="1"/>
        </p:nvSpPr>
        <p:spPr bwMode="auto">
          <a:xfrm>
            <a:off x="552309" y="2724772"/>
            <a:ext cx="685459" cy="450965"/>
          </a:xfrm>
          <a:prstGeom prst="ellipse">
            <a:avLst/>
          </a:prstGeom>
          <a:solidFill>
            <a:srgbClr val="F2F2F2"/>
          </a:solidFill>
          <a:ln w="28575">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defRPr/>
            </a:pPr>
            <a:endParaRPr lang="de-DE" sz="3200">
              <a:solidFill>
                <a:schemeClr val="tx1"/>
              </a:solidFill>
              <a:latin typeface="Be Vietnam"/>
            </a:endParaRPr>
          </a:p>
        </p:txBody>
      </p:sp>
      <p:sp>
        <p:nvSpPr>
          <p:cNvPr id="28" name="Rechteck 27"/>
          <p:cNvSpPr/>
          <p:nvPr userDrawn="1"/>
        </p:nvSpPr>
        <p:spPr bwMode="auto">
          <a:xfrm>
            <a:off x="767557" y="2724772"/>
            <a:ext cx="932400" cy="450965"/>
          </a:xfrm>
          <a:prstGeom prst="rect">
            <a:avLst/>
          </a:prstGeom>
          <a:solidFill>
            <a:srgbClr val="F2F2F2"/>
          </a:solidFill>
          <a:ln w="28575">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defRPr/>
            </a:pPr>
            <a:endParaRPr lang="de-DE" sz="3200">
              <a:solidFill>
                <a:schemeClr val="tx1"/>
              </a:solidFill>
              <a:latin typeface="Be Vietnam"/>
            </a:endParaRPr>
          </a:p>
        </p:txBody>
      </p:sp>
      <p:sp>
        <p:nvSpPr>
          <p:cNvPr id="29" name="Bildplatzhalter 5"/>
          <p:cNvSpPr>
            <a:spLocks noGrp="1"/>
          </p:cNvSpPr>
          <p:nvPr>
            <p:ph type="pic" sz="quarter" idx="27" hasCustomPrompt="1"/>
          </p:nvPr>
        </p:nvSpPr>
        <p:spPr bwMode="auto">
          <a:xfrm>
            <a:off x="552310" y="2724772"/>
            <a:ext cx="681448" cy="450965"/>
          </a:xfrm>
          <a:prstGeom prst="rect">
            <a:avLst/>
          </a:prstGeom>
        </p:spPr>
        <p:txBody>
          <a:bodyPr anchor="ctr"/>
          <a:lstStyle>
            <a:lvl1pPr marL="0" indent="0" algn="ctr">
              <a:buNone/>
              <a:defRPr sz="1200">
                <a:latin typeface="Be Vietnam"/>
              </a:defRPr>
            </a:lvl1pPr>
          </a:lstStyle>
          <a:p>
            <a:pPr>
              <a:defRPr/>
            </a:pPr>
            <a:r>
              <a:rPr lang="de-DE"/>
              <a:t>Icon</a:t>
            </a:r>
            <a:endParaRPr/>
          </a:p>
        </p:txBody>
      </p:sp>
      <p:sp>
        <p:nvSpPr>
          <p:cNvPr id="30" name="Textplatzhalter 23"/>
          <p:cNvSpPr>
            <a:spLocks noGrp="1"/>
          </p:cNvSpPr>
          <p:nvPr>
            <p:ph type="body" sz="quarter" idx="28" hasCustomPrompt="1"/>
          </p:nvPr>
        </p:nvSpPr>
        <p:spPr bwMode="auto">
          <a:xfrm>
            <a:off x="1697342" y="2724772"/>
            <a:ext cx="6899738" cy="450965"/>
          </a:xfrm>
          <a:prstGeom prst="rect">
            <a:avLst/>
          </a:prstGeom>
          <a:ln w="28575">
            <a:solidFill>
              <a:srgbClr val="F2F2F2"/>
            </a:solidFill>
          </a:ln>
        </p:spPr>
        <p:txBody>
          <a:bodyPr lIns="144000" tIns="90000" bIns="36000" anchor="ctr">
            <a:normAutofit/>
          </a:bodyPr>
          <a:lstStyle>
            <a:lvl1pPr>
              <a:defRPr sz="1800">
                <a:latin typeface="Be Vietnam"/>
              </a:defRPr>
            </a:lvl1pPr>
            <a:lvl2pPr>
              <a:defRPr sz="1400"/>
            </a:lvl2pPr>
            <a:lvl3pPr>
              <a:defRPr sz="1200"/>
            </a:lvl3pPr>
            <a:lvl4pPr marL="1210299" indent="0">
              <a:buNone/>
              <a:defRPr sz="1000"/>
            </a:lvl4pPr>
            <a:lvl5pPr>
              <a:defRPr sz="800"/>
            </a:lvl5pPr>
          </a:lstStyle>
          <a:p>
            <a:pPr lvl="0">
              <a:defRPr/>
            </a:pPr>
            <a:r>
              <a:rPr lang="de-DE"/>
              <a:t>Sequenztitel</a:t>
            </a:r>
            <a:endParaRPr/>
          </a:p>
        </p:txBody>
      </p:sp>
      <p:sp>
        <p:nvSpPr>
          <p:cNvPr id="31" name="Textplatzhalter 30"/>
          <p:cNvSpPr>
            <a:spLocks noGrp="1"/>
          </p:cNvSpPr>
          <p:nvPr>
            <p:ph type="body" sz="quarter" idx="29" hasCustomPrompt="1"/>
          </p:nvPr>
        </p:nvSpPr>
        <p:spPr bwMode="auto">
          <a:xfrm>
            <a:off x="1234404" y="2724772"/>
            <a:ext cx="465553" cy="450965"/>
          </a:xfrm>
          <a:prstGeom prst="rect">
            <a:avLst/>
          </a:prstGeom>
        </p:spPr>
        <p:txBody>
          <a:bodyPr lIns="36000" tIns="90000" rIns="36000" bIns="36000" anchor="ctr" anchorCtr="0">
            <a:normAutofit/>
          </a:bodyPr>
          <a:lstStyle>
            <a:lvl1pPr marL="0" indent="0" algn="ctr">
              <a:buNone/>
              <a:defRPr sz="2800">
                <a:latin typeface="Be Vietnam"/>
              </a:defRPr>
            </a:lvl1pPr>
          </a:lstStyle>
          <a:p>
            <a:pPr lvl="0">
              <a:defRPr/>
            </a:pPr>
            <a:r>
              <a:rPr lang="de-DE"/>
              <a:t>#</a:t>
            </a:r>
            <a:endParaRPr/>
          </a:p>
        </p:txBody>
      </p:sp>
      <p:sp>
        <p:nvSpPr>
          <p:cNvPr id="32" name="Oval 3"/>
          <p:cNvSpPr/>
          <p:nvPr userDrawn="1"/>
        </p:nvSpPr>
        <p:spPr bwMode="auto">
          <a:xfrm>
            <a:off x="552309" y="3362840"/>
            <a:ext cx="685459" cy="450965"/>
          </a:xfrm>
          <a:prstGeom prst="ellipse">
            <a:avLst/>
          </a:prstGeom>
          <a:solidFill>
            <a:srgbClr val="F2F2F2"/>
          </a:solidFill>
          <a:ln w="28575">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defRPr/>
            </a:pPr>
            <a:endParaRPr lang="de-DE" sz="3200">
              <a:solidFill>
                <a:schemeClr val="tx1"/>
              </a:solidFill>
              <a:latin typeface="Be Vietnam"/>
            </a:endParaRPr>
          </a:p>
        </p:txBody>
      </p:sp>
      <p:sp>
        <p:nvSpPr>
          <p:cNvPr id="33" name="Rechteck 32"/>
          <p:cNvSpPr/>
          <p:nvPr userDrawn="1"/>
        </p:nvSpPr>
        <p:spPr bwMode="auto">
          <a:xfrm>
            <a:off x="767557" y="3362840"/>
            <a:ext cx="932400" cy="450965"/>
          </a:xfrm>
          <a:prstGeom prst="rect">
            <a:avLst/>
          </a:prstGeom>
          <a:solidFill>
            <a:srgbClr val="F2F2F2"/>
          </a:solidFill>
          <a:ln w="28575">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defRPr/>
            </a:pPr>
            <a:endParaRPr lang="de-DE" sz="3200">
              <a:solidFill>
                <a:schemeClr val="tx1"/>
              </a:solidFill>
              <a:latin typeface="Be Vietnam"/>
            </a:endParaRPr>
          </a:p>
        </p:txBody>
      </p:sp>
      <p:sp>
        <p:nvSpPr>
          <p:cNvPr id="34" name="Bildplatzhalter 5"/>
          <p:cNvSpPr>
            <a:spLocks noGrp="1"/>
          </p:cNvSpPr>
          <p:nvPr>
            <p:ph type="pic" sz="quarter" idx="30" hasCustomPrompt="1"/>
          </p:nvPr>
        </p:nvSpPr>
        <p:spPr bwMode="auto">
          <a:xfrm>
            <a:off x="552310" y="3362840"/>
            <a:ext cx="681448" cy="450965"/>
          </a:xfrm>
          <a:prstGeom prst="rect">
            <a:avLst/>
          </a:prstGeom>
        </p:spPr>
        <p:txBody>
          <a:bodyPr anchor="ctr"/>
          <a:lstStyle>
            <a:lvl1pPr marL="0" indent="0" algn="ctr">
              <a:buNone/>
              <a:defRPr sz="1200">
                <a:latin typeface="Be Vietnam"/>
              </a:defRPr>
            </a:lvl1pPr>
          </a:lstStyle>
          <a:p>
            <a:pPr>
              <a:defRPr/>
            </a:pPr>
            <a:r>
              <a:rPr lang="de-DE"/>
              <a:t>Icon</a:t>
            </a:r>
            <a:endParaRPr/>
          </a:p>
        </p:txBody>
      </p:sp>
      <p:sp>
        <p:nvSpPr>
          <p:cNvPr id="35" name="Textplatzhalter 23"/>
          <p:cNvSpPr>
            <a:spLocks noGrp="1"/>
          </p:cNvSpPr>
          <p:nvPr>
            <p:ph type="body" sz="quarter" idx="31" hasCustomPrompt="1"/>
          </p:nvPr>
        </p:nvSpPr>
        <p:spPr bwMode="auto">
          <a:xfrm>
            <a:off x="1697342" y="3362840"/>
            <a:ext cx="6899738" cy="450965"/>
          </a:xfrm>
          <a:prstGeom prst="rect">
            <a:avLst/>
          </a:prstGeom>
          <a:ln w="28575">
            <a:solidFill>
              <a:srgbClr val="F2F2F2"/>
            </a:solidFill>
          </a:ln>
        </p:spPr>
        <p:txBody>
          <a:bodyPr lIns="144000" tIns="90000" bIns="36000" anchor="ctr">
            <a:normAutofit/>
          </a:bodyPr>
          <a:lstStyle>
            <a:lvl1pPr>
              <a:defRPr sz="1800">
                <a:latin typeface="Be Vietnam"/>
              </a:defRPr>
            </a:lvl1pPr>
            <a:lvl2pPr>
              <a:defRPr sz="1400"/>
            </a:lvl2pPr>
            <a:lvl3pPr>
              <a:defRPr sz="1200"/>
            </a:lvl3pPr>
            <a:lvl4pPr marL="1210299" indent="0">
              <a:buNone/>
              <a:defRPr sz="1000"/>
            </a:lvl4pPr>
            <a:lvl5pPr>
              <a:defRPr sz="800"/>
            </a:lvl5pPr>
          </a:lstStyle>
          <a:p>
            <a:pPr lvl="0">
              <a:defRPr/>
            </a:pPr>
            <a:r>
              <a:rPr lang="de-DE"/>
              <a:t>Sequenztitel</a:t>
            </a:r>
            <a:endParaRPr/>
          </a:p>
        </p:txBody>
      </p:sp>
      <p:sp>
        <p:nvSpPr>
          <p:cNvPr id="36" name="Textplatzhalter 30"/>
          <p:cNvSpPr>
            <a:spLocks noGrp="1"/>
          </p:cNvSpPr>
          <p:nvPr>
            <p:ph type="body" sz="quarter" idx="32" hasCustomPrompt="1"/>
          </p:nvPr>
        </p:nvSpPr>
        <p:spPr bwMode="auto">
          <a:xfrm>
            <a:off x="1234404" y="3362840"/>
            <a:ext cx="465553" cy="450965"/>
          </a:xfrm>
          <a:prstGeom prst="rect">
            <a:avLst/>
          </a:prstGeom>
        </p:spPr>
        <p:txBody>
          <a:bodyPr lIns="36000" tIns="90000" rIns="36000" bIns="36000" anchor="ctr" anchorCtr="0">
            <a:normAutofit/>
          </a:bodyPr>
          <a:lstStyle>
            <a:lvl1pPr marL="0" indent="0" algn="ctr">
              <a:buNone/>
              <a:defRPr sz="2800">
                <a:latin typeface="Be Vietnam"/>
              </a:defRPr>
            </a:lvl1pPr>
          </a:lstStyle>
          <a:p>
            <a:pPr lvl="0">
              <a:defRPr/>
            </a:pPr>
            <a:r>
              <a:rPr lang="de-DE"/>
              <a:t>#</a:t>
            </a:r>
            <a:endParaRPr/>
          </a:p>
        </p:txBody>
      </p:sp>
      <p:sp>
        <p:nvSpPr>
          <p:cNvPr id="37" name="Oval 3"/>
          <p:cNvSpPr/>
          <p:nvPr userDrawn="1"/>
        </p:nvSpPr>
        <p:spPr bwMode="auto">
          <a:xfrm>
            <a:off x="552309" y="4000908"/>
            <a:ext cx="685459" cy="450965"/>
          </a:xfrm>
          <a:prstGeom prst="ellipse">
            <a:avLst/>
          </a:prstGeom>
          <a:solidFill>
            <a:srgbClr val="F2F2F2"/>
          </a:solidFill>
          <a:ln w="28575">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defRPr/>
            </a:pPr>
            <a:endParaRPr lang="de-DE" sz="3200">
              <a:solidFill>
                <a:schemeClr val="tx1"/>
              </a:solidFill>
              <a:latin typeface="Be Vietnam"/>
            </a:endParaRPr>
          </a:p>
        </p:txBody>
      </p:sp>
      <p:sp>
        <p:nvSpPr>
          <p:cNvPr id="38" name="Rechteck 37"/>
          <p:cNvSpPr/>
          <p:nvPr userDrawn="1"/>
        </p:nvSpPr>
        <p:spPr bwMode="auto">
          <a:xfrm>
            <a:off x="767557" y="4000908"/>
            <a:ext cx="932400" cy="450965"/>
          </a:xfrm>
          <a:prstGeom prst="rect">
            <a:avLst/>
          </a:prstGeom>
          <a:solidFill>
            <a:srgbClr val="F2F2F2"/>
          </a:solidFill>
          <a:ln w="28575">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defRPr/>
            </a:pPr>
            <a:endParaRPr lang="de-DE" sz="3200">
              <a:solidFill>
                <a:schemeClr val="tx1"/>
              </a:solidFill>
              <a:latin typeface="Be Vietnam"/>
            </a:endParaRPr>
          </a:p>
        </p:txBody>
      </p:sp>
      <p:sp>
        <p:nvSpPr>
          <p:cNvPr id="39" name="Bildplatzhalter 5"/>
          <p:cNvSpPr>
            <a:spLocks noGrp="1"/>
          </p:cNvSpPr>
          <p:nvPr>
            <p:ph type="pic" sz="quarter" idx="33" hasCustomPrompt="1"/>
          </p:nvPr>
        </p:nvSpPr>
        <p:spPr bwMode="auto">
          <a:xfrm>
            <a:off x="552310" y="4000908"/>
            <a:ext cx="681448" cy="450965"/>
          </a:xfrm>
          <a:prstGeom prst="rect">
            <a:avLst/>
          </a:prstGeom>
        </p:spPr>
        <p:txBody>
          <a:bodyPr anchor="ctr"/>
          <a:lstStyle>
            <a:lvl1pPr marL="0" indent="0" algn="ctr">
              <a:buNone/>
              <a:defRPr sz="1200">
                <a:latin typeface="Be Vietnam"/>
              </a:defRPr>
            </a:lvl1pPr>
          </a:lstStyle>
          <a:p>
            <a:pPr>
              <a:defRPr/>
            </a:pPr>
            <a:r>
              <a:rPr lang="de-DE"/>
              <a:t>Icon</a:t>
            </a:r>
            <a:endParaRPr/>
          </a:p>
        </p:txBody>
      </p:sp>
      <p:sp>
        <p:nvSpPr>
          <p:cNvPr id="40" name="Textplatzhalter 23"/>
          <p:cNvSpPr>
            <a:spLocks noGrp="1"/>
          </p:cNvSpPr>
          <p:nvPr>
            <p:ph type="body" sz="quarter" idx="34" hasCustomPrompt="1"/>
          </p:nvPr>
        </p:nvSpPr>
        <p:spPr bwMode="auto">
          <a:xfrm>
            <a:off x="1697342" y="4000908"/>
            <a:ext cx="6899738" cy="450965"/>
          </a:xfrm>
          <a:prstGeom prst="rect">
            <a:avLst/>
          </a:prstGeom>
          <a:ln w="28575">
            <a:solidFill>
              <a:srgbClr val="F2F2F2"/>
            </a:solidFill>
          </a:ln>
        </p:spPr>
        <p:txBody>
          <a:bodyPr lIns="144000" tIns="90000" bIns="36000" anchor="ctr">
            <a:normAutofit/>
          </a:bodyPr>
          <a:lstStyle>
            <a:lvl1pPr>
              <a:defRPr sz="1800">
                <a:latin typeface="Be Vietnam"/>
              </a:defRPr>
            </a:lvl1pPr>
            <a:lvl2pPr>
              <a:defRPr sz="1400"/>
            </a:lvl2pPr>
            <a:lvl3pPr>
              <a:defRPr sz="1200"/>
            </a:lvl3pPr>
            <a:lvl4pPr marL="1210299" indent="0">
              <a:buNone/>
              <a:defRPr sz="1000"/>
            </a:lvl4pPr>
            <a:lvl5pPr>
              <a:defRPr sz="800"/>
            </a:lvl5pPr>
          </a:lstStyle>
          <a:p>
            <a:pPr lvl="0">
              <a:defRPr/>
            </a:pPr>
            <a:r>
              <a:rPr lang="de-DE"/>
              <a:t>Sequenztitel</a:t>
            </a:r>
            <a:endParaRPr/>
          </a:p>
        </p:txBody>
      </p:sp>
      <p:sp>
        <p:nvSpPr>
          <p:cNvPr id="41" name="Textplatzhalter 30"/>
          <p:cNvSpPr>
            <a:spLocks noGrp="1"/>
          </p:cNvSpPr>
          <p:nvPr>
            <p:ph type="body" sz="quarter" idx="35" hasCustomPrompt="1"/>
          </p:nvPr>
        </p:nvSpPr>
        <p:spPr bwMode="auto">
          <a:xfrm>
            <a:off x="1234404" y="4000908"/>
            <a:ext cx="465553" cy="450965"/>
          </a:xfrm>
          <a:prstGeom prst="rect">
            <a:avLst/>
          </a:prstGeom>
        </p:spPr>
        <p:txBody>
          <a:bodyPr lIns="36000" tIns="90000" rIns="36000" bIns="36000" anchor="ctr" anchorCtr="0">
            <a:normAutofit/>
          </a:bodyPr>
          <a:lstStyle>
            <a:lvl1pPr marL="0" indent="0" algn="ctr">
              <a:buNone/>
              <a:defRPr sz="2800">
                <a:latin typeface="Be Vietnam"/>
              </a:defRPr>
            </a:lvl1pPr>
          </a:lstStyle>
          <a:p>
            <a:pPr lvl="0">
              <a:defRPr/>
            </a:pPr>
            <a:r>
              <a:rPr lang="de-DE"/>
              <a:t>#</a:t>
            </a:r>
            <a:endParaRPr/>
          </a:p>
        </p:txBody>
      </p:sp>
      <p:sp>
        <p:nvSpPr>
          <p:cNvPr id="42" name="Oval 3"/>
          <p:cNvSpPr/>
          <p:nvPr userDrawn="1"/>
        </p:nvSpPr>
        <p:spPr bwMode="auto">
          <a:xfrm>
            <a:off x="552309" y="4638976"/>
            <a:ext cx="685459" cy="450965"/>
          </a:xfrm>
          <a:prstGeom prst="ellipse">
            <a:avLst/>
          </a:prstGeom>
          <a:solidFill>
            <a:srgbClr val="F2F2F2"/>
          </a:solidFill>
          <a:ln w="28575">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defRPr/>
            </a:pPr>
            <a:endParaRPr lang="de-DE" sz="3200">
              <a:solidFill>
                <a:schemeClr val="tx1"/>
              </a:solidFill>
              <a:latin typeface="Be Vietnam"/>
            </a:endParaRPr>
          </a:p>
        </p:txBody>
      </p:sp>
      <p:sp>
        <p:nvSpPr>
          <p:cNvPr id="43" name="Rechteck 42"/>
          <p:cNvSpPr/>
          <p:nvPr userDrawn="1"/>
        </p:nvSpPr>
        <p:spPr bwMode="auto">
          <a:xfrm>
            <a:off x="767557" y="4638976"/>
            <a:ext cx="932400" cy="450965"/>
          </a:xfrm>
          <a:prstGeom prst="rect">
            <a:avLst/>
          </a:prstGeom>
          <a:solidFill>
            <a:srgbClr val="F2F2F2"/>
          </a:solidFill>
          <a:ln w="28575">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defRPr/>
            </a:pPr>
            <a:endParaRPr lang="de-DE" sz="3200">
              <a:solidFill>
                <a:schemeClr val="tx1"/>
              </a:solidFill>
              <a:latin typeface="Be Vietnam"/>
            </a:endParaRPr>
          </a:p>
        </p:txBody>
      </p:sp>
      <p:sp>
        <p:nvSpPr>
          <p:cNvPr id="44" name="Bildplatzhalter 5"/>
          <p:cNvSpPr>
            <a:spLocks noGrp="1"/>
          </p:cNvSpPr>
          <p:nvPr>
            <p:ph type="pic" sz="quarter" idx="36" hasCustomPrompt="1"/>
          </p:nvPr>
        </p:nvSpPr>
        <p:spPr bwMode="auto">
          <a:xfrm>
            <a:off x="552310" y="4638976"/>
            <a:ext cx="681448" cy="450965"/>
          </a:xfrm>
          <a:prstGeom prst="rect">
            <a:avLst/>
          </a:prstGeom>
        </p:spPr>
        <p:txBody>
          <a:bodyPr anchor="ctr"/>
          <a:lstStyle>
            <a:lvl1pPr marL="0" indent="0" algn="ctr">
              <a:buNone/>
              <a:defRPr sz="1200">
                <a:latin typeface="Be Vietnam"/>
              </a:defRPr>
            </a:lvl1pPr>
          </a:lstStyle>
          <a:p>
            <a:pPr>
              <a:defRPr/>
            </a:pPr>
            <a:r>
              <a:rPr lang="de-DE"/>
              <a:t>Icon</a:t>
            </a:r>
            <a:endParaRPr/>
          </a:p>
        </p:txBody>
      </p:sp>
      <p:sp>
        <p:nvSpPr>
          <p:cNvPr id="45" name="Textplatzhalter 23"/>
          <p:cNvSpPr>
            <a:spLocks noGrp="1"/>
          </p:cNvSpPr>
          <p:nvPr>
            <p:ph type="body" sz="quarter" idx="37" hasCustomPrompt="1"/>
          </p:nvPr>
        </p:nvSpPr>
        <p:spPr bwMode="auto">
          <a:xfrm>
            <a:off x="1697342" y="4638976"/>
            <a:ext cx="6899738" cy="450965"/>
          </a:xfrm>
          <a:prstGeom prst="rect">
            <a:avLst/>
          </a:prstGeom>
          <a:ln w="28575">
            <a:solidFill>
              <a:srgbClr val="F2F2F2"/>
            </a:solidFill>
          </a:ln>
        </p:spPr>
        <p:txBody>
          <a:bodyPr lIns="144000" tIns="90000" bIns="36000" anchor="ctr">
            <a:normAutofit/>
          </a:bodyPr>
          <a:lstStyle>
            <a:lvl1pPr>
              <a:defRPr sz="1800">
                <a:latin typeface="Be Vietnam"/>
              </a:defRPr>
            </a:lvl1pPr>
            <a:lvl2pPr>
              <a:defRPr sz="1400"/>
            </a:lvl2pPr>
            <a:lvl3pPr>
              <a:defRPr sz="1200"/>
            </a:lvl3pPr>
            <a:lvl4pPr marL="1210299" indent="0">
              <a:buNone/>
              <a:defRPr sz="1000"/>
            </a:lvl4pPr>
            <a:lvl5pPr>
              <a:defRPr sz="800"/>
            </a:lvl5pPr>
          </a:lstStyle>
          <a:p>
            <a:pPr lvl="0">
              <a:defRPr/>
            </a:pPr>
            <a:r>
              <a:rPr lang="de-DE"/>
              <a:t>Sequenztitel</a:t>
            </a:r>
            <a:endParaRPr/>
          </a:p>
        </p:txBody>
      </p:sp>
      <p:sp>
        <p:nvSpPr>
          <p:cNvPr id="46" name="Textplatzhalter 30"/>
          <p:cNvSpPr>
            <a:spLocks noGrp="1"/>
          </p:cNvSpPr>
          <p:nvPr>
            <p:ph type="body" sz="quarter" idx="38" hasCustomPrompt="1"/>
          </p:nvPr>
        </p:nvSpPr>
        <p:spPr bwMode="auto">
          <a:xfrm>
            <a:off x="1234404" y="4638976"/>
            <a:ext cx="465553" cy="450965"/>
          </a:xfrm>
          <a:prstGeom prst="rect">
            <a:avLst/>
          </a:prstGeom>
        </p:spPr>
        <p:txBody>
          <a:bodyPr lIns="36000" tIns="90000" rIns="36000" bIns="36000" anchor="ctr" anchorCtr="0">
            <a:normAutofit/>
          </a:bodyPr>
          <a:lstStyle>
            <a:lvl1pPr marL="0" indent="0" algn="ctr">
              <a:buNone/>
              <a:defRPr sz="2800">
                <a:latin typeface="Be Vietnam"/>
              </a:defRPr>
            </a:lvl1pPr>
          </a:lstStyle>
          <a:p>
            <a:pPr lvl="0">
              <a:defRPr/>
            </a:pPr>
            <a:r>
              <a:rPr lang="de-DE"/>
              <a:t>#</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PhAnim="0" preserve="1" userDrawn="1">
  <p:cSld name="offene Aufgabe">
    <p:spTree>
      <p:nvGrpSpPr>
        <p:cNvPr id="1" name=""/>
        <p:cNvGrpSpPr/>
        <p:nvPr/>
      </p:nvGrpSpPr>
      <p:grpSpPr bwMode="auto">
        <a:xfrm>
          <a:off x="0" y="0"/>
          <a:ext cx="0" cy="0"/>
          <a:chOff x="0" y="0"/>
          <a:chExt cx="0" cy="0"/>
        </a:xfrm>
      </p:grpSpPr>
      <p:sp>
        <p:nvSpPr>
          <p:cNvPr id="10" name="Inhaltsplatzhalter 3"/>
          <p:cNvSpPr>
            <a:spLocks noGrp="1"/>
          </p:cNvSpPr>
          <p:nvPr>
            <p:ph sz="quarter" idx="30" hasCustomPrompt="1"/>
          </p:nvPr>
        </p:nvSpPr>
        <p:spPr bwMode="auto">
          <a:xfrm>
            <a:off x="257901" y="226063"/>
            <a:ext cx="8628198" cy="392112"/>
          </a:xfrm>
          <a:prstGeom prst="rect">
            <a:avLst/>
          </a:prstGeom>
        </p:spPr>
        <p:txBody>
          <a:bodyPr/>
          <a:lstStyle>
            <a:lvl1pPr marL="0" marR="0" indent="0" algn="l" defTabSz="806867">
              <a:lnSpc>
                <a:spcPct val="90000"/>
              </a:lnSpc>
              <a:spcBef>
                <a:spcPts val="882"/>
              </a:spcBef>
              <a:spcAft>
                <a:spcPts val="0"/>
              </a:spcAft>
              <a:buClrTx/>
              <a:buSzTx/>
              <a:buFont typeface="Arial"/>
              <a:buNone/>
              <a:defRPr sz="1800">
                <a:latin typeface="Be Vietnam"/>
              </a:defRPr>
            </a:lvl1pPr>
          </a:lstStyle>
          <a:p>
            <a:pPr marL="0" marR="0" lvl="0" indent="0" algn="l" defTabSz="806867">
              <a:lnSpc>
                <a:spcPct val="90000"/>
              </a:lnSpc>
              <a:spcBef>
                <a:spcPts val="882"/>
              </a:spcBef>
              <a:spcAft>
                <a:spcPts val="0"/>
              </a:spcAft>
              <a:buClrTx/>
              <a:buSzTx/>
              <a:buFont typeface="Arial"/>
              <a:buNone/>
              <a:defRPr/>
            </a:pPr>
            <a:r>
              <a:rPr lang="de-DE">
                <a:ln w="0"/>
                <a:cs typeface="Calibri Light"/>
              </a:rPr>
              <a:t>Aufgabenstellung offene Aufgabe</a:t>
            </a:r>
            <a:endParaRPr/>
          </a:p>
        </p:txBody>
      </p:sp>
      <p:sp>
        <p:nvSpPr>
          <p:cNvPr id="11" name="Rechteck 10"/>
          <p:cNvSpPr/>
          <p:nvPr userDrawn="1"/>
        </p:nvSpPr>
        <p:spPr bwMode="auto">
          <a:xfrm>
            <a:off x="0" y="5579533"/>
            <a:ext cx="9144000" cy="1278467"/>
          </a:xfrm>
          <a:prstGeom prst="rect">
            <a:avLst/>
          </a:prstGeom>
          <a:solidFill>
            <a:srgbClr val="C0E1F8"/>
          </a:solidFill>
          <a:ln>
            <a:solidFill>
              <a:srgbClr val="C0E1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sz="1100">
              <a:solidFill>
                <a:schemeClr val="tx1"/>
              </a:solidFill>
              <a:latin typeface="Be Vietnam"/>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PhAnim="0" preserve="1" userDrawn="1">
  <p:cSld name="geschlossene Aufgabe">
    <p:spTree>
      <p:nvGrpSpPr>
        <p:cNvPr id="1" name=""/>
        <p:cNvGrpSpPr/>
        <p:nvPr/>
      </p:nvGrpSpPr>
      <p:grpSpPr bwMode="auto">
        <a:xfrm>
          <a:off x="0" y="0"/>
          <a:ext cx="0" cy="0"/>
          <a:chOff x="0" y="0"/>
          <a:chExt cx="0" cy="0"/>
        </a:xfrm>
      </p:grpSpPr>
      <p:sp>
        <p:nvSpPr>
          <p:cNvPr id="10" name="Inhaltsplatzhalter 3"/>
          <p:cNvSpPr>
            <a:spLocks noGrp="1"/>
          </p:cNvSpPr>
          <p:nvPr>
            <p:ph sz="quarter" idx="30" hasCustomPrompt="1"/>
          </p:nvPr>
        </p:nvSpPr>
        <p:spPr bwMode="auto">
          <a:xfrm>
            <a:off x="257901" y="226063"/>
            <a:ext cx="8628198" cy="392112"/>
          </a:xfrm>
          <a:prstGeom prst="rect">
            <a:avLst/>
          </a:prstGeom>
        </p:spPr>
        <p:txBody>
          <a:bodyPr/>
          <a:lstStyle>
            <a:lvl1pPr marL="0" marR="0" indent="0" algn="l" defTabSz="806867">
              <a:lnSpc>
                <a:spcPct val="90000"/>
              </a:lnSpc>
              <a:spcBef>
                <a:spcPts val="882"/>
              </a:spcBef>
              <a:spcAft>
                <a:spcPts val="0"/>
              </a:spcAft>
              <a:buClrTx/>
              <a:buSzTx/>
              <a:buFont typeface="Arial"/>
              <a:buNone/>
              <a:defRPr sz="1800">
                <a:latin typeface="Be Vietnam"/>
              </a:defRPr>
            </a:lvl1pPr>
          </a:lstStyle>
          <a:p>
            <a:pPr marL="0" marR="0" lvl="0" indent="0" algn="l" defTabSz="806867">
              <a:lnSpc>
                <a:spcPct val="90000"/>
              </a:lnSpc>
              <a:spcBef>
                <a:spcPts val="882"/>
              </a:spcBef>
              <a:spcAft>
                <a:spcPts val="0"/>
              </a:spcAft>
              <a:buClrTx/>
              <a:buSzTx/>
              <a:buFont typeface="Arial"/>
              <a:buNone/>
              <a:defRPr/>
            </a:pPr>
            <a:r>
              <a:rPr lang="de-DE">
                <a:ln w="0"/>
                <a:cs typeface="Calibri Light"/>
              </a:rPr>
              <a:t>Aufgabenstellung geschlossene Aufgabe</a:t>
            </a:r>
            <a:endParaRPr/>
          </a:p>
        </p:txBody>
      </p:sp>
      <p:sp>
        <p:nvSpPr>
          <p:cNvPr id="11" name="Rechteck 10"/>
          <p:cNvSpPr/>
          <p:nvPr userDrawn="1"/>
        </p:nvSpPr>
        <p:spPr bwMode="auto">
          <a:xfrm>
            <a:off x="0" y="5579533"/>
            <a:ext cx="9144000" cy="1278467"/>
          </a:xfrm>
          <a:prstGeom prst="rect">
            <a:avLst/>
          </a:prstGeom>
          <a:solidFill>
            <a:srgbClr val="C0E1F8"/>
          </a:solidFill>
          <a:ln>
            <a:solidFill>
              <a:srgbClr val="C0E1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sz="1100">
              <a:solidFill>
                <a:schemeClr val="tx1"/>
              </a:solidFill>
              <a:latin typeface="Be Vietnam"/>
            </a:endParaRPr>
          </a:p>
        </p:txBody>
      </p:sp>
      <p:sp>
        <p:nvSpPr>
          <p:cNvPr id="4" name="Textfeld 3"/>
          <p:cNvSpPr txBox="1"/>
          <p:nvPr userDrawn="1"/>
        </p:nvSpPr>
        <p:spPr bwMode="auto">
          <a:xfrm>
            <a:off x="7537450" y="6049566"/>
            <a:ext cx="1494198" cy="374571"/>
          </a:xfrm>
          <a:prstGeom prst="roundRect">
            <a:avLst>
              <a:gd name="adj" fmla="val 16667"/>
            </a:avLst>
          </a:prstGeom>
          <a:solidFill>
            <a:schemeClr val="tx2"/>
          </a:solidFill>
          <a:ln>
            <a:noFill/>
          </a:ln>
        </p:spPr>
        <p:txBody>
          <a:bodyPr wrap="square" rtlCol="0">
            <a:spAutoFit/>
          </a:bodyPr>
          <a:lstStyle/>
          <a:p>
            <a:pPr algn="ctr">
              <a:defRPr/>
            </a:pPr>
            <a:r>
              <a:rPr lang="de-DE" sz="1600">
                <a:latin typeface="Be Vietnam"/>
              </a:rPr>
              <a:t>Überprüfen</a:t>
            </a:r>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PhAnim="0" preserve="1" userDrawn="1">
  <p:cSld name="Individuelles Feedback">
    <p:spTree>
      <p:nvGrpSpPr>
        <p:cNvPr id="1" name=""/>
        <p:cNvGrpSpPr/>
        <p:nvPr/>
      </p:nvGrpSpPr>
      <p:grpSpPr bwMode="auto">
        <a:xfrm>
          <a:off x="0" y="0"/>
          <a:ext cx="0" cy="0"/>
          <a:chOff x="0" y="0"/>
          <a:chExt cx="0" cy="0"/>
        </a:xfrm>
      </p:grpSpPr>
      <p:sp>
        <p:nvSpPr>
          <p:cNvPr id="10" name="Inhaltsplatzhalter 3"/>
          <p:cNvSpPr>
            <a:spLocks noGrp="1"/>
          </p:cNvSpPr>
          <p:nvPr>
            <p:ph sz="quarter" idx="30" hasCustomPrompt="1"/>
          </p:nvPr>
        </p:nvSpPr>
        <p:spPr bwMode="auto">
          <a:xfrm>
            <a:off x="257901" y="226063"/>
            <a:ext cx="8628198" cy="392112"/>
          </a:xfrm>
          <a:prstGeom prst="rect">
            <a:avLst/>
          </a:prstGeom>
        </p:spPr>
        <p:txBody>
          <a:bodyPr/>
          <a:lstStyle>
            <a:lvl1pPr marL="0" marR="0" indent="0" algn="l" defTabSz="806867">
              <a:lnSpc>
                <a:spcPct val="90000"/>
              </a:lnSpc>
              <a:spcBef>
                <a:spcPts val="882"/>
              </a:spcBef>
              <a:spcAft>
                <a:spcPts val="0"/>
              </a:spcAft>
              <a:buClrTx/>
              <a:buSzTx/>
              <a:buFont typeface="Arial"/>
              <a:buNone/>
              <a:defRPr sz="1800">
                <a:latin typeface="Be Vietnam"/>
              </a:defRPr>
            </a:lvl1pPr>
          </a:lstStyle>
          <a:p>
            <a:pPr marL="0" marR="0" lvl="0" indent="0" algn="l" defTabSz="806867">
              <a:lnSpc>
                <a:spcPct val="90000"/>
              </a:lnSpc>
              <a:spcBef>
                <a:spcPts val="882"/>
              </a:spcBef>
              <a:spcAft>
                <a:spcPts val="0"/>
              </a:spcAft>
              <a:buClrTx/>
              <a:buSzTx/>
              <a:buFont typeface="Arial"/>
              <a:buNone/>
              <a:defRPr/>
            </a:pPr>
            <a:r>
              <a:rPr lang="de-DE">
                <a:ln w="0"/>
                <a:cs typeface="Calibri Light"/>
              </a:rPr>
              <a:t>Aufgabenstellung geschlossene Aufgabe mit Feedbackvarianten</a:t>
            </a:r>
            <a:endParaRPr/>
          </a:p>
        </p:txBody>
      </p:sp>
      <p:sp>
        <p:nvSpPr>
          <p:cNvPr id="11" name="Rechteck 10"/>
          <p:cNvSpPr/>
          <p:nvPr userDrawn="1"/>
        </p:nvSpPr>
        <p:spPr bwMode="auto">
          <a:xfrm>
            <a:off x="0" y="5579533"/>
            <a:ext cx="9144000" cy="1278467"/>
          </a:xfrm>
          <a:prstGeom prst="rect">
            <a:avLst/>
          </a:prstGeom>
          <a:solidFill>
            <a:srgbClr val="C0E1F8"/>
          </a:solidFill>
          <a:ln>
            <a:solidFill>
              <a:srgbClr val="C0E1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sz="1100">
              <a:solidFill>
                <a:schemeClr val="tx1"/>
              </a:solidFill>
              <a:latin typeface="Be Vietnam"/>
            </a:endParaRPr>
          </a:p>
        </p:txBody>
      </p:sp>
      <p:sp>
        <p:nvSpPr>
          <p:cNvPr id="4" name="Textfeld 3"/>
          <p:cNvSpPr txBox="1"/>
          <p:nvPr userDrawn="1"/>
        </p:nvSpPr>
        <p:spPr bwMode="auto">
          <a:xfrm>
            <a:off x="7537450" y="6049566"/>
            <a:ext cx="1494198" cy="374571"/>
          </a:xfrm>
          <a:prstGeom prst="roundRect">
            <a:avLst>
              <a:gd name="adj" fmla="val 16667"/>
            </a:avLst>
          </a:prstGeom>
          <a:solidFill>
            <a:schemeClr val="tx2"/>
          </a:solidFill>
          <a:ln>
            <a:noFill/>
          </a:ln>
        </p:spPr>
        <p:txBody>
          <a:bodyPr wrap="square" rtlCol="0">
            <a:spAutoFit/>
          </a:bodyPr>
          <a:lstStyle/>
          <a:p>
            <a:pPr algn="ctr">
              <a:defRPr/>
            </a:pPr>
            <a:r>
              <a:rPr lang="de-DE" sz="1600">
                <a:latin typeface="Be Vietnam"/>
              </a:rPr>
              <a:t>Überprüfen</a:t>
            </a:r>
            <a:endParaRPr/>
          </a:p>
        </p:txBody>
      </p:sp>
      <p:sp>
        <p:nvSpPr>
          <p:cNvPr id="3" name="Textplatzhalter 2"/>
          <p:cNvSpPr>
            <a:spLocks noGrp="1"/>
          </p:cNvSpPr>
          <p:nvPr>
            <p:ph type="body" sz="quarter" idx="31" hasCustomPrompt="1"/>
          </p:nvPr>
        </p:nvSpPr>
        <p:spPr bwMode="auto">
          <a:xfrm>
            <a:off x="180975" y="5954276"/>
            <a:ext cx="6727825" cy="565150"/>
          </a:xfrm>
          <a:prstGeom prst="rect">
            <a:avLst/>
          </a:prstGeom>
          <a:solidFill>
            <a:srgbClr val="FF5050"/>
          </a:solidFill>
        </p:spPr>
        <p:txBody>
          <a:bodyPr/>
          <a:lstStyle>
            <a:lvl1pPr marL="0" indent="0">
              <a:buNone/>
              <a:defRPr sz="1800">
                <a:latin typeface="Be Vietnam"/>
              </a:defRPr>
            </a:lvl1pPr>
          </a:lstStyle>
          <a:p>
            <a:pPr lvl="0">
              <a:defRPr/>
            </a:pPr>
            <a:r>
              <a:rPr lang="de-DE"/>
              <a:t>Spezifische Fehlerrückmeldungen eingeben</a:t>
            </a:r>
            <a:endParaRPr lang="en-GB"/>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PhAnim="0" preserve="1" userDrawn="1">
  <p:cSld name="Partner-Gabelung">
    <p:spTree>
      <p:nvGrpSpPr>
        <p:cNvPr id="1" name=""/>
        <p:cNvGrpSpPr/>
        <p:nvPr/>
      </p:nvGrpSpPr>
      <p:grpSpPr bwMode="auto">
        <a:xfrm>
          <a:off x="0" y="0"/>
          <a:ext cx="0" cy="0"/>
          <a:chOff x="0" y="0"/>
          <a:chExt cx="0" cy="0"/>
        </a:xfrm>
      </p:grpSpPr>
      <p:sp>
        <p:nvSpPr>
          <p:cNvPr id="10" name="Inhaltsplatzhalter 3"/>
          <p:cNvSpPr>
            <a:spLocks noGrp="1"/>
          </p:cNvSpPr>
          <p:nvPr>
            <p:ph sz="quarter" idx="30" hasCustomPrompt="1"/>
          </p:nvPr>
        </p:nvSpPr>
        <p:spPr bwMode="auto">
          <a:xfrm>
            <a:off x="257901" y="226063"/>
            <a:ext cx="8628198" cy="392112"/>
          </a:xfrm>
          <a:prstGeom prst="rect">
            <a:avLst/>
          </a:prstGeom>
        </p:spPr>
        <p:txBody>
          <a:bodyPr/>
          <a:lstStyle>
            <a:lvl1pPr marL="0" marR="0" indent="0" algn="l" defTabSz="806867">
              <a:lnSpc>
                <a:spcPct val="90000"/>
              </a:lnSpc>
              <a:spcBef>
                <a:spcPts val="882"/>
              </a:spcBef>
              <a:spcAft>
                <a:spcPts val="0"/>
              </a:spcAft>
              <a:buClrTx/>
              <a:buSzTx/>
              <a:buFont typeface="Arial"/>
              <a:buNone/>
              <a:defRPr sz="1800">
                <a:latin typeface="Be Vietnam"/>
              </a:defRPr>
            </a:lvl1pPr>
          </a:lstStyle>
          <a:p>
            <a:pPr marL="0" marR="0" lvl="0" indent="0" algn="l" defTabSz="806867">
              <a:lnSpc>
                <a:spcPct val="90000"/>
              </a:lnSpc>
              <a:spcBef>
                <a:spcPts val="882"/>
              </a:spcBef>
              <a:spcAft>
                <a:spcPts val="0"/>
              </a:spcAft>
              <a:buClrTx/>
              <a:buSzTx/>
              <a:buFont typeface="Arial"/>
              <a:buNone/>
              <a:defRPr/>
            </a:pPr>
            <a:r>
              <a:rPr lang="de-DE">
                <a:ln w="0"/>
                <a:cs typeface="Calibri Light"/>
              </a:rPr>
              <a:t>Gabelung Partnerarbeit</a:t>
            </a:r>
            <a:endParaRPr/>
          </a:p>
        </p:txBody>
      </p:sp>
      <p:sp>
        <p:nvSpPr>
          <p:cNvPr id="11" name="Rechteck 10"/>
          <p:cNvSpPr/>
          <p:nvPr userDrawn="1"/>
        </p:nvSpPr>
        <p:spPr bwMode="auto">
          <a:xfrm>
            <a:off x="0" y="5579533"/>
            <a:ext cx="9144000" cy="1278467"/>
          </a:xfrm>
          <a:prstGeom prst="rect">
            <a:avLst/>
          </a:prstGeom>
          <a:solidFill>
            <a:srgbClr val="C0E1F8"/>
          </a:solidFill>
          <a:ln>
            <a:solidFill>
              <a:srgbClr val="C0E1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sz="1100">
              <a:solidFill>
                <a:schemeClr val="tx1"/>
              </a:solidFill>
              <a:latin typeface="Be Vietnam"/>
            </a:endParaRPr>
          </a:p>
        </p:txBody>
      </p:sp>
      <p:sp>
        <p:nvSpPr>
          <p:cNvPr id="5" name="Textplatzhalter 4"/>
          <p:cNvSpPr>
            <a:spLocks noGrp="1"/>
          </p:cNvSpPr>
          <p:nvPr>
            <p:ph type="body" sz="quarter" idx="34" hasCustomPrompt="1"/>
          </p:nvPr>
        </p:nvSpPr>
        <p:spPr bwMode="auto">
          <a:xfrm>
            <a:off x="2111375" y="2343150"/>
            <a:ext cx="2063750" cy="641350"/>
          </a:xfrm>
          <a:prstGeom prst="rect">
            <a:avLst/>
          </a:prstGeom>
        </p:spPr>
        <p:txBody>
          <a:bodyPr/>
          <a:lstStyle>
            <a:lvl1pPr marL="0" indent="0" algn="ctr">
              <a:buNone/>
              <a:defRPr sz="1800">
                <a:latin typeface="+mj-lt"/>
              </a:defRPr>
            </a:lvl1pPr>
          </a:lstStyle>
          <a:p>
            <a:pPr lvl="0">
              <a:defRPr/>
            </a:pPr>
            <a:r>
              <a:rPr lang="de-DE"/>
              <a:t>Partnerkind 1</a:t>
            </a:r>
            <a:endParaRPr lang="en-GB"/>
          </a:p>
        </p:txBody>
      </p:sp>
      <p:sp>
        <p:nvSpPr>
          <p:cNvPr id="12" name="Textplatzhalter 4"/>
          <p:cNvSpPr>
            <a:spLocks noGrp="1"/>
          </p:cNvSpPr>
          <p:nvPr>
            <p:ph type="body" sz="quarter" idx="35" hasCustomPrompt="1"/>
          </p:nvPr>
        </p:nvSpPr>
        <p:spPr bwMode="auto">
          <a:xfrm>
            <a:off x="4441825" y="2343150"/>
            <a:ext cx="2063750" cy="641350"/>
          </a:xfrm>
          <a:prstGeom prst="rect">
            <a:avLst/>
          </a:prstGeom>
        </p:spPr>
        <p:txBody>
          <a:bodyPr/>
          <a:lstStyle>
            <a:lvl1pPr marL="0" indent="0" algn="ctr">
              <a:buNone/>
              <a:defRPr sz="1800">
                <a:latin typeface="+mj-lt"/>
              </a:defRPr>
            </a:lvl1pPr>
          </a:lstStyle>
          <a:p>
            <a:pPr lvl="0">
              <a:defRPr/>
            </a:pPr>
            <a:r>
              <a:rPr lang="de-DE"/>
              <a:t>Partnerkind 2</a:t>
            </a:r>
            <a:endParaRPr lang="en-GB"/>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PhAnim="0" preserve="1" userDrawn="1">
  <p:cSld name="Partnerkind1">
    <p:spTree>
      <p:nvGrpSpPr>
        <p:cNvPr id="1" name=""/>
        <p:cNvGrpSpPr/>
        <p:nvPr/>
      </p:nvGrpSpPr>
      <p:grpSpPr bwMode="auto">
        <a:xfrm>
          <a:off x="0" y="0"/>
          <a:ext cx="0" cy="0"/>
          <a:chOff x="0" y="0"/>
          <a:chExt cx="0" cy="0"/>
        </a:xfrm>
      </p:grpSpPr>
      <p:sp>
        <p:nvSpPr>
          <p:cNvPr id="10" name="Inhaltsplatzhalter 3"/>
          <p:cNvSpPr>
            <a:spLocks noGrp="1"/>
          </p:cNvSpPr>
          <p:nvPr>
            <p:ph sz="quarter" idx="30" hasCustomPrompt="1"/>
          </p:nvPr>
        </p:nvSpPr>
        <p:spPr bwMode="auto">
          <a:xfrm>
            <a:off x="257901" y="226063"/>
            <a:ext cx="8628198" cy="392112"/>
          </a:xfrm>
          <a:prstGeom prst="rect">
            <a:avLst/>
          </a:prstGeom>
        </p:spPr>
        <p:txBody>
          <a:bodyPr/>
          <a:lstStyle>
            <a:lvl1pPr marL="0" marR="0" indent="0" algn="l" defTabSz="806867">
              <a:lnSpc>
                <a:spcPct val="90000"/>
              </a:lnSpc>
              <a:spcBef>
                <a:spcPts val="882"/>
              </a:spcBef>
              <a:spcAft>
                <a:spcPts val="0"/>
              </a:spcAft>
              <a:buClrTx/>
              <a:buSzTx/>
              <a:buFont typeface="Arial"/>
              <a:buNone/>
              <a:defRPr sz="1800">
                <a:latin typeface="Be Vietnam"/>
              </a:defRPr>
            </a:lvl1pPr>
          </a:lstStyle>
          <a:p>
            <a:pPr marL="0" marR="0" lvl="0" indent="0" algn="l" defTabSz="806867">
              <a:lnSpc>
                <a:spcPct val="90000"/>
              </a:lnSpc>
              <a:spcBef>
                <a:spcPts val="882"/>
              </a:spcBef>
              <a:spcAft>
                <a:spcPts val="0"/>
              </a:spcAft>
              <a:buClrTx/>
              <a:buSzTx/>
              <a:buFont typeface="Arial"/>
              <a:buNone/>
              <a:defRPr/>
            </a:pPr>
            <a:r>
              <a:rPr lang="de-DE">
                <a:ln w="0"/>
                <a:cs typeface="Calibri Light"/>
              </a:rPr>
              <a:t>Partnerkind 1</a:t>
            </a:r>
            <a:endParaRPr/>
          </a:p>
        </p:txBody>
      </p:sp>
      <p:sp>
        <p:nvSpPr>
          <p:cNvPr id="11" name="Rechteck 10"/>
          <p:cNvSpPr/>
          <p:nvPr userDrawn="1"/>
        </p:nvSpPr>
        <p:spPr bwMode="auto">
          <a:xfrm>
            <a:off x="0" y="5579533"/>
            <a:ext cx="9144000" cy="1278467"/>
          </a:xfrm>
          <a:prstGeom prst="rect">
            <a:avLst/>
          </a:prstGeom>
          <a:solidFill>
            <a:srgbClr val="C0E1F8"/>
          </a:solidFill>
          <a:ln>
            <a:solidFill>
              <a:srgbClr val="C0E1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sz="1100">
              <a:solidFill>
                <a:schemeClr val="tx1"/>
              </a:solidFill>
              <a:latin typeface="Be Vietnam"/>
            </a:endParaRPr>
          </a:p>
        </p:txBody>
      </p:sp>
      <p:sp>
        <p:nvSpPr>
          <p:cNvPr id="2" name="Textfeld 1"/>
          <p:cNvSpPr txBox="1"/>
          <p:nvPr userDrawn="1"/>
        </p:nvSpPr>
        <p:spPr bwMode="auto">
          <a:xfrm>
            <a:off x="7334250" y="41397"/>
            <a:ext cx="1809750" cy="369332"/>
          </a:xfrm>
          <a:prstGeom prst="rect">
            <a:avLst/>
          </a:prstGeom>
          <a:noFill/>
        </p:spPr>
        <p:txBody>
          <a:bodyPr wrap="square" rtlCol="0">
            <a:spAutoFit/>
          </a:bodyPr>
          <a:lstStyle/>
          <a:p>
            <a:pPr>
              <a:defRPr/>
            </a:pPr>
            <a:r>
              <a:rPr lang="de-DE"/>
              <a:t>Partnerkind 1</a:t>
            </a:r>
            <a:endParaRPr lang="en-GB"/>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PhAnim="0" preserve="1" userDrawn="1">
  <p:cSld name="Partnerkind2">
    <p:spTree>
      <p:nvGrpSpPr>
        <p:cNvPr id="1" name=""/>
        <p:cNvGrpSpPr/>
        <p:nvPr/>
      </p:nvGrpSpPr>
      <p:grpSpPr bwMode="auto">
        <a:xfrm>
          <a:off x="0" y="0"/>
          <a:ext cx="0" cy="0"/>
          <a:chOff x="0" y="0"/>
          <a:chExt cx="0" cy="0"/>
        </a:xfrm>
      </p:grpSpPr>
      <p:sp>
        <p:nvSpPr>
          <p:cNvPr id="10" name="Inhaltsplatzhalter 3"/>
          <p:cNvSpPr>
            <a:spLocks noGrp="1"/>
          </p:cNvSpPr>
          <p:nvPr>
            <p:ph sz="quarter" idx="30" hasCustomPrompt="1"/>
          </p:nvPr>
        </p:nvSpPr>
        <p:spPr bwMode="auto">
          <a:xfrm>
            <a:off x="257901" y="226063"/>
            <a:ext cx="8628198" cy="392112"/>
          </a:xfrm>
          <a:prstGeom prst="rect">
            <a:avLst/>
          </a:prstGeom>
        </p:spPr>
        <p:txBody>
          <a:bodyPr/>
          <a:lstStyle>
            <a:lvl1pPr marL="0" marR="0" indent="0" algn="l" defTabSz="806867">
              <a:lnSpc>
                <a:spcPct val="90000"/>
              </a:lnSpc>
              <a:spcBef>
                <a:spcPts val="882"/>
              </a:spcBef>
              <a:spcAft>
                <a:spcPts val="0"/>
              </a:spcAft>
              <a:buClrTx/>
              <a:buSzTx/>
              <a:buFont typeface="Arial"/>
              <a:buNone/>
              <a:defRPr sz="1800">
                <a:latin typeface="Be Vietnam"/>
              </a:defRPr>
            </a:lvl1pPr>
          </a:lstStyle>
          <a:p>
            <a:pPr marL="0" marR="0" lvl="0" indent="0" algn="l" defTabSz="806867">
              <a:lnSpc>
                <a:spcPct val="90000"/>
              </a:lnSpc>
              <a:spcBef>
                <a:spcPts val="882"/>
              </a:spcBef>
              <a:spcAft>
                <a:spcPts val="0"/>
              </a:spcAft>
              <a:buClrTx/>
              <a:buSzTx/>
              <a:buFont typeface="Arial"/>
              <a:buNone/>
              <a:defRPr/>
            </a:pPr>
            <a:r>
              <a:rPr lang="de-DE">
                <a:ln w="0"/>
                <a:cs typeface="Calibri Light"/>
              </a:rPr>
              <a:t>Partnerkind 2</a:t>
            </a:r>
            <a:endParaRPr/>
          </a:p>
        </p:txBody>
      </p:sp>
      <p:sp>
        <p:nvSpPr>
          <p:cNvPr id="11" name="Rechteck 10"/>
          <p:cNvSpPr/>
          <p:nvPr userDrawn="1"/>
        </p:nvSpPr>
        <p:spPr bwMode="auto">
          <a:xfrm>
            <a:off x="0" y="5579533"/>
            <a:ext cx="9144000" cy="1278467"/>
          </a:xfrm>
          <a:prstGeom prst="rect">
            <a:avLst/>
          </a:prstGeom>
          <a:solidFill>
            <a:srgbClr val="C0E1F8"/>
          </a:solidFill>
          <a:ln>
            <a:solidFill>
              <a:srgbClr val="C0E1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sz="1100">
              <a:solidFill>
                <a:schemeClr val="tx1"/>
              </a:solidFill>
              <a:latin typeface="Be Vietnam"/>
            </a:endParaRPr>
          </a:p>
        </p:txBody>
      </p:sp>
      <p:sp>
        <p:nvSpPr>
          <p:cNvPr id="2" name="Textfeld 1"/>
          <p:cNvSpPr txBox="1"/>
          <p:nvPr userDrawn="1"/>
        </p:nvSpPr>
        <p:spPr bwMode="auto">
          <a:xfrm>
            <a:off x="7334250" y="41397"/>
            <a:ext cx="1809750" cy="369332"/>
          </a:xfrm>
          <a:prstGeom prst="rect">
            <a:avLst/>
          </a:prstGeom>
          <a:noFill/>
        </p:spPr>
        <p:txBody>
          <a:bodyPr wrap="square" rtlCol="0">
            <a:spAutoFit/>
          </a:bodyPr>
          <a:lstStyle/>
          <a:p>
            <a:pPr>
              <a:defRPr/>
            </a:pPr>
            <a:r>
              <a:rPr lang="de-DE"/>
              <a:t>Partnerkind 2</a:t>
            </a:r>
            <a:endParaRPr lang="en-GB"/>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PhAnim="0" preserve="1" userDrawn="1">
  <p:cSld name="Differenzierungsauswahl">
    <p:spTree>
      <p:nvGrpSpPr>
        <p:cNvPr id="1" name=""/>
        <p:cNvGrpSpPr/>
        <p:nvPr/>
      </p:nvGrpSpPr>
      <p:grpSpPr bwMode="auto">
        <a:xfrm>
          <a:off x="0" y="0"/>
          <a:ext cx="0" cy="0"/>
          <a:chOff x="0" y="0"/>
          <a:chExt cx="0" cy="0"/>
        </a:xfrm>
      </p:grpSpPr>
      <p:sp>
        <p:nvSpPr>
          <p:cNvPr id="10" name="Inhaltsplatzhalter 3"/>
          <p:cNvSpPr>
            <a:spLocks noGrp="1"/>
          </p:cNvSpPr>
          <p:nvPr>
            <p:ph sz="quarter" idx="30" hasCustomPrompt="1"/>
          </p:nvPr>
        </p:nvSpPr>
        <p:spPr bwMode="auto">
          <a:xfrm>
            <a:off x="257901" y="226063"/>
            <a:ext cx="8628198" cy="392112"/>
          </a:xfrm>
          <a:prstGeom prst="rect">
            <a:avLst/>
          </a:prstGeom>
        </p:spPr>
        <p:txBody>
          <a:bodyPr/>
          <a:lstStyle>
            <a:lvl1pPr marL="0" marR="0" indent="0" algn="l" defTabSz="806867">
              <a:lnSpc>
                <a:spcPct val="90000"/>
              </a:lnSpc>
              <a:spcBef>
                <a:spcPts val="882"/>
              </a:spcBef>
              <a:spcAft>
                <a:spcPts val="0"/>
              </a:spcAft>
              <a:buClrTx/>
              <a:buSzTx/>
              <a:buFont typeface="Arial"/>
              <a:buNone/>
              <a:defRPr sz="1800">
                <a:latin typeface="Be Vietnam"/>
              </a:defRPr>
            </a:lvl1pPr>
          </a:lstStyle>
          <a:p>
            <a:pPr marL="0" marR="0" lvl="0" indent="0" algn="l" defTabSz="806867">
              <a:lnSpc>
                <a:spcPct val="90000"/>
              </a:lnSpc>
              <a:spcBef>
                <a:spcPts val="882"/>
              </a:spcBef>
              <a:spcAft>
                <a:spcPts val="0"/>
              </a:spcAft>
              <a:buClrTx/>
              <a:buSzTx/>
              <a:buFont typeface="Arial"/>
              <a:buNone/>
              <a:defRPr/>
            </a:pPr>
            <a:r>
              <a:rPr lang="de-DE">
                <a:ln w="0"/>
                <a:cs typeface="Calibri Light"/>
              </a:rPr>
              <a:t>Differenzierungsfolie</a:t>
            </a:r>
            <a:endParaRPr/>
          </a:p>
        </p:txBody>
      </p:sp>
      <p:sp>
        <p:nvSpPr>
          <p:cNvPr id="11" name="Rechteck 10"/>
          <p:cNvSpPr/>
          <p:nvPr userDrawn="1"/>
        </p:nvSpPr>
        <p:spPr bwMode="auto">
          <a:xfrm>
            <a:off x="0" y="5579533"/>
            <a:ext cx="9144000" cy="1278467"/>
          </a:xfrm>
          <a:prstGeom prst="rect">
            <a:avLst/>
          </a:prstGeom>
          <a:solidFill>
            <a:srgbClr val="C0E1F8"/>
          </a:solidFill>
          <a:ln>
            <a:solidFill>
              <a:srgbClr val="C0E1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sz="1100">
              <a:solidFill>
                <a:schemeClr val="tx1"/>
              </a:solidFill>
              <a:latin typeface="Be Vietnam"/>
            </a:endParaRPr>
          </a:p>
        </p:txBody>
      </p:sp>
      <p:sp>
        <p:nvSpPr>
          <p:cNvPr id="3" name="Bildplatzhalter 2"/>
          <p:cNvSpPr>
            <a:spLocks noGrp="1"/>
          </p:cNvSpPr>
          <p:nvPr>
            <p:ph type="pic" sz="quarter" idx="31" hasCustomPrompt="1"/>
          </p:nvPr>
        </p:nvSpPr>
        <p:spPr bwMode="auto">
          <a:xfrm>
            <a:off x="1136650" y="1543050"/>
            <a:ext cx="1993900" cy="2362199"/>
          </a:xfrm>
          <a:prstGeom prst="rect">
            <a:avLst/>
          </a:prstGeom>
        </p:spPr>
        <p:txBody>
          <a:bodyPr/>
          <a:lstStyle>
            <a:lvl1pPr marL="0" indent="0">
              <a:buNone/>
              <a:defRPr/>
            </a:lvl1pPr>
          </a:lstStyle>
          <a:p>
            <a:pPr>
              <a:defRPr/>
            </a:pPr>
            <a:r>
              <a:rPr lang="de-DE"/>
              <a:t>Basisstufe</a:t>
            </a:r>
            <a:endParaRPr lang="en-GB"/>
          </a:p>
        </p:txBody>
      </p:sp>
      <p:sp>
        <p:nvSpPr>
          <p:cNvPr id="6" name="Bildplatzhalter 2"/>
          <p:cNvSpPr>
            <a:spLocks noGrp="1"/>
          </p:cNvSpPr>
          <p:nvPr>
            <p:ph type="pic" sz="quarter" idx="32" hasCustomPrompt="1"/>
          </p:nvPr>
        </p:nvSpPr>
        <p:spPr bwMode="auto">
          <a:xfrm>
            <a:off x="3467100" y="1543050"/>
            <a:ext cx="1993900" cy="2362199"/>
          </a:xfrm>
          <a:prstGeom prst="rect">
            <a:avLst/>
          </a:prstGeom>
        </p:spPr>
        <p:txBody>
          <a:bodyPr/>
          <a:lstStyle>
            <a:lvl1pPr marL="0" indent="0">
              <a:buNone/>
              <a:defRPr/>
            </a:lvl1pPr>
          </a:lstStyle>
          <a:p>
            <a:pPr>
              <a:defRPr/>
            </a:pPr>
            <a:r>
              <a:rPr lang="de-DE"/>
              <a:t>Regelstufe</a:t>
            </a:r>
            <a:endParaRPr lang="en-GB"/>
          </a:p>
        </p:txBody>
      </p:sp>
      <p:sp>
        <p:nvSpPr>
          <p:cNvPr id="7" name="Bildplatzhalter 2"/>
          <p:cNvSpPr>
            <a:spLocks noGrp="1"/>
          </p:cNvSpPr>
          <p:nvPr>
            <p:ph type="pic" sz="quarter" idx="33" hasCustomPrompt="1"/>
          </p:nvPr>
        </p:nvSpPr>
        <p:spPr bwMode="auto">
          <a:xfrm>
            <a:off x="5797550" y="1543050"/>
            <a:ext cx="1993900" cy="2362199"/>
          </a:xfrm>
          <a:prstGeom prst="rect">
            <a:avLst/>
          </a:prstGeom>
        </p:spPr>
        <p:txBody>
          <a:bodyPr/>
          <a:lstStyle>
            <a:lvl1pPr marL="0" indent="0">
              <a:buNone/>
              <a:defRPr/>
            </a:lvl1pPr>
          </a:lstStyle>
          <a:p>
            <a:pPr>
              <a:defRPr/>
            </a:pPr>
            <a:r>
              <a:rPr lang="de-DE"/>
              <a:t>Erweiterungsstufe</a:t>
            </a:r>
            <a:endParaRPr lang="en-GB"/>
          </a:p>
        </p:txBody>
      </p:sp>
      <p:sp>
        <p:nvSpPr>
          <p:cNvPr id="5" name="Textplatzhalter 4"/>
          <p:cNvSpPr>
            <a:spLocks noGrp="1"/>
          </p:cNvSpPr>
          <p:nvPr>
            <p:ph type="body" sz="quarter" idx="34" hasCustomPrompt="1"/>
          </p:nvPr>
        </p:nvSpPr>
        <p:spPr bwMode="auto">
          <a:xfrm>
            <a:off x="1101725" y="4076699"/>
            <a:ext cx="2063750" cy="641350"/>
          </a:xfrm>
          <a:prstGeom prst="rect">
            <a:avLst/>
          </a:prstGeom>
        </p:spPr>
        <p:txBody>
          <a:bodyPr/>
          <a:lstStyle>
            <a:lvl1pPr marL="0" indent="0" algn="ctr">
              <a:buNone/>
              <a:defRPr sz="1800">
                <a:latin typeface="+mj-lt"/>
              </a:defRPr>
            </a:lvl1pPr>
          </a:lstStyle>
          <a:p>
            <a:pPr lvl="0">
              <a:defRPr/>
            </a:pPr>
            <a:r>
              <a:rPr lang="de-DE"/>
              <a:t>Beschreibung</a:t>
            </a:r>
            <a:endParaRPr lang="en-GB"/>
          </a:p>
        </p:txBody>
      </p:sp>
      <p:sp>
        <p:nvSpPr>
          <p:cNvPr id="12" name="Textplatzhalter 4"/>
          <p:cNvSpPr>
            <a:spLocks noGrp="1"/>
          </p:cNvSpPr>
          <p:nvPr>
            <p:ph type="body" sz="quarter" idx="35" hasCustomPrompt="1"/>
          </p:nvPr>
        </p:nvSpPr>
        <p:spPr bwMode="auto">
          <a:xfrm>
            <a:off x="3432175" y="4076699"/>
            <a:ext cx="2063750" cy="641350"/>
          </a:xfrm>
          <a:prstGeom prst="rect">
            <a:avLst/>
          </a:prstGeom>
        </p:spPr>
        <p:txBody>
          <a:bodyPr/>
          <a:lstStyle>
            <a:lvl1pPr marL="0" indent="0" algn="ctr">
              <a:buNone/>
              <a:defRPr sz="1800">
                <a:latin typeface="+mj-lt"/>
              </a:defRPr>
            </a:lvl1pPr>
          </a:lstStyle>
          <a:p>
            <a:pPr lvl="0">
              <a:defRPr/>
            </a:pPr>
            <a:r>
              <a:rPr lang="de-DE"/>
              <a:t>Beschreibung</a:t>
            </a:r>
            <a:endParaRPr lang="en-GB"/>
          </a:p>
        </p:txBody>
      </p:sp>
      <p:sp>
        <p:nvSpPr>
          <p:cNvPr id="13" name="Textplatzhalter 4"/>
          <p:cNvSpPr>
            <a:spLocks noGrp="1"/>
          </p:cNvSpPr>
          <p:nvPr>
            <p:ph type="body" sz="quarter" idx="36" hasCustomPrompt="1"/>
          </p:nvPr>
        </p:nvSpPr>
        <p:spPr bwMode="auto">
          <a:xfrm>
            <a:off x="5762625" y="4076699"/>
            <a:ext cx="2063750" cy="641350"/>
          </a:xfrm>
          <a:prstGeom prst="rect">
            <a:avLst/>
          </a:prstGeom>
        </p:spPr>
        <p:txBody>
          <a:bodyPr/>
          <a:lstStyle>
            <a:lvl1pPr marL="0" indent="0" algn="ctr">
              <a:buNone/>
              <a:defRPr sz="1800">
                <a:latin typeface="+mj-lt"/>
              </a:defRPr>
            </a:lvl1pPr>
          </a:lstStyle>
          <a:p>
            <a:pPr lvl="0">
              <a:defRPr/>
            </a:pPr>
            <a:r>
              <a:rPr lang="de-DE"/>
              <a:t>Beschreibung</a:t>
            </a:r>
            <a:endParaRPr lang="en-GB"/>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PhAnim="0" preserve="1" userDrawn="1">
  <p:cSld name="DifferenzierungsauswahlmitRAKETE">
    <p:spTree>
      <p:nvGrpSpPr>
        <p:cNvPr id="1" name=""/>
        <p:cNvGrpSpPr/>
        <p:nvPr/>
      </p:nvGrpSpPr>
      <p:grpSpPr bwMode="auto">
        <a:xfrm>
          <a:off x="0" y="0"/>
          <a:ext cx="0" cy="0"/>
          <a:chOff x="0" y="0"/>
          <a:chExt cx="0" cy="0"/>
        </a:xfrm>
      </p:grpSpPr>
      <p:sp>
        <p:nvSpPr>
          <p:cNvPr id="10" name="Inhaltsplatzhalter 3"/>
          <p:cNvSpPr>
            <a:spLocks noGrp="1"/>
          </p:cNvSpPr>
          <p:nvPr>
            <p:ph sz="quarter" idx="30" hasCustomPrompt="1"/>
          </p:nvPr>
        </p:nvSpPr>
        <p:spPr bwMode="auto">
          <a:xfrm>
            <a:off x="257901" y="226063"/>
            <a:ext cx="8628198" cy="392112"/>
          </a:xfrm>
          <a:prstGeom prst="rect">
            <a:avLst/>
          </a:prstGeom>
        </p:spPr>
        <p:txBody>
          <a:bodyPr/>
          <a:lstStyle>
            <a:lvl1pPr marL="0" marR="0" indent="0" algn="l" defTabSz="806867">
              <a:lnSpc>
                <a:spcPct val="90000"/>
              </a:lnSpc>
              <a:spcBef>
                <a:spcPts val="882"/>
              </a:spcBef>
              <a:spcAft>
                <a:spcPts val="0"/>
              </a:spcAft>
              <a:buClrTx/>
              <a:buSzTx/>
              <a:buFont typeface="Arial"/>
              <a:buNone/>
              <a:defRPr sz="1800">
                <a:latin typeface="Be Vietnam"/>
              </a:defRPr>
            </a:lvl1pPr>
          </a:lstStyle>
          <a:p>
            <a:pPr marL="0" marR="0" lvl="0" indent="0" algn="l" defTabSz="806867">
              <a:lnSpc>
                <a:spcPct val="90000"/>
              </a:lnSpc>
              <a:spcBef>
                <a:spcPts val="882"/>
              </a:spcBef>
              <a:spcAft>
                <a:spcPts val="0"/>
              </a:spcAft>
              <a:buClrTx/>
              <a:buSzTx/>
              <a:buFont typeface="Arial"/>
              <a:buNone/>
              <a:defRPr/>
            </a:pPr>
            <a:r>
              <a:rPr lang="de-DE">
                <a:ln w="0"/>
                <a:cs typeface="Calibri Light"/>
              </a:rPr>
              <a:t>Differenzierungsfolie mit Rakete</a:t>
            </a:r>
            <a:endParaRPr/>
          </a:p>
        </p:txBody>
      </p:sp>
      <p:sp>
        <p:nvSpPr>
          <p:cNvPr id="11" name="Rechteck 10"/>
          <p:cNvSpPr/>
          <p:nvPr userDrawn="1"/>
        </p:nvSpPr>
        <p:spPr bwMode="auto">
          <a:xfrm>
            <a:off x="0" y="5579533"/>
            <a:ext cx="9144000" cy="1278467"/>
          </a:xfrm>
          <a:prstGeom prst="rect">
            <a:avLst/>
          </a:prstGeom>
          <a:solidFill>
            <a:srgbClr val="C0E1F8"/>
          </a:solidFill>
          <a:ln>
            <a:solidFill>
              <a:srgbClr val="C0E1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sz="1100">
              <a:solidFill>
                <a:schemeClr val="tx1"/>
              </a:solidFill>
              <a:latin typeface="Be Vietnam"/>
            </a:endParaRPr>
          </a:p>
        </p:txBody>
      </p:sp>
      <p:sp>
        <p:nvSpPr>
          <p:cNvPr id="3" name="Bildplatzhalter 2"/>
          <p:cNvSpPr>
            <a:spLocks noGrp="1"/>
          </p:cNvSpPr>
          <p:nvPr>
            <p:ph type="pic" sz="quarter" idx="31" hasCustomPrompt="1"/>
          </p:nvPr>
        </p:nvSpPr>
        <p:spPr bwMode="auto">
          <a:xfrm>
            <a:off x="438149" y="1466958"/>
            <a:ext cx="1993900" cy="2362199"/>
          </a:xfrm>
          <a:prstGeom prst="rect">
            <a:avLst/>
          </a:prstGeom>
        </p:spPr>
        <p:txBody>
          <a:bodyPr/>
          <a:lstStyle>
            <a:lvl1pPr marL="0" indent="0">
              <a:buNone/>
              <a:defRPr sz="2000"/>
            </a:lvl1pPr>
          </a:lstStyle>
          <a:p>
            <a:pPr>
              <a:defRPr/>
            </a:pPr>
            <a:r>
              <a:rPr lang="de-DE"/>
              <a:t>Basisstufe</a:t>
            </a:r>
            <a:endParaRPr lang="en-GB"/>
          </a:p>
        </p:txBody>
      </p:sp>
      <p:sp>
        <p:nvSpPr>
          <p:cNvPr id="6" name="Bildplatzhalter 2"/>
          <p:cNvSpPr>
            <a:spLocks noGrp="1"/>
          </p:cNvSpPr>
          <p:nvPr>
            <p:ph type="pic" sz="quarter" idx="32" hasCustomPrompt="1"/>
          </p:nvPr>
        </p:nvSpPr>
        <p:spPr bwMode="auto">
          <a:xfrm>
            <a:off x="2768600" y="1466958"/>
            <a:ext cx="1993900" cy="2362199"/>
          </a:xfrm>
          <a:prstGeom prst="rect">
            <a:avLst/>
          </a:prstGeom>
        </p:spPr>
        <p:txBody>
          <a:bodyPr/>
          <a:lstStyle>
            <a:lvl1pPr marL="0" indent="0">
              <a:buNone/>
              <a:defRPr sz="1800"/>
            </a:lvl1pPr>
          </a:lstStyle>
          <a:p>
            <a:pPr>
              <a:defRPr/>
            </a:pPr>
            <a:r>
              <a:rPr lang="de-DE"/>
              <a:t>Regelstufe</a:t>
            </a:r>
            <a:endParaRPr lang="en-GB"/>
          </a:p>
        </p:txBody>
      </p:sp>
      <p:sp>
        <p:nvSpPr>
          <p:cNvPr id="7" name="Bildplatzhalter 2"/>
          <p:cNvSpPr>
            <a:spLocks noGrp="1"/>
          </p:cNvSpPr>
          <p:nvPr>
            <p:ph type="pic" sz="quarter" idx="33" hasCustomPrompt="1"/>
          </p:nvPr>
        </p:nvSpPr>
        <p:spPr bwMode="auto">
          <a:xfrm>
            <a:off x="5099050" y="1466958"/>
            <a:ext cx="1993900" cy="2362199"/>
          </a:xfrm>
          <a:prstGeom prst="rect">
            <a:avLst/>
          </a:prstGeom>
        </p:spPr>
        <p:txBody>
          <a:bodyPr/>
          <a:lstStyle>
            <a:lvl1pPr marL="0" indent="0">
              <a:buNone/>
              <a:defRPr sz="1400"/>
            </a:lvl1pPr>
          </a:lstStyle>
          <a:p>
            <a:pPr>
              <a:defRPr/>
            </a:pPr>
            <a:r>
              <a:rPr lang="de-DE"/>
              <a:t>Erweiterungsstufe</a:t>
            </a:r>
            <a:endParaRPr lang="en-GB"/>
          </a:p>
        </p:txBody>
      </p:sp>
      <p:sp>
        <p:nvSpPr>
          <p:cNvPr id="5" name="Textplatzhalter 4"/>
          <p:cNvSpPr>
            <a:spLocks noGrp="1"/>
          </p:cNvSpPr>
          <p:nvPr>
            <p:ph type="body" sz="quarter" idx="34" hasCustomPrompt="1"/>
          </p:nvPr>
        </p:nvSpPr>
        <p:spPr bwMode="auto">
          <a:xfrm>
            <a:off x="403225" y="4000608"/>
            <a:ext cx="2063750" cy="641350"/>
          </a:xfrm>
          <a:prstGeom prst="rect">
            <a:avLst/>
          </a:prstGeom>
        </p:spPr>
        <p:txBody>
          <a:bodyPr/>
          <a:lstStyle>
            <a:lvl1pPr marL="0" indent="0" algn="ctr">
              <a:buNone/>
              <a:defRPr sz="1800">
                <a:latin typeface="+mj-lt"/>
              </a:defRPr>
            </a:lvl1pPr>
          </a:lstStyle>
          <a:p>
            <a:pPr lvl="0">
              <a:defRPr/>
            </a:pPr>
            <a:r>
              <a:rPr lang="de-DE"/>
              <a:t>Beschreibung</a:t>
            </a:r>
            <a:endParaRPr lang="en-GB"/>
          </a:p>
        </p:txBody>
      </p:sp>
      <p:sp>
        <p:nvSpPr>
          <p:cNvPr id="12" name="Textplatzhalter 4"/>
          <p:cNvSpPr>
            <a:spLocks noGrp="1"/>
          </p:cNvSpPr>
          <p:nvPr>
            <p:ph type="body" sz="quarter" idx="35" hasCustomPrompt="1"/>
          </p:nvPr>
        </p:nvSpPr>
        <p:spPr bwMode="auto">
          <a:xfrm>
            <a:off x="2733675" y="4000608"/>
            <a:ext cx="2063750" cy="641350"/>
          </a:xfrm>
          <a:prstGeom prst="rect">
            <a:avLst/>
          </a:prstGeom>
        </p:spPr>
        <p:txBody>
          <a:bodyPr/>
          <a:lstStyle>
            <a:lvl1pPr marL="0" indent="0" algn="ctr">
              <a:buNone/>
              <a:defRPr sz="1800">
                <a:latin typeface="+mj-lt"/>
              </a:defRPr>
            </a:lvl1pPr>
          </a:lstStyle>
          <a:p>
            <a:pPr lvl="0">
              <a:defRPr/>
            </a:pPr>
            <a:r>
              <a:rPr lang="de-DE"/>
              <a:t>Beschreibung</a:t>
            </a:r>
            <a:endParaRPr lang="en-GB"/>
          </a:p>
        </p:txBody>
      </p:sp>
      <p:sp>
        <p:nvSpPr>
          <p:cNvPr id="13" name="Textplatzhalter 4"/>
          <p:cNvSpPr>
            <a:spLocks noGrp="1"/>
          </p:cNvSpPr>
          <p:nvPr>
            <p:ph type="body" sz="quarter" idx="36" hasCustomPrompt="1"/>
          </p:nvPr>
        </p:nvSpPr>
        <p:spPr bwMode="auto">
          <a:xfrm>
            <a:off x="5064125" y="4000608"/>
            <a:ext cx="2063750" cy="641350"/>
          </a:xfrm>
          <a:prstGeom prst="rect">
            <a:avLst/>
          </a:prstGeom>
        </p:spPr>
        <p:txBody>
          <a:bodyPr/>
          <a:lstStyle>
            <a:lvl1pPr marL="0" indent="0" algn="ctr">
              <a:buNone/>
              <a:defRPr sz="1800">
                <a:latin typeface="+mj-lt"/>
              </a:defRPr>
            </a:lvl1pPr>
          </a:lstStyle>
          <a:p>
            <a:pPr lvl="0">
              <a:defRPr/>
            </a:pPr>
            <a:r>
              <a:rPr lang="de-DE"/>
              <a:t>Beschreibung</a:t>
            </a:r>
            <a:endParaRPr lang="en-GB"/>
          </a:p>
        </p:txBody>
      </p:sp>
      <p:sp>
        <p:nvSpPr>
          <p:cNvPr id="14" name="Bildplatzhalter 2"/>
          <p:cNvSpPr>
            <a:spLocks noGrp="1"/>
          </p:cNvSpPr>
          <p:nvPr>
            <p:ph type="pic" sz="quarter" idx="37" hasCustomPrompt="1"/>
          </p:nvPr>
        </p:nvSpPr>
        <p:spPr bwMode="auto">
          <a:xfrm>
            <a:off x="7677150" y="1682750"/>
            <a:ext cx="1320800" cy="1714608"/>
          </a:xfrm>
          <a:prstGeom prst="rect">
            <a:avLst/>
          </a:prstGeom>
        </p:spPr>
        <p:txBody>
          <a:bodyPr/>
          <a:lstStyle>
            <a:lvl1pPr marL="0" indent="0">
              <a:buNone/>
              <a:defRPr sz="2000"/>
            </a:lvl1pPr>
          </a:lstStyle>
          <a:p>
            <a:pPr>
              <a:defRPr/>
            </a:pPr>
            <a:r>
              <a:rPr lang="de-DE"/>
              <a:t>Sprinter</a:t>
            </a:r>
            <a:endParaRPr lang="en-GB"/>
          </a:p>
        </p:txBody>
      </p:sp>
      <p:sp>
        <p:nvSpPr>
          <p:cNvPr id="15" name="Textplatzhalter 4"/>
          <p:cNvSpPr>
            <a:spLocks noGrp="1"/>
          </p:cNvSpPr>
          <p:nvPr>
            <p:ph type="body" sz="quarter" idx="38" hasCustomPrompt="1"/>
          </p:nvPr>
        </p:nvSpPr>
        <p:spPr bwMode="auto">
          <a:xfrm>
            <a:off x="7677150" y="3526420"/>
            <a:ext cx="1320800" cy="641350"/>
          </a:xfrm>
          <a:prstGeom prst="rect">
            <a:avLst/>
          </a:prstGeom>
        </p:spPr>
        <p:txBody>
          <a:bodyPr/>
          <a:lstStyle>
            <a:lvl1pPr marL="0" indent="0" algn="ctr">
              <a:buNone/>
              <a:defRPr sz="1200">
                <a:latin typeface="+mj-lt"/>
              </a:defRPr>
            </a:lvl1pPr>
          </a:lstStyle>
          <a:p>
            <a:pPr lvl="0">
              <a:defRPr/>
            </a:pPr>
            <a:r>
              <a:rPr lang="de-DE"/>
              <a:t>Beschreibung</a:t>
            </a:r>
            <a:endParaRPr lang="en-GB"/>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PhAnim="0" preserve="1" userDrawn="1">
  <p:cSld name="Differenzierungsaufgabe">
    <p:spTree>
      <p:nvGrpSpPr>
        <p:cNvPr id="1" name=""/>
        <p:cNvGrpSpPr/>
        <p:nvPr/>
      </p:nvGrpSpPr>
      <p:grpSpPr bwMode="auto">
        <a:xfrm>
          <a:off x="0" y="0"/>
          <a:ext cx="0" cy="0"/>
          <a:chOff x="0" y="0"/>
          <a:chExt cx="0" cy="0"/>
        </a:xfrm>
      </p:grpSpPr>
      <p:sp>
        <p:nvSpPr>
          <p:cNvPr id="10" name="Inhaltsplatzhalter 3"/>
          <p:cNvSpPr>
            <a:spLocks noGrp="1"/>
          </p:cNvSpPr>
          <p:nvPr>
            <p:ph sz="quarter" idx="30" hasCustomPrompt="1"/>
          </p:nvPr>
        </p:nvSpPr>
        <p:spPr bwMode="auto">
          <a:xfrm>
            <a:off x="257901" y="226063"/>
            <a:ext cx="8628198" cy="392112"/>
          </a:xfrm>
          <a:prstGeom prst="rect">
            <a:avLst/>
          </a:prstGeom>
        </p:spPr>
        <p:txBody>
          <a:bodyPr/>
          <a:lstStyle>
            <a:lvl1pPr marL="0" marR="0" indent="0" algn="l" defTabSz="806867">
              <a:lnSpc>
                <a:spcPct val="90000"/>
              </a:lnSpc>
              <a:spcBef>
                <a:spcPts val="882"/>
              </a:spcBef>
              <a:spcAft>
                <a:spcPts val="0"/>
              </a:spcAft>
              <a:buClrTx/>
              <a:buSzTx/>
              <a:buFont typeface="Arial"/>
              <a:buNone/>
              <a:defRPr sz="1800">
                <a:latin typeface="Be Vietnam"/>
              </a:defRPr>
            </a:lvl1pPr>
          </a:lstStyle>
          <a:p>
            <a:pPr marL="0" marR="0" lvl="0" indent="0" algn="l" defTabSz="806867">
              <a:lnSpc>
                <a:spcPct val="90000"/>
              </a:lnSpc>
              <a:spcBef>
                <a:spcPts val="882"/>
              </a:spcBef>
              <a:spcAft>
                <a:spcPts val="0"/>
              </a:spcAft>
              <a:buClrTx/>
              <a:buSzTx/>
              <a:buFont typeface="Arial"/>
              <a:buNone/>
              <a:defRPr/>
            </a:pPr>
            <a:r>
              <a:rPr lang="de-DE">
                <a:ln w="0"/>
                <a:cs typeface="Calibri Light"/>
              </a:rPr>
              <a:t>Differenzierungsaufgaben</a:t>
            </a:r>
            <a:endParaRPr/>
          </a:p>
        </p:txBody>
      </p:sp>
      <p:sp>
        <p:nvSpPr>
          <p:cNvPr id="11" name="Rechteck 10"/>
          <p:cNvSpPr/>
          <p:nvPr userDrawn="1"/>
        </p:nvSpPr>
        <p:spPr bwMode="auto">
          <a:xfrm>
            <a:off x="0" y="5579533"/>
            <a:ext cx="9144000" cy="1278467"/>
          </a:xfrm>
          <a:prstGeom prst="rect">
            <a:avLst/>
          </a:prstGeom>
          <a:solidFill>
            <a:srgbClr val="C0E1F8"/>
          </a:solidFill>
          <a:ln>
            <a:solidFill>
              <a:srgbClr val="C0E1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sz="1100">
              <a:solidFill>
                <a:schemeClr val="tx1"/>
              </a:solidFill>
              <a:latin typeface="Be Vietnam"/>
            </a:endParaRPr>
          </a:p>
        </p:txBody>
      </p:sp>
      <p:sp>
        <p:nvSpPr>
          <p:cNvPr id="3" name="Bildplatzhalter 2"/>
          <p:cNvSpPr>
            <a:spLocks noGrp="1"/>
          </p:cNvSpPr>
          <p:nvPr>
            <p:ph type="pic" sz="quarter" idx="31" hasCustomPrompt="1"/>
          </p:nvPr>
        </p:nvSpPr>
        <p:spPr bwMode="auto">
          <a:xfrm>
            <a:off x="8172450" y="18948"/>
            <a:ext cx="920750" cy="806342"/>
          </a:xfrm>
          <a:prstGeom prst="rect">
            <a:avLst/>
          </a:prstGeom>
        </p:spPr>
        <p:txBody>
          <a:bodyPr/>
          <a:lstStyle>
            <a:lvl1pPr marL="0" indent="0">
              <a:buNone/>
              <a:defRPr sz="2000"/>
            </a:lvl1pPr>
          </a:lstStyle>
          <a:p>
            <a:pPr>
              <a:defRPr/>
            </a:pPr>
            <a:r>
              <a:rPr lang="de-DE"/>
              <a:t>Stufe</a:t>
            </a:r>
            <a:endParaRPr lang="en-GB"/>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PhAnim="0" preserve="1" userDrawn="1">
  <p:cSld name="LehrkraftFolie">
    <p:spTree>
      <p:nvGrpSpPr>
        <p:cNvPr id="1" name=""/>
        <p:cNvGrpSpPr/>
        <p:nvPr/>
      </p:nvGrpSpPr>
      <p:grpSpPr bwMode="auto">
        <a:xfrm>
          <a:off x="0" y="0"/>
          <a:ext cx="0" cy="0"/>
          <a:chOff x="0" y="0"/>
          <a:chExt cx="0" cy="0"/>
        </a:xfrm>
      </p:grpSpPr>
      <p:sp>
        <p:nvSpPr>
          <p:cNvPr id="10" name="Inhaltsplatzhalter 3"/>
          <p:cNvSpPr>
            <a:spLocks noGrp="1"/>
          </p:cNvSpPr>
          <p:nvPr>
            <p:ph sz="quarter" idx="30" hasCustomPrompt="1"/>
          </p:nvPr>
        </p:nvSpPr>
        <p:spPr bwMode="auto">
          <a:xfrm>
            <a:off x="257901" y="226063"/>
            <a:ext cx="8628198" cy="392112"/>
          </a:xfrm>
          <a:prstGeom prst="rect">
            <a:avLst/>
          </a:prstGeom>
        </p:spPr>
        <p:txBody>
          <a:bodyPr/>
          <a:lstStyle>
            <a:lvl1pPr marL="0" marR="0" indent="0" algn="l" defTabSz="806867">
              <a:lnSpc>
                <a:spcPct val="90000"/>
              </a:lnSpc>
              <a:spcBef>
                <a:spcPts val="882"/>
              </a:spcBef>
              <a:spcAft>
                <a:spcPts val="0"/>
              </a:spcAft>
              <a:buClrTx/>
              <a:buSzTx/>
              <a:buFont typeface="Arial"/>
              <a:buNone/>
              <a:defRPr sz="1800">
                <a:latin typeface="Be Vietnam"/>
              </a:defRPr>
            </a:lvl1pPr>
          </a:lstStyle>
          <a:p>
            <a:pPr marL="0" marR="0" lvl="0" indent="0" algn="l" defTabSz="806867">
              <a:lnSpc>
                <a:spcPct val="90000"/>
              </a:lnSpc>
              <a:spcBef>
                <a:spcPts val="882"/>
              </a:spcBef>
              <a:spcAft>
                <a:spcPts val="0"/>
              </a:spcAft>
              <a:buClrTx/>
              <a:buSzTx/>
              <a:buFont typeface="Arial"/>
              <a:buNone/>
              <a:defRPr/>
            </a:pPr>
            <a:r>
              <a:rPr lang="de-DE">
                <a:ln w="0"/>
                <a:cs typeface="Calibri Light"/>
              </a:rPr>
              <a:t>Lehrkraftfolie</a:t>
            </a:r>
            <a:endParaRPr/>
          </a:p>
        </p:txBody>
      </p:sp>
      <p:sp>
        <p:nvSpPr>
          <p:cNvPr id="11" name="Rechteck 10"/>
          <p:cNvSpPr/>
          <p:nvPr userDrawn="1"/>
        </p:nvSpPr>
        <p:spPr bwMode="auto">
          <a:xfrm>
            <a:off x="0" y="5579533"/>
            <a:ext cx="9144000" cy="1278467"/>
          </a:xfrm>
          <a:prstGeom prst="rect">
            <a:avLst/>
          </a:prstGeom>
          <a:solidFill>
            <a:srgbClr val="C0E1F8"/>
          </a:solidFill>
          <a:ln>
            <a:solidFill>
              <a:srgbClr val="C0E1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sz="1100">
              <a:solidFill>
                <a:schemeClr val="tx1"/>
              </a:solidFill>
              <a:latin typeface="Be Vietnam"/>
            </a:endParaRPr>
          </a:p>
        </p:txBody>
      </p:sp>
      <p:pic>
        <p:nvPicPr>
          <p:cNvPr id="2" name="Grafik 1"/>
          <p:cNvPicPr>
            <a:picLocks noChangeAspect="1"/>
          </p:cNvPicPr>
          <p:nvPr userDrawn="1"/>
        </p:nvPicPr>
        <p:blipFill>
          <a:blip r:embed="rId2"/>
          <a:stretch/>
        </p:blipFill>
        <p:spPr bwMode="auto">
          <a:xfrm>
            <a:off x="1" y="31513"/>
            <a:ext cx="355600" cy="288705"/>
          </a:xfrm>
          <a:prstGeom prst="rect">
            <a:avLst/>
          </a:prstGeom>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PhAnim="0" preserve="1" userDrawn="1">
  <p:cSld name="Reflexionsfrage">
    <p:spTree>
      <p:nvGrpSpPr>
        <p:cNvPr id="1" name=""/>
        <p:cNvGrpSpPr/>
        <p:nvPr/>
      </p:nvGrpSpPr>
      <p:grpSpPr bwMode="auto">
        <a:xfrm>
          <a:off x="0" y="0"/>
          <a:ext cx="0" cy="0"/>
          <a:chOff x="0" y="0"/>
          <a:chExt cx="0" cy="0"/>
        </a:xfrm>
      </p:grpSpPr>
      <p:sp>
        <p:nvSpPr>
          <p:cNvPr id="8" name="Textplatzhalter 4"/>
          <p:cNvSpPr>
            <a:spLocks noGrp="1"/>
          </p:cNvSpPr>
          <p:nvPr>
            <p:ph type="body" sz="quarter" idx="10" hasCustomPrompt="1"/>
          </p:nvPr>
        </p:nvSpPr>
        <p:spPr bwMode="auto">
          <a:xfrm>
            <a:off x="2539901" y="2354263"/>
            <a:ext cx="5359546" cy="1343025"/>
          </a:xfrm>
          <a:prstGeom prst="rect">
            <a:avLst/>
          </a:prstGeom>
        </p:spPr>
        <p:txBody>
          <a:bodyPr anchor="ctr"/>
          <a:lstStyle>
            <a:lvl1pPr marL="0" marR="0" indent="0" algn="ctr" defTabSz="806867">
              <a:lnSpc>
                <a:spcPct val="90000"/>
              </a:lnSpc>
              <a:spcBef>
                <a:spcPts val="882"/>
              </a:spcBef>
              <a:spcAft>
                <a:spcPts val="0"/>
              </a:spcAft>
              <a:buClrTx/>
              <a:buSzTx/>
              <a:buFont typeface="Arial"/>
              <a:buNone/>
              <a:defRPr>
                <a:latin typeface="Be Vietnam"/>
              </a:defRPr>
            </a:lvl1pPr>
          </a:lstStyle>
          <a:p>
            <a:pPr marL="0" marR="0" lvl="0" indent="0" algn="ctr" defTabSz="806867">
              <a:lnSpc>
                <a:spcPct val="90000"/>
              </a:lnSpc>
              <a:spcBef>
                <a:spcPts val="882"/>
              </a:spcBef>
              <a:spcAft>
                <a:spcPts val="0"/>
              </a:spcAft>
              <a:buClrTx/>
              <a:buSzTx/>
              <a:buFont typeface="Arial"/>
              <a:buNone/>
              <a:defRPr/>
            </a:pPr>
            <a:r>
              <a:rPr lang="de-DE"/>
              <a:t>Reflexionsfrage</a:t>
            </a:r>
            <a:endParaRPr/>
          </a:p>
        </p:txBody>
      </p:sp>
      <p:sp>
        <p:nvSpPr>
          <p:cNvPr id="9" name="Oval 2"/>
          <p:cNvSpPr/>
          <p:nvPr userDrawn="1"/>
        </p:nvSpPr>
        <p:spPr bwMode="auto">
          <a:xfrm>
            <a:off x="1244553" y="2485774"/>
            <a:ext cx="1080000" cy="1080000"/>
          </a:xfrm>
          <a:prstGeom prst="ellipse">
            <a:avLst/>
          </a:prstGeom>
          <a:solidFill>
            <a:srgbClr val="F2F2F2"/>
          </a:solidFill>
          <a:ln w="28575">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de-DE" sz="6000">
                <a:solidFill>
                  <a:schemeClr val="tx1"/>
                </a:solidFill>
                <a:latin typeface="Be Vietnam"/>
              </a:rPr>
              <a:t>?</a:t>
            </a:r>
            <a:endParaRPr lang="de-DE" sz="4800">
              <a:solidFill>
                <a:schemeClr val="tx1"/>
              </a:solidFill>
              <a:latin typeface="Be Vietnam"/>
            </a:endParaRPr>
          </a:p>
        </p:txBody>
      </p:sp>
      <p:sp>
        <p:nvSpPr>
          <p:cNvPr id="10" name="Rechteck 9"/>
          <p:cNvSpPr/>
          <p:nvPr userDrawn="1"/>
        </p:nvSpPr>
        <p:spPr bwMode="auto">
          <a:xfrm>
            <a:off x="0" y="5579533"/>
            <a:ext cx="9144000" cy="1278467"/>
          </a:xfrm>
          <a:prstGeom prst="rect">
            <a:avLst/>
          </a:prstGeom>
          <a:solidFill>
            <a:srgbClr val="C0E1F8"/>
          </a:solidFill>
          <a:ln>
            <a:solidFill>
              <a:srgbClr val="C0E1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sz="1100">
              <a:solidFill>
                <a:schemeClr val="tx1"/>
              </a:solidFill>
              <a:latin typeface="Be Vietnam"/>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PhAnim="0" preserve="1" userDrawn="1">
  <p:cSld name="Fertiger Wissensspeicher">
    <p:spTree>
      <p:nvGrpSpPr>
        <p:cNvPr id="1" name=""/>
        <p:cNvGrpSpPr/>
        <p:nvPr/>
      </p:nvGrpSpPr>
      <p:grpSpPr bwMode="auto">
        <a:xfrm>
          <a:off x="0" y="0"/>
          <a:ext cx="0" cy="0"/>
          <a:chOff x="0" y="0"/>
          <a:chExt cx="0" cy="0"/>
        </a:xfrm>
      </p:grpSpPr>
      <p:sp>
        <p:nvSpPr>
          <p:cNvPr id="10" name="Inhaltsplatzhalter 3"/>
          <p:cNvSpPr>
            <a:spLocks noGrp="1"/>
          </p:cNvSpPr>
          <p:nvPr>
            <p:ph sz="quarter" idx="30" hasCustomPrompt="1"/>
          </p:nvPr>
        </p:nvSpPr>
        <p:spPr bwMode="auto">
          <a:xfrm>
            <a:off x="257901" y="226063"/>
            <a:ext cx="8628198" cy="392112"/>
          </a:xfrm>
          <a:prstGeom prst="rect">
            <a:avLst/>
          </a:prstGeom>
        </p:spPr>
        <p:txBody>
          <a:bodyPr/>
          <a:lstStyle>
            <a:lvl1pPr marL="0" marR="0" indent="0" algn="l" defTabSz="806867">
              <a:lnSpc>
                <a:spcPct val="90000"/>
              </a:lnSpc>
              <a:spcBef>
                <a:spcPts val="882"/>
              </a:spcBef>
              <a:spcAft>
                <a:spcPts val="0"/>
              </a:spcAft>
              <a:buClrTx/>
              <a:buSzTx/>
              <a:buFont typeface="Arial"/>
              <a:buNone/>
              <a:defRPr sz="1800">
                <a:latin typeface="Be Vietnam"/>
              </a:defRPr>
            </a:lvl1pPr>
          </a:lstStyle>
          <a:p>
            <a:pPr marL="0" marR="0" lvl="0" indent="0" algn="l" defTabSz="806867">
              <a:lnSpc>
                <a:spcPct val="90000"/>
              </a:lnSpc>
              <a:spcBef>
                <a:spcPts val="882"/>
              </a:spcBef>
              <a:spcAft>
                <a:spcPts val="0"/>
              </a:spcAft>
              <a:buClrTx/>
              <a:buSzTx/>
              <a:buFont typeface="Arial"/>
              <a:buNone/>
              <a:defRPr/>
            </a:pPr>
            <a:r>
              <a:rPr lang="de-DE">
                <a:ln w="0"/>
                <a:cs typeface="Calibri Light"/>
              </a:rPr>
              <a:t>Fertiger Wissensspeicher: Dann steht hier der Titel der Einheit</a:t>
            </a:r>
            <a:endParaRPr/>
          </a:p>
        </p:txBody>
      </p:sp>
      <p:sp>
        <p:nvSpPr>
          <p:cNvPr id="11" name="Rechteck 10"/>
          <p:cNvSpPr/>
          <p:nvPr userDrawn="1"/>
        </p:nvSpPr>
        <p:spPr bwMode="auto">
          <a:xfrm>
            <a:off x="0" y="5579533"/>
            <a:ext cx="9144000" cy="1278467"/>
          </a:xfrm>
          <a:prstGeom prst="rect">
            <a:avLst/>
          </a:prstGeom>
          <a:solidFill>
            <a:srgbClr val="C0E1F8"/>
          </a:solidFill>
          <a:ln>
            <a:solidFill>
              <a:srgbClr val="C0E1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sz="1100">
              <a:solidFill>
                <a:schemeClr val="tx1"/>
              </a:solidFill>
              <a:latin typeface="Be Vietnam"/>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bwMode="auto">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txStyles>
    <p:titleStyle>
      <a:lvl1pPr algn="l" defTabSz="914400">
        <a:lnSpc>
          <a:spcPct val="90000"/>
        </a:lnSpc>
        <a:spcBef>
          <a:spcPts val="0"/>
        </a:spcBef>
        <a:buNone/>
        <a:defRPr sz="4400">
          <a:solidFill>
            <a:schemeClr val="tx1"/>
          </a:solidFill>
          <a:latin typeface="+mj-lt"/>
          <a:ea typeface="+mj-ea"/>
          <a:cs typeface="+mj-cs"/>
        </a:defRPr>
      </a:lvl1pPr>
    </p:titleStyle>
    <p:bodyStyle>
      <a:lvl1pPr marL="228600" indent="-228600" algn="l" defTabSz="914400">
        <a:lnSpc>
          <a:spcPct val="90000"/>
        </a:lnSpc>
        <a:spcBef>
          <a:spcPts val="1000"/>
        </a:spcBef>
        <a:buFont typeface="Arial"/>
        <a:buChar char="•"/>
        <a:defRPr sz="2800">
          <a:solidFill>
            <a:schemeClr val="tx1"/>
          </a:solidFill>
          <a:latin typeface="+mn-lt"/>
          <a:ea typeface="+mn-ea"/>
          <a:cs typeface="+mn-cs"/>
        </a:defRPr>
      </a:lvl1pPr>
      <a:lvl2pPr marL="685800" indent="-228600" algn="l" defTabSz="914400">
        <a:lnSpc>
          <a:spcPct val="90000"/>
        </a:lnSpc>
        <a:spcBef>
          <a:spcPts val="500"/>
        </a:spcBef>
        <a:buFont typeface="Arial"/>
        <a:buChar char="•"/>
        <a:defRPr sz="2400">
          <a:solidFill>
            <a:schemeClr val="tx1"/>
          </a:solidFill>
          <a:latin typeface="+mn-lt"/>
          <a:ea typeface="+mn-ea"/>
          <a:cs typeface="+mn-cs"/>
        </a:defRPr>
      </a:lvl2pPr>
      <a:lvl3pPr marL="1143000" indent="-228600" algn="l" defTabSz="914400">
        <a:lnSpc>
          <a:spcPct val="90000"/>
        </a:lnSpc>
        <a:spcBef>
          <a:spcPts val="500"/>
        </a:spcBef>
        <a:buFont typeface="Arial"/>
        <a:buChar char="•"/>
        <a:defRPr sz="2000">
          <a:solidFill>
            <a:schemeClr val="tx1"/>
          </a:solidFill>
          <a:latin typeface="+mn-lt"/>
          <a:ea typeface="+mn-ea"/>
          <a:cs typeface="+mn-cs"/>
        </a:defRPr>
      </a:lvl3pPr>
      <a:lvl4pPr marL="1600200" indent="-228600" algn="l" defTabSz="914400">
        <a:lnSpc>
          <a:spcPct val="90000"/>
        </a:lnSpc>
        <a:spcBef>
          <a:spcPts val="500"/>
        </a:spcBef>
        <a:buFont typeface="Arial"/>
        <a:buChar char="•"/>
        <a:defRPr sz="1800">
          <a:solidFill>
            <a:schemeClr val="tx1"/>
          </a:solidFill>
          <a:latin typeface="+mn-lt"/>
          <a:ea typeface="+mn-ea"/>
          <a:cs typeface="+mn-cs"/>
        </a:defRPr>
      </a:lvl4pPr>
      <a:lvl5pPr marL="2057400" indent="-228600" algn="l" defTabSz="914400">
        <a:lnSpc>
          <a:spcPct val="90000"/>
        </a:lnSpc>
        <a:spcBef>
          <a:spcPts val="500"/>
        </a:spcBef>
        <a:buFont typeface="Arial"/>
        <a:buChar char="•"/>
        <a:defRPr sz="1800">
          <a:solidFill>
            <a:schemeClr val="tx1"/>
          </a:solidFill>
          <a:latin typeface="+mn-lt"/>
          <a:ea typeface="+mn-ea"/>
          <a:cs typeface="+mn-cs"/>
        </a:defRPr>
      </a:lvl5pPr>
      <a:lvl6pPr marL="2514600" indent="-228600" algn="l" defTabSz="91440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a:lnSpc>
          <a:spcPct val="90000"/>
        </a:lnSpc>
        <a:spcBef>
          <a:spcPts val="500"/>
        </a:spcBef>
        <a:buFont typeface="Arial"/>
        <a:buChar char="•"/>
        <a:defRPr sz="1800">
          <a:solidFill>
            <a:schemeClr val="tx1"/>
          </a:solidFill>
          <a:latin typeface="+mn-lt"/>
          <a:ea typeface="+mn-ea"/>
          <a:cs typeface="+mn-cs"/>
        </a:defRPr>
      </a:lvl9pPr>
    </p:bodyStyle>
    <p:otherStyle>
      <a:defPPr>
        <a:defRPr lang="en-US"/>
      </a:defPPr>
      <a:lvl1pPr marL="0" algn="l" defTabSz="914400">
        <a:defRPr sz="1800">
          <a:solidFill>
            <a:schemeClr val="tx1"/>
          </a:solidFill>
          <a:latin typeface="+mn-lt"/>
          <a:ea typeface="+mn-ea"/>
          <a:cs typeface="+mn-cs"/>
        </a:defRPr>
      </a:lvl1pPr>
      <a:lvl2pPr marL="457200" algn="l" defTabSz="914400">
        <a:defRPr sz="1800">
          <a:solidFill>
            <a:schemeClr val="tx1"/>
          </a:solidFill>
          <a:latin typeface="+mn-lt"/>
          <a:ea typeface="+mn-ea"/>
          <a:cs typeface="+mn-cs"/>
        </a:defRPr>
      </a:lvl2pPr>
      <a:lvl3pPr marL="914400" algn="l" defTabSz="914400">
        <a:defRPr sz="1800">
          <a:solidFill>
            <a:schemeClr val="tx1"/>
          </a:solidFill>
          <a:latin typeface="+mn-lt"/>
          <a:ea typeface="+mn-ea"/>
          <a:cs typeface="+mn-cs"/>
        </a:defRPr>
      </a:lvl3pPr>
      <a:lvl4pPr marL="1371600" algn="l" defTabSz="914400">
        <a:defRPr sz="1800">
          <a:solidFill>
            <a:schemeClr val="tx1"/>
          </a:solidFill>
          <a:latin typeface="+mn-lt"/>
          <a:ea typeface="+mn-ea"/>
          <a:cs typeface="+mn-cs"/>
        </a:defRPr>
      </a:lvl4pPr>
      <a:lvl5pPr marL="1828800" algn="l" defTabSz="914400">
        <a:defRPr sz="1800">
          <a:solidFill>
            <a:schemeClr val="tx1"/>
          </a:solidFill>
          <a:latin typeface="+mn-lt"/>
          <a:ea typeface="+mn-ea"/>
          <a:cs typeface="+mn-cs"/>
        </a:defRPr>
      </a:lvl5pPr>
      <a:lvl6pPr marL="2286000" algn="l" defTabSz="914400">
        <a:defRPr sz="1800">
          <a:solidFill>
            <a:schemeClr val="tx1"/>
          </a:solidFill>
          <a:latin typeface="+mn-lt"/>
          <a:ea typeface="+mn-ea"/>
          <a:cs typeface="+mn-cs"/>
        </a:defRPr>
      </a:lvl6pPr>
      <a:lvl7pPr marL="2743200" algn="l" defTabSz="914400">
        <a:defRPr sz="1800">
          <a:solidFill>
            <a:schemeClr val="tx1"/>
          </a:solidFill>
          <a:latin typeface="+mn-lt"/>
          <a:ea typeface="+mn-ea"/>
          <a:cs typeface="+mn-cs"/>
        </a:defRPr>
      </a:lvl7pPr>
      <a:lvl8pPr marL="3200400" algn="l" defTabSz="914400">
        <a:defRPr sz="1800">
          <a:solidFill>
            <a:schemeClr val="tx1"/>
          </a:solidFill>
          <a:latin typeface="+mn-lt"/>
          <a:ea typeface="+mn-ea"/>
          <a:cs typeface="+mn-cs"/>
        </a:defRPr>
      </a:lvl8pPr>
      <a:lvl9pPr marL="3657600" algn="l" defTabSz="914400">
        <a:defRPr sz="18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microsoft.com/office/2018/10/relationships/comments" Target="../comments/modernComment_107_C6AD0F17.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microsoft.com/office/2018/10/relationships/comments" Target="../comments/modernComment_106_E0AB6C79.xml"/><Relationship Id="rId1" Type="http://schemas.openxmlformats.org/officeDocument/2006/relationships/slideLayout" Target="../slideLayouts/slideLayout4.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microsoft.com/office/2018/10/relationships/comments" Target="../comments/modernComment_108_75C87C06.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microsoft.com/office/2018/10/relationships/comments" Target="../comments/modernComment_10B_D6BA82F5.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microsoft.com/office/2018/10/relationships/comments" Target="../comments/modernComment_10C_9D04F8F6.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 name="Inhaltsplatzhalter 1"/>
          <p:cNvSpPr>
            <a:spLocks noGrp="1"/>
          </p:cNvSpPr>
          <p:nvPr>
            <p:ph sz="quarter" idx="30"/>
          </p:nvPr>
        </p:nvSpPr>
        <p:spPr bwMode="auto"/>
        <p:txBody>
          <a:bodyPr/>
          <a:lstStyle/>
          <a:p>
            <a:pPr>
              <a:defRPr/>
            </a:pPr>
            <a:r>
              <a:rPr lang="de-DE" dirty="0"/>
              <a:t>Lieber Marcus,</a:t>
            </a:r>
          </a:p>
          <a:p>
            <a:pPr>
              <a:defRPr/>
            </a:pPr>
            <a:r>
              <a:rPr lang="de-DE" dirty="0"/>
              <a:t>Wir haben nun das gesamte Material endlich detailliert gesichtet mit der jetzigen Version des Tools und die notwendigen Funktionen in dieser </a:t>
            </a:r>
            <a:r>
              <a:rPr lang="de-DE" dirty="0" err="1"/>
              <a:t>Powerpoint</a:t>
            </a:r>
            <a:r>
              <a:rPr lang="de-DE" dirty="0"/>
              <a:t> dokumentiert. Danke für deine Geduld!</a:t>
            </a:r>
          </a:p>
          <a:p>
            <a:pPr>
              <a:defRPr/>
            </a:pPr>
            <a:r>
              <a:rPr lang="de-DE" dirty="0"/>
              <a:t>Es kommen noch paar  Funktionen dazu. Das ist von uns aber bewusst so als „</a:t>
            </a:r>
            <a:r>
              <a:rPr lang="de-DE" dirty="0" err="1"/>
              <a:t>Overload</a:t>
            </a:r>
            <a:r>
              <a:rPr lang="de-DE" dirty="0"/>
              <a:t>“ angelegt, damit wir das variabel ausschalten bzw. verschiedene Varianten des Tools rausgeben können, je nach Aufgabetyp. </a:t>
            </a:r>
          </a:p>
          <a:p>
            <a:pPr>
              <a:defRPr/>
            </a:pPr>
            <a:endParaRPr lang="de-DE" dirty="0"/>
          </a:p>
          <a:p>
            <a:pPr>
              <a:defRPr/>
            </a:pPr>
            <a:r>
              <a:rPr lang="de-DE" dirty="0"/>
              <a:t>Unser Gefühl ist, dass es vor allem bei dem Ausweiten über 100% noch Gesprächsbedarf gibt. Wir haben versucht zu dokumentieren, welche Funktion es in den Aufgabenstellungen erfüllen muss. Bitte melde dich gerne, wenn wir da nochmal persönlich drüber sprechen sollten. </a:t>
            </a:r>
          </a:p>
          <a:p>
            <a:pPr>
              <a:defRPr/>
            </a:pPr>
            <a:endParaRPr lang="de-DE" dirty="0"/>
          </a:p>
          <a:p>
            <a:pPr>
              <a:defRPr/>
            </a:pPr>
            <a:endParaRPr lang="de-DE"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nhaltsplatzhalter 1"/>
          <p:cNvSpPr>
            <a:spLocks noGrp="1"/>
          </p:cNvSpPr>
          <p:nvPr>
            <p:ph sz="quarter" idx="30"/>
          </p:nvPr>
        </p:nvSpPr>
        <p:spPr>
          <a:xfrm>
            <a:off x="257901" y="226062"/>
            <a:ext cx="8628198" cy="6533326"/>
          </a:xfrm>
        </p:spPr>
        <p:txBody>
          <a:bodyPr/>
          <a:lstStyle/>
          <a:p>
            <a:r>
              <a:rPr lang="de-DE" sz="1600" dirty="0"/>
              <a:t>Kleinkram/ Design:</a:t>
            </a:r>
          </a:p>
          <a:p>
            <a:pPr marL="285750" indent="-285750">
              <a:buFont typeface="Arial" panose="020B0604020202020204" pitchFamily="34" charset="0"/>
              <a:buChar char="•"/>
            </a:pPr>
            <a:r>
              <a:rPr lang="de-DE" sz="1600" dirty="0"/>
              <a:t>Teile umbenennen in „Schritte“</a:t>
            </a:r>
          </a:p>
          <a:p>
            <a:pPr marL="285750" indent="-285750">
              <a:buFont typeface="Arial" panose="020B0604020202020204" pitchFamily="34" charset="0"/>
              <a:buChar char="•"/>
            </a:pPr>
            <a:r>
              <a:rPr lang="de-DE" sz="1600" dirty="0"/>
              <a:t>Skalierungsoption des ganzen Tools (ist es einstellbar, wie groß das ganze Tool in </a:t>
            </a:r>
            <a:r>
              <a:rPr lang="de-DE" sz="1600" dirty="0" err="1"/>
              <a:t>Articulate</a:t>
            </a:r>
            <a:r>
              <a:rPr lang="de-DE" sz="1600" dirty="0"/>
              <a:t> angezeigt wird?)</a:t>
            </a:r>
          </a:p>
          <a:p>
            <a:pPr marL="285750" indent="-285750">
              <a:buFont typeface="Arial" panose="020B0604020202020204" pitchFamily="34" charset="0"/>
              <a:buChar char="•"/>
            </a:pPr>
            <a:r>
              <a:rPr lang="de-DE" sz="1600" dirty="0"/>
              <a:t>Standardeinstellungen des Tools, wenn man es öffnet: </a:t>
            </a:r>
            <a:br>
              <a:rPr lang="de-DE" sz="1600" dirty="0"/>
            </a:br>
            <a:r>
              <a:rPr lang="de-DE" sz="1600" dirty="0"/>
              <a:t>Anteil auf 0 und Grundwert auf 0</a:t>
            </a:r>
          </a:p>
          <a:p>
            <a:pPr marL="285750" indent="-285750">
              <a:buFont typeface="Arial" panose="020B0604020202020204" pitchFamily="34" charset="0"/>
              <a:buChar char="•"/>
            </a:pPr>
            <a:r>
              <a:rPr lang="de-DE" sz="1600" dirty="0"/>
              <a:t>Einstellung des Anteils beim Öffnen des Tools: </a:t>
            </a:r>
          </a:p>
          <a:p>
            <a:pPr marL="971550" lvl="1" indent="-285750">
              <a:buFont typeface="Arial" panose="020B0604020202020204" pitchFamily="34" charset="0"/>
              <a:buChar char="•"/>
            </a:pPr>
            <a:r>
              <a:rPr lang="de-DE" sz="1600" dirty="0">
                <a:latin typeface="Be Vietnam" panose="00000500000000000000" pitchFamily="2" charset="0"/>
              </a:rPr>
              <a:t>Können wir als Admins einen Anteil schon voreinstellen auf z.B. 20 %, sodass es beim Öffnen direkt so angezeigt wird? Von dort aus können die Lernenden dann den Anteil verändern/ weiterziehen etc. </a:t>
            </a:r>
          </a:p>
          <a:p>
            <a:pPr marL="971550" lvl="1" indent="-285750">
              <a:buFont typeface="Arial" panose="020B0604020202020204" pitchFamily="34" charset="0"/>
              <a:buChar char="•"/>
            </a:pPr>
            <a:r>
              <a:rPr lang="de-DE" sz="1600" dirty="0">
                <a:latin typeface="Be Vietnam" panose="00000500000000000000" pitchFamily="2" charset="0"/>
              </a:rPr>
              <a:t>Könnte man im Hintergrund auch den Anteil sperren, dass Lernende das nicht mehr verändern können?</a:t>
            </a:r>
          </a:p>
          <a:p>
            <a:pPr marL="285750" indent="-285750">
              <a:buFont typeface="Arial" panose="020B0604020202020204" pitchFamily="34" charset="0"/>
              <a:buChar char="•"/>
            </a:pPr>
            <a:r>
              <a:rPr lang="de-DE" sz="1600" dirty="0"/>
              <a:t>Derzeit wird beim Öffnen 0 MB, 0%, 100 % immer direkt angezeigt. </a:t>
            </a:r>
          </a:p>
          <a:p>
            <a:pPr marL="971550" lvl="1" indent="-285750">
              <a:buFont typeface="Arial" panose="020B0604020202020204" pitchFamily="34" charset="0"/>
              <a:buChar char="•"/>
            </a:pPr>
            <a:r>
              <a:rPr lang="de-DE" sz="1800" dirty="0">
                <a:latin typeface="Be Vietnam" panose="00000500000000000000" pitchFamily="2" charset="0"/>
              </a:rPr>
              <a:t>Können wir das im Hintergrund ausschalten für bestimmte Aufgaben, bzw. nur einzelne dieser Werte anzeigen? </a:t>
            </a:r>
          </a:p>
          <a:p>
            <a:pPr marL="971550" lvl="1" indent="-285750">
              <a:buFont typeface="Arial" panose="020B0604020202020204" pitchFamily="34" charset="0"/>
              <a:buChar char="•"/>
            </a:pPr>
            <a:r>
              <a:rPr lang="de-DE" sz="1800" dirty="0">
                <a:highlight>
                  <a:srgbClr val="FFFF00"/>
                </a:highlight>
                <a:latin typeface="Be Vietnam" panose="00000500000000000000" pitchFamily="2" charset="0"/>
              </a:rPr>
              <a:t>Könnten wir auch andere Werte am Streifen anzeigen lassen an bestimmter Stelle, z. B: die 80 %? (auch nur als Einstellung im Hintergrund für uns als Admins)</a:t>
            </a:r>
          </a:p>
        </p:txBody>
      </p:sp>
      <p:pic>
        <p:nvPicPr>
          <p:cNvPr id="3" name="Grafik 2"/>
          <p:cNvPicPr>
            <a:picLocks noChangeAspect="1"/>
          </p:cNvPicPr>
          <p:nvPr/>
        </p:nvPicPr>
        <p:blipFill>
          <a:blip r:embed="rId3"/>
          <a:stretch>
            <a:fillRect/>
          </a:stretch>
        </p:blipFill>
        <p:spPr>
          <a:xfrm>
            <a:off x="2001437" y="5531863"/>
            <a:ext cx="3180163" cy="1132448"/>
          </a:xfrm>
          <a:prstGeom prst="rect">
            <a:avLst/>
          </a:prstGeom>
        </p:spPr>
      </p:pic>
      <p:sp>
        <p:nvSpPr>
          <p:cNvPr id="4" name="Textfeld 3"/>
          <p:cNvSpPr txBox="1"/>
          <p:nvPr/>
        </p:nvSpPr>
        <p:spPr>
          <a:xfrm>
            <a:off x="3706368" y="5531863"/>
            <a:ext cx="524256" cy="253916"/>
          </a:xfrm>
          <a:prstGeom prst="rect">
            <a:avLst/>
          </a:prstGeom>
          <a:noFill/>
        </p:spPr>
        <p:txBody>
          <a:bodyPr wrap="square" rtlCol="0">
            <a:spAutoFit/>
          </a:bodyPr>
          <a:lstStyle/>
          <a:p>
            <a:r>
              <a:rPr lang="de-DE" sz="1000" dirty="0"/>
              <a:t>80 %</a:t>
            </a:r>
          </a:p>
        </p:txBody>
      </p:sp>
    </p:spTree>
    <p:extLst>
      <p:ext uri="{BB962C8B-B14F-4D97-AF65-F5344CB8AC3E}">
        <p14:creationId xmlns:p14="http://schemas.microsoft.com/office/powerpoint/2010/main" val="3333230359"/>
      </p:ext>
    </p:extLst>
  </p:cSld>
  <p:clrMapOvr>
    <a:masterClrMapping/>
  </p:clrMapOvr>
  <p:extLst>
    <p:ext uri="{6950BFC3-D8DA-4A85-94F7-54DA5524770B}">
      <p188:commentRel xmlns:p188="http://schemas.microsoft.com/office/powerpoint/2018/8/main" r:id="rId2"/>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nhaltsplatzhalter 1"/>
          <p:cNvSpPr>
            <a:spLocks noGrp="1"/>
          </p:cNvSpPr>
          <p:nvPr>
            <p:ph sz="quarter" idx="30"/>
          </p:nvPr>
        </p:nvSpPr>
        <p:spPr/>
        <p:txBody>
          <a:bodyPr/>
          <a:lstStyle/>
          <a:p>
            <a:r>
              <a:rPr lang="de-DE" sz="1600" dirty="0"/>
              <a:t>Kleinkram/ Design:</a:t>
            </a:r>
          </a:p>
          <a:p>
            <a:pPr marL="285750" indent="-285750">
              <a:buFont typeface="Arial" panose="020B0604020202020204" pitchFamily="34" charset="0"/>
              <a:buChar char="•"/>
            </a:pPr>
            <a:r>
              <a:rPr lang="de-DE" sz="1600" dirty="0"/>
              <a:t>Derzeit wird Prozentwert (hier 357 MB) und Prozentsatz (50 %) links und rechts neben dem roten Anteil angezeigt. Prozentsatz sollte über den Balken und Prozentwert darunter angezeigt werden und mitwandern beim Verändern wie gehabt. </a:t>
            </a:r>
          </a:p>
          <a:p>
            <a:pPr marL="285750" indent="-285750">
              <a:buFont typeface="Arial" panose="020B0604020202020204" pitchFamily="34" charset="0"/>
              <a:buChar char="•"/>
            </a:pPr>
            <a:endParaRPr lang="de-DE" sz="1600" dirty="0"/>
          </a:p>
          <a:p>
            <a:pPr marL="285750" indent="-285750">
              <a:buFont typeface="Arial" panose="020B0604020202020204" pitchFamily="34" charset="0"/>
              <a:buChar char="•"/>
            </a:pPr>
            <a:endParaRPr lang="de-DE" sz="1600" dirty="0"/>
          </a:p>
          <a:p>
            <a:pPr marL="285750" indent="-285750">
              <a:buFont typeface="Arial" panose="020B0604020202020204" pitchFamily="34" charset="0"/>
              <a:buChar char="•"/>
            </a:pPr>
            <a:endParaRPr lang="de-DE" sz="1600" dirty="0"/>
          </a:p>
          <a:p>
            <a:pPr marL="285750" indent="-285750">
              <a:buFont typeface="Arial" panose="020B0604020202020204" pitchFamily="34" charset="0"/>
              <a:buChar char="•"/>
            </a:pPr>
            <a:endParaRPr lang="de-DE" sz="1600" dirty="0"/>
          </a:p>
          <a:p>
            <a:pPr marL="285750" indent="-285750">
              <a:buFont typeface="Arial" panose="020B0604020202020204" pitchFamily="34" charset="0"/>
              <a:buChar char="•"/>
            </a:pPr>
            <a:endParaRPr lang="de-DE" sz="1600" dirty="0"/>
          </a:p>
          <a:p>
            <a:pPr marL="285750" indent="-285750">
              <a:buFont typeface="Arial" panose="020B0604020202020204" pitchFamily="34" charset="0"/>
              <a:buChar char="•"/>
            </a:pPr>
            <a:endParaRPr lang="de-DE" sz="1600" dirty="0"/>
          </a:p>
          <a:p>
            <a:pPr marL="285750" indent="-285750">
              <a:buFont typeface="Arial" panose="020B0604020202020204" pitchFamily="34" charset="0"/>
              <a:buChar char="•"/>
            </a:pPr>
            <a:r>
              <a:rPr lang="de-DE" sz="1600" dirty="0">
                <a:solidFill>
                  <a:schemeClr val="accent6"/>
                </a:solidFill>
              </a:rPr>
              <a:t>Einheit bei Grundwert und Prozentwert muss für uns im Hintergrund anpassbar sein (hatten wir schon mal drüber gesprochen, z.B. MB, €, kg etc. )</a:t>
            </a:r>
            <a:r>
              <a:rPr lang="de-DE" dirty="0">
                <a:solidFill>
                  <a:schemeClr val="accent6"/>
                </a:solidFill>
              </a:rPr>
              <a:t> </a:t>
            </a:r>
          </a:p>
          <a:p>
            <a:pPr marL="285750" indent="-285750">
              <a:buFont typeface="Arial" panose="020B0604020202020204" pitchFamily="34" charset="0"/>
              <a:buChar char="•"/>
            </a:pPr>
            <a:r>
              <a:rPr lang="de-DE" dirty="0">
                <a:solidFill>
                  <a:schemeClr val="accent6"/>
                </a:solidFill>
              </a:rPr>
              <a:t>Die Anzeige 0,5 links unten im Streifen muss weg</a:t>
            </a:r>
            <a:endParaRPr lang="de-DE" sz="1600" dirty="0">
              <a:solidFill>
                <a:schemeClr val="accent6"/>
              </a:solidFill>
            </a:endParaRPr>
          </a:p>
          <a:p>
            <a:pPr marL="285750" indent="-285750">
              <a:buFont typeface="Arial" panose="020B0604020202020204" pitchFamily="34" charset="0"/>
              <a:buChar char="•"/>
            </a:pPr>
            <a:r>
              <a:rPr lang="de-DE" sz="1600" dirty="0">
                <a:solidFill>
                  <a:schemeClr val="accent6"/>
                </a:solidFill>
              </a:rPr>
              <a:t>Prozentstreifen etwas „</a:t>
            </a:r>
            <a:r>
              <a:rPr lang="de-DE" sz="1600" dirty="0" err="1">
                <a:solidFill>
                  <a:schemeClr val="accent6"/>
                </a:solidFill>
              </a:rPr>
              <a:t>schmaller</a:t>
            </a:r>
            <a:r>
              <a:rPr lang="de-DE" sz="1600" dirty="0">
                <a:solidFill>
                  <a:schemeClr val="accent6"/>
                </a:solidFill>
              </a:rPr>
              <a:t>“ in der Höhe, und etwas länger</a:t>
            </a:r>
          </a:p>
          <a:p>
            <a:pPr marL="285750" indent="-285750">
              <a:buFont typeface="Arial" panose="020B0604020202020204" pitchFamily="34" charset="0"/>
              <a:buChar char="•"/>
            </a:pPr>
            <a:r>
              <a:rPr lang="de-DE" sz="1600" dirty="0">
                <a:solidFill>
                  <a:schemeClr val="accent6"/>
                </a:solidFill>
              </a:rPr>
              <a:t>Dicke Striche links und rechts müssen dünner. </a:t>
            </a:r>
          </a:p>
          <a:p>
            <a:pPr marL="285750" indent="-285750">
              <a:buFont typeface="Arial" panose="020B0604020202020204" pitchFamily="34" charset="0"/>
              <a:buChar char="•"/>
            </a:pPr>
            <a:endParaRPr lang="de-DE" sz="1600" dirty="0"/>
          </a:p>
        </p:txBody>
      </p:sp>
      <p:pic>
        <p:nvPicPr>
          <p:cNvPr id="5" name="Grafik 4"/>
          <p:cNvPicPr>
            <a:picLocks noChangeAspect="1"/>
          </p:cNvPicPr>
          <p:nvPr/>
        </p:nvPicPr>
        <p:blipFill>
          <a:blip r:embed="rId2"/>
          <a:stretch>
            <a:fillRect/>
          </a:stretch>
        </p:blipFill>
        <p:spPr>
          <a:xfrm>
            <a:off x="633794" y="1568577"/>
            <a:ext cx="4441198" cy="1540383"/>
          </a:xfrm>
          <a:prstGeom prst="rect">
            <a:avLst/>
          </a:prstGeom>
        </p:spPr>
      </p:pic>
      <p:sp>
        <p:nvSpPr>
          <p:cNvPr id="6" name="Textfeld 5"/>
          <p:cNvSpPr txBox="1"/>
          <p:nvPr/>
        </p:nvSpPr>
        <p:spPr>
          <a:xfrm>
            <a:off x="2109216" y="1592961"/>
            <a:ext cx="524256" cy="215444"/>
          </a:xfrm>
          <a:prstGeom prst="rect">
            <a:avLst/>
          </a:prstGeom>
          <a:noFill/>
        </p:spPr>
        <p:txBody>
          <a:bodyPr wrap="square" rtlCol="0">
            <a:spAutoFit/>
          </a:bodyPr>
          <a:lstStyle/>
          <a:p>
            <a:r>
              <a:rPr lang="de-DE" sz="800" dirty="0"/>
              <a:t>50 %</a:t>
            </a:r>
          </a:p>
        </p:txBody>
      </p:sp>
      <p:sp>
        <p:nvSpPr>
          <p:cNvPr id="7" name="Textfeld 6"/>
          <p:cNvSpPr txBox="1"/>
          <p:nvPr/>
        </p:nvSpPr>
        <p:spPr>
          <a:xfrm>
            <a:off x="2072640" y="2175234"/>
            <a:ext cx="670560" cy="215444"/>
          </a:xfrm>
          <a:prstGeom prst="rect">
            <a:avLst/>
          </a:prstGeom>
          <a:noFill/>
        </p:spPr>
        <p:txBody>
          <a:bodyPr wrap="square" rtlCol="0">
            <a:spAutoFit/>
          </a:bodyPr>
          <a:lstStyle/>
          <a:p>
            <a:r>
              <a:rPr lang="de-DE" sz="800" dirty="0"/>
              <a:t>357 MB</a:t>
            </a:r>
          </a:p>
        </p:txBody>
      </p:sp>
    </p:spTree>
    <p:extLst>
      <p:ext uri="{BB962C8B-B14F-4D97-AF65-F5344CB8AC3E}">
        <p14:creationId xmlns:p14="http://schemas.microsoft.com/office/powerpoint/2010/main" val="16635451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nhaltsplatzhalter 1"/>
          <p:cNvSpPr>
            <a:spLocks noGrp="1"/>
          </p:cNvSpPr>
          <p:nvPr>
            <p:ph sz="quarter" idx="30"/>
          </p:nvPr>
        </p:nvSpPr>
        <p:spPr/>
        <p:txBody>
          <a:bodyPr/>
          <a:lstStyle/>
          <a:p>
            <a:r>
              <a:rPr lang="de-DE" dirty="0"/>
              <a:t>Neue Funktionen:</a:t>
            </a:r>
          </a:p>
          <a:p>
            <a:pPr marL="285750" indent="-285750">
              <a:buFont typeface="Arial" panose="020B0604020202020204" pitchFamily="34" charset="0"/>
              <a:buChar char="•"/>
            </a:pPr>
            <a:r>
              <a:rPr lang="de-DE" dirty="0"/>
              <a:t>An Grundwert – Eingabefeld auch „-“ und „+“ ergänzen, um Grundwert schrittweise zu verändern (analog wie bei Schritten)</a:t>
            </a:r>
          </a:p>
          <a:p>
            <a:endParaRPr lang="de-DE" dirty="0"/>
          </a:p>
          <a:p>
            <a:endParaRPr lang="de-DE" dirty="0"/>
          </a:p>
          <a:p>
            <a:pPr marL="285750" indent="-285750">
              <a:buFont typeface="Arial" panose="020B0604020202020204" pitchFamily="34" charset="0"/>
              <a:buChar char="•"/>
            </a:pPr>
            <a:endParaRPr lang="de-DE" dirty="0"/>
          </a:p>
          <a:p>
            <a:pPr marL="285750" indent="-285750">
              <a:buFont typeface="Arial" panose="020B0604020202020204" pitchFamily="34" charset="0"/>
              <a:buChar char="•"/>
            </a:pPr>
            <a:endParaRPr lang="de-DE" dirty="0"/>
          </a:p>
          <a:p>
            <a:endParaRPr lang="de-DE" dirty="0"/>
          </a:p>
          <a:p>
            <a:pPr marL="285750" indent="-285750">
              <a:buFont typeface="Arial" panose="020B0604020202020204" pitchFamily="34" charset="0"/>
              <a:buChar char="•"/>
            </a:pPr>
            <a:r>
              <a:rPr lang="de-DE" dirty="0">
                <a:solidFill>
                  <a:srgbClr val="FF0000"/>
                </a:solidFill>
              </a:rPr>
              <a:t>Die Funktion mit den Bögen ist richtig schön! Danke dafür </a:t>
            </a:r>
            <a:r>
              <a:rPr lang="de-DE" dirty="0">
                <a:solidFill>
                  <a:srgbClr val="FF0000"/>
                </a:solidFill>
                <a:sym typeface="Wingdings" panose="05000000000000000000" pitchFamily="2" charset="2"/>
              </a:rPr>
              <a:t> </a:t>
            </a:r>
            <a:r>
              <a:rPr lang="de-DE" dirty="0">
                <a:solidFill>
                  <a:srgbClr val="FF0000"/>
                </a:solidFill>
              </a:rPr>
              <a:t> Bisher funktioniert die nur für die </a:t>
            </a:r>
            <a:r>
              <a:rPr lang="de-DE" dirty="0" err="1">
                <a:solidFill>
                  <a:srgbClr val="FF0000"/>
                </a:solidFill>
              </a:rPr>
              <a:t>Schrittigkeit</a:t>
            </a:r>
            <a:r>
              <a:rPr lang="de-DE" dirty="0">
                <a:solidFill>
                  <a:srgbClr val="FF0000"/>
                </a:solidFill>
              </a:rPr>
              <a:t> 5, das ist vermutlich ein Bug?</a:t>
            </a:r>
          </a:p>
        </p:txBody>
      </p:sp>
      <p:pic>
        <p:nvPicPr>
          <p:cNvPr id="3" name="Grafik 2"/>
          <p:cNvPicPr>
            <a:picLocks noChangeAspect="1"/>
          </p:cNvPicPr>
          <p:nvPr/>
        </p:nvPicPr>
        <p:blipFill>
          <a:blip r:embed="rId3"/>
          <a:stretch>
            <a:fillRect/>
          </a:stretch>
        </p:blipFill>
        <p:spPr>
          <a:xfrm>
            <a:off x="684701" y="1357312"/>
            <a:ext cx="4511554" cy="1606553"/>
          </a:xfrm>
          <a:prstGeom prst="rect">
            <a:avLst/>
          </a:prstGeom>
        </p:spPr>
      </p:pic>
      <p:pic>
        <p:nvPicPr>
          <p:cNvPr id="4" name="Grafik 3"/>
          <p:cNvPicPr>
            <a:picLocks noChangeAspect="1"/>
          </p:cNvPicPr>
          <p:nvPr/>
        </p:nvPicPr>
        <p:blipFill rotWithShape="1">
          <a:blip r:embed="rId3"/>
          <a:srcRect l="88424" t="60116" r="2420" b="25132"/>
          <a:stretch/>
        </p:blipFill>
        <p:spPr>
          <a:xfrm>
            <a:off x="4668716" y="2553169"/>
            <a:ext cx="429065" cy="246185"/>
          </a:xfrm>
          <a:prstGeom prst="rect">
            <a:avLst/>
          </a:prstGeom>
        </p:spPr>
      </p:pic>
      <p:pic>
        <p:nvPicPr>
          <p:cNvPr id="5" name="Grafik 4"/>
          <p:cNvPicPr>
            <a:picLocks noChangeAspect="1"/>
          </p:cNvPicPr>
          <p:nvPr/>
        </p:nvPicPr>
        <p:blipFill>
          <a:blip r:embed="rId4"/>
          <a:stretch>
            <a:fillRect/>
          </a:stretch>
        </p:blipFill>
        <p:spPr>
          <a:xfrm>
            <a:off x="1160220" y="3773365"/>
            <a:ext cx="4370144" cy="1948384"/>
          </a:xfrm>
          <a:prstGeom prst="rect">
            <a:avLst/>
          </a:prstGeom>
        </p:spPr>
      </p:pic>
    </p:spTree>
    <p:extLst>
      <p:ext uri="{BB962C8B-B14F-4D97-AF65-F5344CB8AC3E}">
        <p14:creationId xmlns:p14="http://schemas.microsoft.com/office/powerpoint/2010/main" val="3769330809"/>
      </p:ext>
    </p:extLst>
  </p:cSld>
  <p:clrMapOvr>
    <a:masterClrMapping/>
  </p:clrMapOvr>
  <p:extLst>
    <p:ext uri="{6950BFC3-D8DA-4A85-94F7-54DA5524770B}">
      <p188:commentRel xmlns:p188="http://schemas.microsoft.com/office/powerpoint/2018/8/main" r:id="rId2"/>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nhaltsplatzhalter 1"/>
          <p:cNvSpPr>
            <a:spLocks noGrp="1"/>
          </p:cNvSpPr>
          <p:nvPr>
            <p:ph sz="quarter" idx="30"/>
          </p:nvPr>
        </p:nvSpPr>
        <p:spPr>
          <a:xfrm>
            <a:off x="257901" y="226062"/>
            <a:ext cx="8628198" cy="4901749"/>
          </a:xfrm>
        </p:spPr>
        <p:txBody>
          <a:bodyPr/>
          <a:lstStyle/>
          <a:p>
            <a:pPr marL="285750" indent="-285750">
              <a:buFont typeface="Arial" panose="020B0604020202020204" pitchFamily="34" charset="0"/>
              <a:buChar char="•"/>
            </a:pPr>
            <a:r>
              <a:rPr lang="de-DE" dirty="0">
                <a:solidFill>
                  <a:srgbClr val="FF0000"/>
                </a:solidFill>
              </a:rPr>
              <a:t>Auch für Prozentwert und Prozentsatz soll es ein Eingabefeld geben wie bei dem Grundwert (mit – und + wie bei Grundwert)</a:t>
            </a:r>
          </a:p>
          <a:p>
            <a:pPr marL="285750" indent="-285750">
              <a:buFont typeface="Arial" panose="020B0604020202020204" pitchFamily="34" charset="0"/>
              <a:buChar char="•"/>
            </a:pPr>
            <a:endParaRPr lang="de-DE" dirty="0"/>
          </a:p>
          <a:p>
            <a:pPr marL="285750" indent="-285750">
              <a:buFont typeface="Arial" panose="020B0604020202020204" pitchFamily="34" charset="0"/>
              <a:buChar char="•"/>
            </a:pPr>
            <a:endParaRPr lang="de-DE" dirty="0"/>
          </a:p>
          <a:p>
            <a:endParaRPr lang="de-DE" dirty="0"/>
          </a:p>
          <a:p>
            <a:endParaRPr lang="de-DE" dirty="0"/>
          </a:p>
          <a:p>
            <a:endParaRPr lang="de-DE" dirty="0"/>
          </a:p>
          <a:p>
            <a:endParaRPr lang="de-DE" dirty="0"/>
          </a:p>
          <a:p>
            <a:endParaRPr lang="de-DE" dirty="0"/>
          </a:p>
          <a:p>
            <a:pPr marL="285750" indent="-285750">
              <a:buFont typeface="Arial" panose="020B0604020202020204" pitchFamily="34" charset="0"/>
              <a:buChar char="•"/>
            </a:pPr>
            <a:r>
              <a:rPr lang="de-DE" dirty="0"/>
              <a:t>Anzeige von Grundwert muss am Streifen ausschaltbar sein über Button (so wie jetzt schon bei Prozentsatz und Prozentwert)</a:t>
            </a:r>
          </a:p>
          <a:p>
            <a:pPr marL="285750" indent="-285750">
              <a:buFont typeface="Arial" panose="020B0604020202020204" pitchFamily="34" charset="0"/>
              <a:buChar char="•"/>
            </a:pPr>
            <a:r>
              <a:rPr lang="de-DE" dirty="0"/>
              <a:t>Eingabefelder für Prozentwert, Prozentsatz und Grundwert (gelbe Felder rechts unten) müssen ebenfalls auf unsichtbar schaltbar/ ausschaltbar sein (ebenfalls über Button, d.h. wir brauchen hier drei Buttons mehr)</a:t>
            </a:r>
          </a:p>
          <a:p>
            <a:pPr marL="285750" indent="-285750">
              <a:buFont typeface="Arial" panose="020B0604020202020204" pitchFamily="34" charset="0"/>
              <a:buChar char="•"/>
            </a:pPr>
            <a:endParaRPr lang="de-DE" dirty="0"/>
          </a:p>
          <a:p>
            <a:endParaRPr lang="de-DE" dirty="0"/>
          </a:p>
        </p:txBody>
      </p:sp>
      <p:pic>
        <p:nvPicPr>
          <p:cNvPr id="3" name="Grafik 2"/>
          <p:cNvPicPr>
            <a:picLocks noChangeAspect="1"/>
          </p:cNvPicPr>
          <p:nvPr/>
        </p:nvPicPr>
        <p:blipFill>
          <a:blip r:embed="rId3"/>
          <a:stretch>
            <a:fillRect/>
          </a:stretch>
        </p:blipFill>
        <p:spPr>
          <a:xfrm>
            <a:off x="930885" y="864942"/>
            <a:ext cx="4734974" cy="1686113"/>
          </a:xfrm>
          <a:prstGeom prst="rect">
            <a:avLst/>
          </a:prstGeom>
        </p:spPr>
      </p:pic>
      <p:sp>
        <p:nvSpPr>
          <p:cNvPr id="5" name="Rechteck 4"/>
          <p:cNvSpPr/>
          <p:nvPr/>
        </p:nvSpPr>
        <p:spPr>
          <a:xfrm>
            <a:off x="4645152" y="2449915"/>
            <a:ext cx="479122" cy="160647"/>
          </a:xfrm>
          <a:prstGeom prst="rect">
            <a:avLst/>
          </a:prstGeom>
          <a:solidFill>
            <a:schemeClr val="accent4">
              <a:lumMod val="20000"/>
              <a:lumOff val="80000"/>
            </a:schemeClr>
          </a:solidFill>
          <a:ln>
            <a:solidFill>
              <a:schemeClr val="accent4">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6" name="Grafik 5"/>
          <p:cNvPicPr>
            <a:picLocks noChangeAspect="1"/>
          </p:cNvPicPr>
          <p:nvPr/>
        </p:nvPicPr>
        <p:blipFill rotWithShape="1">
          <a:blip r:embed="rId3"/>
          <a:srcRect l="88424" t="60116" r="2420" b="25132"/>
          <a:stretch/>
        </p:blipFill>
        <p:spPr>
          <a:xfrm>
            <a:off x="5124274" y="2117610"/>
            <a:ext cx="429065" cy="246185"/>
          </a:xfrm>
          <a:prstGeom prst="rect">
            <a:avLst/>
          </a:prstGeom>
        </p:spPr>
      </p:pic>
      <p:sp>
        <p:nvSpPr>
          <p:cNvPr id="7" name="Rechteck 6"/>
          <p:cNvSpPr/>
          <p:nvPr/>
        </p:nvSpPr>
        <p:spPr>
          <a:xfrm>
            <a:off x="4645152" y="2717498"/>
            <a:ext cx="479122" cy="160647"/>
          </a:xfrm>
          <a:prstGeom prst="rect">
            <a:avLst/>
          </a:prstGeom>
          <a:solidFill>
            <a:schemeClr val="accent4">
              <a:lumMod val="20000"/>
              <a:lumOff val="80000"/>
            </a:schemeClr>
          </a:solidFill>
          <a:ln>
            <a:solidFill>
              <a:schemeClr val="accent4">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8" name="Grafik 7"/>
          <p:cNvPicPr>
            <a:picLocks noChangeAspect="1"/>
          </p:cNvPicPr>
          <p:nvPr/>
        </p:nvPicPr>
        <p:blipFill rotWithShape="1">
          <a:blip r:embed="rId3"/>
          <a:srcRect l="88424" t="60116" r="2420" b="25132"/>
          <a:stretch/>
        </p:blipFill>
        <p:spPr>
          <a:xfrm>
            <a:off x="5124273" y="2388091"/>
            <a:ext cx="429065" cy="246185"/>
          </a:xfrm>
          <a:prstGeom prst="rect">
            <a:avLst/>
          </a:prstGeom>
        </p:spPr>
      </p:pic>
      <p:pic>
        <p:nvPicPr>
          <p:cNvPr id="9" name="Grafik 8"/>
          <p:cNvPicPr>
            <a:picLocks noChangeAspect="1"/>
          </p:cNvPicPr>
          <p:nvPr/>
        </p:nvPicPr>
        <p:blipFill rotWithShape="1">
          <a:blip r:embed="rId3"/>
          <a:srcRect l="88424" t="60116" r="2420" b="25132"/>
          <a:stretch/>
        </p:blipFill>
        <p:spPr>
          <a:xfrm>
            <a:off x="5124272" y="2658653"/>
            <a:ext cx="429065" cy="246185"/>
          </a:xfrm>
          <a:prstGeom prst="rect">
            <a:avLst/>
          </a:prstGeom>
        </p:spPr>
      </p:pic>
      <p:sp>
        <p:nvSpPr>
          <p:cNvPr id="10" name="Rechteck 9"/>
          <p:cNvSpPr/>
          <p:nvPr/>
        </p:nvSpPr>
        <p:spPr>
          <a:xfrm>
            <a:off x="3893319" y="1920430"/>
            <a:ext cx="893437" cy="24004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1200" dirty="0">
                <a:solidFill>
                  <a:schemeClr val="tx1"/>
                </a:solidFill>
              </a:rPr>
              <a:t>Schritte</a:t>
            </a:r>
          </a:p>
        </p:txBody>
      </p:sp>
      <p:sp>
        <p:nvSpPr>
          <p:cNvPr id="11" name="Rechteck 10"/>
          <p:cNvSpPr/>
          <p:nvPr/>
        </p:nvSpPr>
        <p:spPr>
          <a:xfrm>
            <a:off x="3788291" y="2148049"/>
            <a:ext cx="893437" cy="24004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1200" dirty="0">
                <a:solidFill>
                  <a:schemeClr val="tx1"/>
                </a:solidFill>
              </a:rPr>
              <a:t>Grundwert</a:t>
            </a:r>
          </a:p>
        </p:txBody>
      </p:sp>
      <p:sp>
        <p:nvSpPr>
          <p:cNvPr id="12" name="Rechteck 11"/>
          <p:cNvSpPr/>
          <p:nvPr/>
        </p:nvSpPr>
        <p:spPr>
          <a:xfrm>
            <a:off x="3683263" y="2394233"/>
            <a:ext cx="998464" cy="26375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1200" dirty="0">
                <a:solidFill>
                  <a:schemeClr val="tx1"/>
                </a:solidFill>
              </a:rPr>
              <a:t>Prozentwert</a:t>
            </a:r>
          </a:p>
        </p:txBody>
      </p:sp>
      <p:sp>
        <p:nvSpPr>
          <p:cNvPr id="13" name="Rechteck 12"/>
          <p:cNvSpPr/>
          <p:nvPr/>
        </p:nvSpPr>
        <p:spPr>
          <a:xfrm>
            <a:off x="3683262" y="2666244"/>
            <a:ext cx="998464" cy="26375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1200" dirty="0">
                <a:solidFill>
                  <a:schemeClr val="tx1"/>
                </a:solidFill>
              </a:rPr>
              <a:t>Prozentsatz</a:t>
            </a:r>
          </a:p>
        </p:txBody>
      </p:sp>
    </p:spTree>
    <p:extLst>
      <p:ext uri="{BB962C8B-B14F-4D97-AF65-F5344CB8AC3E}">
        <p14:creationId xmlns:p14="http://schemas.microsoft.com/office/powerpoint/2010/main" val="1976073222"/>
      </p:ext>
    </p:extLst>
  </p:cSld>
  <p:clrMapOvr>
    <a:masterClrMapping/>
  </p:clrMapOvr>
  <p:extLst>
    <p:ext uri="{6950BFC3-D8DA-4A85-94F7-54DA5524770B}">
      <p188:commentRel xmlns:p188="http://schemas.microsoft.com/office/powerpoint/2018/8/main" r:id="rId2"/>
    </p:ext>
  </p:extLs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nhaltsplatzhalter 1"/>
          <p:cNvSpPr>
            <a:spLocks noGrp="1"/>
          </p:cNvSpPr>
          <p:nvPr>
            <p:ph sz="quarter" idx="30"/>
          </p:nvPr>
        </p:nvSpPr>
        <p:spPr>
          <a:xfrm>
            <a:off x="257901" y="226062"/>
            <a:ext cx="8628198" cy="5439631"/>
          </a:xfrm>
        </p:spPr>
        <p:txBody>
          <a:bodyPr/>
          <a:lstStyle/>
          <a:p>
            <a:pPr marL="285750" indent="-285750">
              <a:buFont typeface="Arial" panose="020B0604020202020204" pitchFamily="34" charset="0"/>
              <a:buChar char="•"/>
            </a:pPr>
            <a:r>
              <a:rPr lang="de-DE" dirty="0">
                <a:highlight>
                  <a:srgbClr val="FFFF00"/>
                </a:highlight>
                <a:latin typeface="Be Vietnam" panose="00000500000000000000" pitchFamily="2" charset="0"/>
              </a:rPr>
              <a:t>Graue Kästchen bei Prozentwert, Prozentsatz und Grundwert, als einschaltbares Scaffold bei Bedarf, um auf die relevanten Größen die Aufmerksamkeit zu setzen. </a:t>
            </a:r>
          </a:p>
          <a:p>
            <a:pPr marL="971550" lvl="1" indent="-285750">
              <a:buFont typeface="Arial" panose="020B0604020202020204" pitchFamily="34" charset="0"/>
              <a:buChar char="•"/>
            </a:pPr>
            <a:r>
              <a:rPr lang="de-DE" sz="1800" dirty="0">
                <a:highlight>
                  <a:srgbClr val="FFFF00"/>
                </a:highlight>
                <a:latin typeface="Be Vietnam" panose="00000500000000000000" pitchFamily="2" charset="0"/>
              </a:rPr>
              <a:t>Kann jedes Kästchen von uns im Hintergrund individuell ein – und ausgeschaltet werden? </a:t>
            </a:r>
          </a:p>
          <a:p>
            <a:pPr marL="971550" lvl="1" indent="-285750">
              <a:buFont typeface="Arial" panose="020B0604020202020204" pitchFamily="34" charset="0"/>
              <a:buChar char="•"/>
            </a:pPr>
            <a:r>
              <a:rPr lang="de-DE" sz="1800" dirty="0">
                <a:highlight>
                  <a:srgbClr val="FFFF00"/>
                </a:highlight>
                <a:latin typeface="Be Vietnam" panose="00000500000000000000" pitchFamily="2" charset="0"/>
              </a:rPr>
              <a:t>Aber Zahlenwert kann unabhängig von Anzeige dieses Kärtchens auf unsichtbar gestellt werden. Kästchen müssen mit Balken mitwandern</a:t>
            </a:r>
          </a:p>
        </p:txBody>
      </p:sp>
      <p:pic>
        <p:nvPicPr>
          <p:cNvPr id="5" name="Grafik 4"/>
          <p:cNvPicPr>
            <a:picLocks noChangeAspect="1"/>
          </p:cNvPicPr>
          <p:nvPr/>
        </p:nvPicPr>
        <p:blipFill>
          <a:blip r:embed="rId3"/>
          <a:stretch>
            <a:fillRect/>
          </a:stretch>
        </p:blipFill>
        <p:spPr>
          <a:xfrm>
            <a:off x="463677" y="3163633"/>
            <a:ext cx="5924550" cy="2066925"/>
          </a:xfrm>
          <a:prstGeom prst="rect">
            <a:avLst/>
          </a:prstGeom>
        </p:spPr>
      </p:pic>
      <p:sp>
        <p:nvSpPr>
          <p:cNvPr id="7" name="Abgerundetes Rechteck 6"/>
          <p:cNvSpPr/>
          <p:nvPr/>
        </p:nvSpPr>
        <p:spPr>
          <a:xfrm>
            <a:off x="2389632" y="4060218"/>
            <a:ext cx="499872" cy="281892"/>
          </a:xfrm>
          <a:prstGeom prst="roundRect">
            <a:avLst/>
          </a:prstGeom>
          <a:solidFill>
            <a:schemeClr val="bg1">
              <a:lumMod val="9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Abgerundetes Rechteck 8"/>
          <p:cNvSpPr/>
          <p:nvPr/>
        </p:nvSpPr>
        <p:spPr>
          <a:xfrm>
            <a:off x="4425505" y="4056149"/>
            <a:ext cx="499872" cy="281892"/>
          </a:xfrm>
          <a:prstGeom prst="roundRect">
            <a:avLst/>
          </a:prstGeom>
          <a:solidFill>
            <a:schemeClr val="bg1">
              <a:lumMod val="9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0" name="Abgerundetes Rechteck 9"/>
          <p:cNvSpPr/>
          <p:nvPr/>
        </p:nvSpPr>
        <p:spPr>
          <a:xfrm>
            <a:off x="2389632" y="3105314"/>
            <a:ext cx="499872" cy="281892"/>
          </a:xfrm>
          <a:prstGeom prst="roundRect">
            <a:avLst/>
          </a:prstGeom>
          <a:solidFill>
            <a:schemeClr val="bg1">
              <a:lumMod val="9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3602547445"/>
      </p:ext>
    </p:extLst>
  </p:cSld>
  <p:clrMapOvr>
    <a:masterClrMapping/>
  </p:clrMapOvr>
  <p:extLst>
    <p:ext uri="{6950BFC3-D8DA-4A85-94F7-54DA5524770B}">
      <p188:commentRel xmlns:p188="http://schemas.microsoft.com/office/powerpoint/2018/8/main" r:id="rId2"/>
    </p:ext>
  </p:extLs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nhaltsplatzhalter 1"/>
          <p:cNvSpPr>
            <a:spLocks noGrp="1"/>
          </p:cNvSpPr>
          <p:nvPr>
            <p:ph sz="quarter" idx="30"/>
          </p:nvPr>
        </p:nvSpPr>
        <p:spPr>
          <a:xfrm>
            <a:off x="257901" y="226062"/>
            <a:ext cx="8628198" cy="4928643"/>
          </a:xfrm>
        </p:spPr>
        <p:txBody>
          <a:bodyPr/>
          <a:lstStyle/>
          <a:p>
            <a:pPr marL="285750" indent="-285750">
              <a:buFont typeface="Arial" panose="020B0604020202020204" pitchFamily="34" charset="0"/>
              <a:buChar char="•"/>
            </a:pPr>
            <a:r>
              <a:rPr lang="de-DE" dirty="0"/>
              <a:t>Erweitern des Streifens über 100% hinaus</a:t>
            </a:r>
          </a:p>
          <a:p>
            <a:pPr marL="971550" lvl="1" indent="-285750">
              <a:buFont typeface="Arial" panose="020B0604020202020204" pitchFamily="34" charset="0"/>
              <a:buChar char="•"/>
            </a:pPr>
            <a:r>
              <a:rPr lang="de-DE" sz="1800" dirty="0">
                <a:latin typeface="Be Vietnam" panose="00000500000000000000" pitchFamily="2" charset="0"/>
              </a:rPr>
              <a:t>Version „Prozentstreifen implizit rot“: Hier ist das Problem, dass Streifen nur bei Veränderung des roten Anteils „wächst“. Anteil (roter Balken) und grauer Gesamtbalken müssen unabhängig voneinander veränderbar sein. Grauer Gesamtbalken muss „kontinuierlich“ verlängerbar sein (ist </a:t>
            </a:r>
            <a:r>
              <a:rPr lang="de-DE" sz="1800" dirty="0" err="1">
                <a:latin typeface="Be Vietnam" panose="00000500000000000000" pitchFamily="2" charset="0"/>
              </a:rPr>
              <a:t>Schrittigkeit</a:t>
            </a:r>
            <a:r>
              <a:rPr lang="de-DE" sz="1800" dirty="0">
                <a:latin typeface="Be Vietnam" panose="00000500000000000000" pitchFamily="2" charset="0"/>
              </a:rPr>
              <a:t> an Feinheitsstufe der </a:t>
            </a:r>
            <a:r>
              <a:rPr lang="de-DE" sz="1800" dirty="0" err="1">
                <a:latin typeface="Be Vietnam" panose="00000500000000000000" pitchFamily="2" charset="0"/>
              </a:rPr>
              <a:t>Kontinuierlichkeit</a:t>
            </a:r>
            <a:r>
              <a:rPr lang="de-DE" sz="1800" dirty="0">
                <a:latin typeface="Be Vietnam" panose="00000500000000000000" pitchFamily="2" charset="0"/>
              </a:rPr>
              <a:t> „</a:t>
            </a:r>
            <a:r>
              <a:rPr lang="de-DE" sz="1800" dirty="0" err="1">
                <a:latin typeface="Be Vietnam" panose="00000500000000000000" pitchFamily="2" charset="0"/>
              </a:rPr>
              <a:t>prec</a:t>
            </a:r>
            <a:r>
              <a:rPr lang="de-DE" sz="1800" dirty="0">
                <a:latin typeface="Be Vietnam" panose="00000500000000000000" pitchFamily="2" charset="0"/>
              </a:rPr>
              <a:t>“ koppelbar“?)</a:t>
            </a:r>
          </a:p>
          <a:p>
            <a:pPr marL="971550" lvl="1" indent="-285750">
              <a:buFont typeface="Arial" panose="020B0604020202020204" pitchFamily="34" charset="0"/>
              <a:buChar char="•"/>
            </a:pPr>
            <a:r>
              <a:rPr lang="de-DE" sz="1800" b="1" dirty="0">
                <a:latin typeface="Be Vietnam" panose="00000500000000000000" pitchFamily="2" charset="0"/>
              </a:rPr>
              <a:t>Aufgabentyp</a:t>
            </a:r>
            <a:r>
              <a:rPr lang="de-DE" sz="1800" dirty="0">
                <a:latin typeface="Be Vietnam" panose="00000500000000000000" pitchFamily="2" charset="0"/>
              </a:rPr>
              <a:t>: „verlängerter“ Gesamtprozent wie 119% und neuer dazu passender „vergrößerter“  Grundwert wie 9,90€ sind vorgegeben, davon ausgehend ist der eigentlich Grundwert zu bestimmen (also eigentlich jetzt der Prozentwert). Wie kann das technisch am besten gehen? Braucht es hier neues Eingabefeld für diesen neuen Grundwert? Oder kann man das koppeln an den ursprünglichen Grundwert? </a:t>
            </a:r>
          </a:p>
          <a:p>
            <a:pPr lvl="1" indent="0">
              <a:buNone/>
            </a:pPr>
            <a:endParaRPr lang="de-DE" sz="1800" dirty="0">
              <a:latin typeface="Be Vietnam" panose="00000500000000000000" pitchFamily="2" charset="0"/>
            </a:endParaRPr>
          </a:p>
        </p:txBody>
      </p:sp>
      <p:pic>
        <p:nvPicPr>
          <p:cNvPr id="4" name="Grafik 3"/>
          <p:cNvPicPr>
            <a:picLocks noChangeAspect="1"/>
          </p:cNvPicPr>
          <p:nvPr/>
        </p:nvPicPr>
        <p:blipFill>
          <a:blip r:embed="rId3"/>
          <a:stretch>
            <a:fillRect/>
          </a:stretch>
        </p:blipFill>
        <p:spPr>
          <a:xfrm>
            <a:off x="1608068" y="4252532"/>
            <a:ext cx="5635255" cy="1600374"/>
          </a:xfrm>
          <a:prstGeom prst="rect">
            <a:avLst/>
          </a:prstGeom>
        </p:spPr>
      </p:pic>
    </p:spTree>
    <p:extLst>
      <p:ext uri="{BB962C8B-B14F-4D97-AF65-F5344CB8AC3E}">
        <p14:creationId xmlns:p14="http://schemas.microsoft.com/office/powerpoint/2010/main" val="2634348790"/>
      </p:ext>
    </p:extLst>
  </p:cSld>
  <p:clrMapOvr>
    <a:masterClrMapping/>
  </p:clrMapOvr>
  <p:extLst>
    <p:ext uri="{6950BFC3-D8DA-4A85-94F7-54DA5524770B}">
      <p188:commentRel xmlns:p188="http://schemas.microsoft.com/office/powerpoint/2018/8/main" r:id="rId2"/>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nhaltsplatzhalter 1"/>
          <p:cNvSpPr>
            <a:spLocks noGrp="1"/>
          </p:cNvSpPr>
          <p:nvPr>
            <p:ph sz="quarter" idx="30"/>
          </p:nvPr>
        </p:nvSpPr>
        <p:spPr/>
        <p:txBody>
          <a:bodyPr/>
          <a:lstStyle/>
          <a:p>
            <a:endParaRPr lang="de-DE" dirty="0"/>
          </a:p>
          <a:p>
            <a:pPr marL="285750" indent="-285750">
              <a:buFont typeface="Arial" panose="020B0604020202020204" pitchFamily="34" charset="0"/>
              <a:buChar char="•"/>
            </a:pPr>
            <a:r>
              <a:rPr lang="de-DE" dirty="0"/>
              <a:t>Auf lange Sicht liebäugeln wir noch mit dem Freihandtool am Streifen in Cindy, um Notizen und Pfeile dran eintragen zu können. Wir probieren gerade aus, wie ein Freihandtool in </a:t>
            </a:r>
            <a:r>
              <a:rPr lang="de-DE" dirty="0" err="1"/>
              <a:t>Articulate</a:t>
            </a:r>
            <a:r>
              <a:rPr lang="de-DE" dirty="0"/>
              <a:t> gehen könnte. </a:t>
            </a:r>
            <a:br>
              <a:rPr lang="de-DE" dirty="0"/>
            </a:br>
            <a:r>
              <a:rPr lang="de-DE" dirty="0"/>
              <a:t>Die anderen Funktionen haben wir uns Priorität, um schon einmal in Erhebungen starten zu können. Wir wollten den Punkt hier aber vollständigkeitshalber anmerken. </a:t>
            </a:r>
          </a:p>
          <a:p>
            <a:endParaRPr lang="de-DE" dirty="0"/>
          </a:p>
        </p:txBody>
      </p:sp>
    </p:spTree>
    <p:extLst>
      <p:ext uri="{BB962C8B-B14F-4D97-AF65-F5344CB8AC3E}">
        <p14:creationId xmlns:p14="http://schemas.microsoft.com/office/powerpoint/2010/main" val="237044704"/>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Benutzerdefiniert 1">
      <a:majorFont>
        <a:latin typeface="Be Vietnam Pro bold"/>
        <a:ea typeface="Arial"/>
        <a:cs typeface="Arial"/>
      </a:majorFont>
      <a:minorFont>
        <a:latin typeface="Be Vietnam Pro"/>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
      <a:majorFont>
        <a:latin typeface="Be Vietnam Pro bold"/>
        <a:ea typeface="Arial"/>
        <a:cs typeface="Arial"/>
      </a:majorFont>
      <a:minorFont>
        <a:latin typeface="Be Vietnam Pro"/>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0</TotalTime>
  <Words>786</Words>
  <Application>Microsoft Office PowerPoint</Application>
  <PresentationFormat>Bildschirmpräsentation (4:3)</PresentationFormat>
  <Paragraphs>61</Paragraphs>
  <Slides>8</Slides>
  <Notes>1</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8</vt:i4>
      </vt:variant>
    </vt:vector>
  </HeadingPairs>
  <TitlesOfParts>
    <vt:vector size="14" baseType="lpstr">
      <vt:lpstr>Arial</vt:lpstr>
      <vt:lpstr>Be Vietnam</vt:lpstr>
      <vt:lpstr>Be Vietnam Pro</vt:lpstr>
      <vt:lpstr>Calibri Light</vt:lpstr>
      <vt:lpstr>Wingdings</vt:lpstr>
      <vt:lpstr>Office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TU Dortmund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Malina Abraham</dc:creator>
  <cp:lastModifiedBy>Marcus Röhming</cp:lastModifiedBy>
  <cp:revision>236</cp:revision>
  <dcterms:created xsi:type="dcterms:W3CDTF">2024-11-07T19:40:23Z</dcterms:created>
  <dcterms:modified xsi:type="dcterms:W3CDTF">2025-06-12T12:03:25Z</dcterms:modified>
</cp:coreProperties>
</file>