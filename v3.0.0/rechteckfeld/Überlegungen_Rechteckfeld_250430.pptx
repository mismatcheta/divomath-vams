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00_8042A1EA.xml" ContentType="application/vnd.ms-powerpoint.comments+xml"/>
  <Override PartName="/ppt/comments/modernComment_104_AA9D925A.xml" ContentType="application/vnd.ms-powerpoint.comments+xml"/>
  <Override PartName="/ppt/notesSlides/notesSlide1.xml" ContentType="application/vnd.openxmlformats-officedocument.presentationml.notesSlide+xml"/>
  <Override PartName="/ppt/comments/modernComment_10C_70D2A16F.xml" ContentType="application/vnd.ms-powerpoint.comments+xml"/>
  <Override PartName="/ppt/notesSlides/notesSlide2.xml" ContentType="application/vnd.openxmlformats-officedocument.presentationml.notesSlide+xml"/>
  <Override PartName="/ppt/comments/modernComment_10E_8301D2DF.xml" ContentType="application/vnd.ms-powerpoint.comment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0" r:id="rId3"/>
    <p:sldId id="268" r:id="rId4"/>
    <p:sldId id="258" r:id="rId5"/>
    <p:sldId id="262" r:id="rId6"/>
    <p:sldId id="264" r:id="rId7"/>
    <p:sldId id="269" r:id="rId8"/>
    <p:sldId id="270" r:id="rId9"/>
    <p:sldId id="271" r:id="rId10"/>
    <p:sldId id="272" r:id="rId11"/>
    <p:sldId id="273" r:id="rId12"/>
    <p:sldId id="275" r:id="rId13"/>
    <p:sldId id="274" r:id="rId14"/>
    <p:sldId id="265" r:id="rId15"/>
    <p:sldId id="267" r:id="rId16"/>
    <p:sldId id="261" r:id="rId17"/>
    <p:sldId id="276"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77A2804-A422-83DE-D2BB-A8E394F80F7A}" name="Marcus Röhming" initials="MR" userId="0f725a30e114f0f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DD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8557F9-BD53-4072-801A-A31CEF6233CC}" v="38" dt="2025-06-27T09:46:05.1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996"/>
    <p:restoredTop sz="94649"/>
  </p:normalViewPr>
  <p:slideViewPr>
    <p:cSldViewPr snapToGrid="0">
      <p:cViewPr varScale="1">
        <p:scale>
          <a:sx n="99" d="100"/>
          <a:sy n="99" d="100"/>
        </p:scale>
        <p:origin x="112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Röhming" userId="0f725a30e114f0f8" providerId="LiveId" clId="{E18557F9-BD53-4072-801A-A31CEF6233CC}"/>
    <pc:docChg chg="undo custSel addSld modSld">
      <pc:chgData name="Marcus Röhming" userId="0f725a30e114f0f8" providerId="LiveId" clId="{E18557F9-BD53-4072-801A-A31CEF6233CC}" dt="2025-06-27T10:05:08.755" v="100" actId="688"/>
      <pc:docMkLst>
        <pc:docMk/>
      </pc:docMkLst>
      <pc:sldChg chg="modSp mod modCm">
        <pc:chgData name="Marcus Röhming" userId="0f725a30e114f0f8" providerId="LiveId" clId="{E18557F9-BD53-4072-801A-A31CEF6233CC}" dt="2025-06-27T09:24:48.782" v="13"/>
        <pc:sldMkLst>
          <pc:docMk/>
          <pc:sldMk cId="2862453338" sldId="260"/>
        </pc:sldMkLst>
        <pc:spChg chg="mod">
          <ac:chgData name="Marcus Röhming" userId="0f725a30e114f0f8" providerId="LiveId" clId="{E18557F9-BD53-4072-801A-A31CEF6233CC}" dt="2025-06-27T09:24:48.782" v="13"/>
          <ac:spMkLst>
            <pc:docMk/>
            <pc:sldMk cId="2862453338" sldId="260"/>
            <ac:spMk id="3" creationId="{3BE21D7B-7FCD-9D44-F977-86AAC70655D8}"/>
          </ac:spMkLst>
        </pc:spChg>
        <pc:extLst>
          <p:ext xmlns:p="http://schemas.openxmlformats.org/presentationml/2006/main" uri="{D6D511B9-2390-475A-947B-AFAB55BFBCF1}">
            <pc226:cmChg xmlns:pc226="http://schemas.microsoft.com/office/powerpoint/2022/06/main/command" chg="mod">
              <pc226:chgData name="Marcus Röhming" userId="0f725a30e114f0f8" providerId="LiveId" clId="{E18557F9-BD53-4072-801A-A31CEF6233CC}" dt="2025-06-27T09:24:45.609" v="12" actId="20577"/>
              <pc2:cmMkLst xmlns:pc2="http://schemas.microsoft.com/office/powerpoint/2019/9/main/command">
                <pc:docMk/>
                <pc:sldMk cId="2862453338" sldId="260"/>
                <pc2:cmMk id="{43D0E835-9B53-4637-B244-FA72FDCF8DD5}"/>
              </pc2:cmMkLst>
            </pc226:cmChg>
          </p:ext>
        </pc:extLst>
      </pc:sldChg>
      <pc:sldChg chg="modSp mod">
        <pc:chgData name="Marcus Röhming" userId="0f725a30e114f0f8" providerId="LiveId" clId="{E18557F9-BD53-4072-801A-A31CEF6233CC}" dt="2025-06-27T10:05:08.755" v="100" actId="688"/>
        <pc:sldMkLst>
          <pc:docMk/>
          <pc:sldMk cId="1154730225" sldId="261"/>
        </pc:sldMkLst>
        <pc:picChg chg="mod">
          <ac:chgData name="Marcus Röhming" userId="0f725a30e114f0f8" providerId="LiveId" clId="{E18557F9-BD53-4072-801A-A31CEF6233CC}" dt="2025-06-27T10:05:08.755" v="100" actId="688"/>
          <ac:picMkLst>
            <pc:docMk/>
            <pc:sldMk cId="1154730225" sldId="261"/>
            <ac:picMk id="8" creationId="{C88E8D45-FD85-05F4-20A4-1B637DCEACFC}"/>
          </ac:picMkLst>
        </pc:picChg>
      </pc:sldChg>
      <pc:sldChg chg="modSp mod">
        <pc:chgData name="Marcus Röhming" userId="0f725a30e114f0f8" providerId="LiveId" clId="{E18557F9-BD53-4072-801A-A31CEF6233CC}" dt="2025-06-27T09:38:10.213" v="24" actId="1076"/>
        <pc:sldMkLst>
          <pc:docMk/>
          <pc:sldMk cId="819718734" sldId="262"/>
        </pc:sldMkLst>
        <pc:spChg chg="mod">
          <ac:chgData name="Marcus Röhming" userId="0f725a30e114f0f8" providerId="LiveId" clId="{E18557F9-BD53-4072-801A-A31CEF6233CC}" dt="2025-06-27T09:27:09.136" v="14" actId="1076"/>
          <ac:spMkLst>
            <pc:docMk/>
            <pc:sldMk cId="819718734" sldId="262"/>
            <ac:spMk id="7" creationId="{B7090549-C19E-4E49-17DB-B31691C557E9}"/>
          </ac:spMkLst>
        </pc:spChg>
        <pc:spChg chg="mod">
          <ac:chgData name="Marcus Röhming" userId="0f725a30e114f0f8" providerId="LiveId" clId="{E18557F9-BD53-4072-801A-A31CEF6233CC}" dt="2025-06-27T09:27:09.136" v="14" actId="1076"/>
          <ac:spMkLst>
            <pc:docMk/>
            <pc:sldMk cId="819718734" sldId="262"/>
            <ac:spMk id="8" creationId="{56532086-E65B-6A8F-CF64-2356AD02C604}"/>
          </ac:spMkLst>
        </pc:spChg>
        <pc:spChg chg="mod">
          <ac:chgData name="Marcus Röhming" userId="0f725a30e114f0f8" providerId="LiveId" clId="{E18557F9-BD53-4072-801A-A31CEF6233CC}" dt="2025-06-27T09:27:09.136" v="14" actId="1076"/>
          <ac:spMkLst>
            <pc:docMk/>
            <pc:sldMk cId="819718734" sldId="262"/>
            <ac:spMk id="9" creationId="{6B4BC2D6-E47A-A309-8EBE-CD48586E9F2E}"/>
          </ac:spMkLst>
        </pc:spChg>
        <pc:spChg chg="mod">
          <ac:chgData name="Marcus Röhming" userId="0f725a30e114f0f8" providerId="LiveId" clId="{E18557F9-BD53-4072-801A-A31CEF6233CC}" dt="2025-06-27T09:27:09.136" v="14" actId="1076"/>
          <ac:spMkLst>
            <pc:docMk/>
            <pc:sldMk cId="819718734" sldId="262"/>
            <ac:spMk id="11" creationId="{97E5330D-B4C0-8944-F4B5-E50C6BA6F7D3}"/>
          </ac:spMkLst>
        </pc:spChg>
        <pc:spChg chg="mod">
          <ac:chgData name="Marcus Röhming" userId="0f725a30e114f0f8" providerId="LiveId" clId="{E18557F9-BD53-4072-801A-A31CEF6233CC}" dt="2025-06-27T09:38:10.213" v="24" actId="1076"/>
          <ac:spMkLst>
            <pc:docMk/>
            <pc:sldMk cId="819718734" sldId="262"/>
            <ac:spMk id="16" creationId="{4450B20B-08A6-0DE5-0C8D-77446A3553C9}"/>
          </ac:spMkLst>
        </pc:spChg>
        <pc:spChg chg="mod">
          <ac:chgData name="Marcus Röhming" userId="0f725a30e114f0f8" providerId="LiveId" clId="{E18557F9-BD53-4072-801A-A31CEF6233CC}" dt="2025-06-27T09:27:09.136" v="14" actId="1076"/>
          <ac:spMkLst>
            <pc:docMk/>
            <pc:sldMk cId="819718734" sldId="262"/>
            <ac:spMk id="22" creationId="{D46E2FA6-778A-FD3B-2E78-25FD25154F7A}"/>
          </ac:spMkLst>
        </pc:spChg>
        <pc:spChg chg="mod">
          <ac:chgData name="Marcus Röhming" userId="0f725a30e114f0f8" providerId="LiveId" clId="{E18557F9-BD53-4072-801A-A31CEF6233CC}" dt="2025-06-27T09:27:09.136" v="14" actId="1076"/>
          <ac:spMkLst>
            <pc:docMk/>
            <pc:sldMk cId="819718734" sldId="262"/>
            <ac:spMk id="30" creationId="{325C1944-EE84-A850-489E-80AE830478B6}"/>
          </ac:spMkLst>
        </pc:spChg>
      </pc:sldChg>
      <pc:sldChg chg="modSp mod">
        <pc:chgData name="Marcus Röhming" userId="0f725a30e114f0f8" providerId="LiveId" clId="{E18557F9-BD53-4072-801A-A31CEF6233CC}" dt="2025-06-27T09:13:49.984" v="6" actId="1076"/>
        <pc:sldMkLst>
          <pc:docMk/>
          <pc:sldMk cId="1325442945" sldId="264"/>
        </pc:sldMkLst>
        <pc:spChg chg="mod">
          <ac:chgData name="Marcus Röhming" userId="0f725a30e114f0f8" providerId="LiveId" clId="{E18557F9-BD53-4072-801A-A31CEF6233CC}" dt="2025-06-27T09:13:49.984" v="6" actId="1076"/>
          <ac:spMkLst>
            <pc:docMk/>
            <pc:sldMk cId="1325442945" sldId="264"/>
            <ac:spMk id="16" creationId="{2A55BC88-2DEB-4744-B431-32E95D8F4F80}"/>
          </ac:spMkLst>
        </pc:spChg>
      </pc:sldChg>
      <pc:sldChg chg="addSp modSp mod">
        <pc:chgData name="Marcus Röhming" userId="0f725a30e114f0f8" providerId="LiveId" clId="{E18557F9-BD53-4072-801A-A31CEF6233CC}" dt="2025-06-27T09:29:53.324" v="16" actId="1076"/>
        <pc:sldMkLst>
          <pc:docMk/>
          <pc:sldMk cId="1687084915" sldId="269"/>
        </pc:sldMkLst>
        <pc:picChg chg="add mod">
          <ac:chgData name="Marcus Röhming" userId="0f725a30e114f0f8" providerId="LiveId" clId="{E18557F9-BD53-4072-801A-A31CEF6233CC}" dt="2025-06-27T09:29:53.324" v="16" actId="1076"/>
          <ac:picMkLst>
            <pc:docMk/>
            <pc:sldMk cId="1687084915" sldId="269"/>
            <ac:picMk id="5" creationId="{38F50979-3B9F-DC4C-B22D-D790A271460D}"/>
          </ac:picMkLst>
        </pc:picChg>
      </pc:sldChg>
      <pc:sldChg chg="addSp modSp mod">
        <pc:chgData name="Marcus Röhming" userId="0f725a30e114f0f8" providerId="LiveId" clId="{E18557F9-BD53-4072-801A-A31CEF6233CC}" dt="2025-06-27T09:31:27.855" v="23" actId="20577"/>
        <pc:sldMkLst>
          <pc:docMk/>
          <pc:sldMk cId="2197934815" sldId="270"/>
        </pc:sldMkLst>
        <pc:spChg chg="add mod">
          <ac:chgData name="Marcus Röhming" userId="0f725a30e114f0f8" providerId="LiveId" clId="{E18557F9-BD53-4072-801A-A31CEF6233CC}" dt="2025-06-27T09:31:27.855" v="23" actId="20577"/>
          <ac:spMkLst>
            <pc:docMk/>
            <pc:sldMk cId="2197934815" sldId="270"/>
            <ac:spMk id="3" creationId="{3D3E9E12-980A-F5FE-1170-0C6571E63666}"/>
          </ac:spMkLst>
        </pc:spChg>
      </pc:sldChg>
      <pc:sldChg chg="addSp modSp mod">
        <pc:chgData name="Marcus Röhming" userId="0f725a30e114f0f8" providerId="LiveId" clId="{E18557F9-BD53-4072-801A-A31CEF6233CC}" dt="2025-06-27T09:43:04.802" v="65" actId="1076"/>
        <pc:sldMkLst>
          <pc:docMk/>
          <pc:sldMk cId="929640956" sldId="272"/>
        </pc:sldMkLst>
        <pc:spChg chg="mod">
          <ac:chgData name="Marcus Röhming" userId="0f725a30e114f0f8" providerId="LiveId" clId="{E18557F9-BD53-4072-801A-A31CEF6233CC}" dt="2025-06-27T09:42:30.178" v="25" actId="1076"/>
          <ac:spMkLst>
            <pc:docMk/>
            <pc:sldMk cId="929640956" sldId="272"/>
            <ac:spMk id="2" creationId="{99472409-5DE2-3353-6E59-65DB822A3AD8}"/>
          </ac:spMkLst>
        </pc:spChg>
        <pc:spChg chg="add mod">
          <ac:chgData name="Marcus Röhming" userId="0f725a30e114f0f8" providerId="LiveId" clId="{E18557F9-BD53-4072-801A-A31CEF6233CC}" dt="2025-06-27T09:43:00.621" v="63" actId="1076"/>
          <ac:spMkLst>
            <pc:docMk/>
            <pc:sldMk cId="929640956" sldId="272"/>
            <ac:spMk id="7" creationId="{8F4B8EE5-5F2C-1A6F-98DA-F0D35597EB38}"/>
          </ac:spMkLst>
        </pc:spChg>
        <pc:picChg chg="mod">
          <ac:chgData name="Marcus Röhming" userId="0f725a30e114f0f8" providerId="LiveId" clId="{E18557F9-BD53-4072-801A-A31CEF6233CC}" dt="2025-06-27T09:43:04.802" v="65" actId="1076"/>
          <ac:picMkLst>
            <pc:docMk/>
            <pc:sldMk cId="929640956" sldId="272"/>
            <ac:picMk id="3" creationId="{00000000-0000-0000-0000-000000000000}"/>
          </ac:picMkLst>
        </pc:picChg>
      </pc:sldChg>
      <pc:sldChg chg="delSp modSp mod">
        <pc:chgData name="Marcus Röhming" userId="0f725a30e114f0f8" providerId="LiveId" clId="{E18557F9-BD53-4072-801A-A31CEF6233CC}" dt="2025-06-27T09:49:00.808" v="96" actId="478"/>
        <pc:sldMkLst>
          <pc:docMk/>
          <pc:sldMk cId="1018527769" sldId="274"/>
        </pc:sldMkLst>
        <pc:picChg chg="del mod">
          <ac:chgData name="Marcus Röhming" userId="0f725a30e114f0f8" providerId="LiveId" clId="{E18557F9-BD53-4072-801A-A31CEF6233CC}" dt="2025-06-27T09:49:00.808" v="96" actId="478"/>
          <ac:picMkLst>
            <pc:docMk/>
            <pc:sldMk cId="1018527769" sldId="274"/>
            <ac:picMk id="40" creationId="{00000000-0000-0000-0000-000000000000}"/>
          </ac:picMkLst>
        </pc:picChg>
      </pc:sldChg>
      <pc:sldChg chg="addSp delSp modSp new mod">
        <pc:chgData name="Marcus Röhming" userId="0f725a30e114f0f8" providerId="LiveId" clId="{E18557F9-BD53-4072-801A-A31CEF6233CC}" dt="2025-06-27T09:47:21.968" v="94" actId="478"/>
        <pc:sldMkLst>
          <pc:docMk/>
          <pc:sldMk cId="1805452861" sldId="276"/>
        </pc:sldMkLst>
        <pc:spChg chg="del">
          <ac:chgData name="Marcus Röhming" userId="0f725a30e114f0f8" providerId="LiveId" clId="{E18557F9-BD53-4072-801A-A31CEF6233CC}" dt="2025-06-27T09:44:55.273" v="67" actId="478"/>
          <ac:spMkLst>
            <pc:docMk/>
            <pc:sldMk cId="1805452861" sldId="276"/>
            <ac:spMk id="2" creationId="{851141D6-D7FE-376A-3025-E1D8B6043163}"/>
          </ac:spMkLst>
        </pc:spChg>
        <pc:spChg chg="add del">
          <ac:chgData name="Marcus Röhming" userId="0f725a30e114f0f8" providerId="LiveId" clId="{E18557F9-BD53-4072-801A-A31CEF6233CC}" dt="2025-06-27T09:45:07.137" v="71" actId="478"/>
          <ac:spMkLst>
            <pc:docMk/>
            <pc:sldMk cId="1805452861" sldId="276"/>
            <ac:spMk id="3" creationId="{551AAA98-3E61-7DDF-E9F6-E712D94D349A}"/>
          </ac:spMkLst>
        </pc:spChg>
        <pc:spChg chg="add del mod">
          <ac:chgData name="Marcus Röhming" userId="0f725a30e114f0f8" providerId="LiveId" clId="{E18557F9-BD53-4072-801A-A31CEF6233CC}" dt="2025-06-27T09:45:07.137" v="71" actId="478"/>
          <ac:spMkLst>
            <pc:docMk/>
            <pc:sldMk cId="1805452861" sldId="276"/>
            <ac:spMk id="4" creationId="{63BEEEE7-9735-9563-8083-620D168256D1}"/>
          </ac:spMkLst>
        </pc:spChg>
        <pc:spChg chg="add">
          <ac:chgData name="Marcus Röhming" userId="0f725a30e114f0f8" providerId="LiveId" clId="{E18557F9-BD53-4072-801A-A31CEF6233CC}" dt="2025-06-27T09:45:11.811" v="72" actId="11529"/>
          <ac:spMkLst>
            <pc:docMk/>
            <pc:sldMk cId="1805452861" sldId="276"/>
            <ac:spMk id="5" creationId="{52AF89C1-57C5-DB4D-B81A-0A1C79C521EA}"/>
          </ac:spMkLst>
        </pc:spChg>
        <pc:spChg chg="add mod">
          <ac:chgData name="Marcus Röhming" userId="0f725a30e114f0f8" providerId="LiveId" clId="{E18557F9-BD53-4072-801A-A31CEF6233CC}" dt="2025-06-27T09:45:59.335" v="83" actId="1076"/>
          <ac:spMkLst>
            <pc:docMk/>
            <pc:sldMk cId="1805452861" sldId="276"/>
            <ac:spMk id="6" creationId="{0A049B13-40EF-DBE5-542C-CCEB961AE618}"/>
          </ac:spMkLst>
        </pc:spChg>
        <pc:spChg chg="add mod">
          <ac:chgData name="Marcus Röhming" userId="0f725a30e114f0f8" providerId="LiveId" clId="{E18557F9-BD53-4072-801A-A31CEF6233CC}" dt="2025-06-27T09:45:59.335" v="83" actId="1076"/>
          <ac:spMkLst>
            <pc:docMk/>
            <pc:sldMk cId="1805452861" sldId="276"/>
            <ac:spMk id="7" creationId="{6AF8D6A5-F993-80AA-ED32-B1790081EA9A}"/>
          </ac:spMkLst>
        </pc:spChg>
        <pc:spChg chg="add mod">
          <ac:chgData name="Marcus Röhming" userId="0f725a30e114f0f8" providerId="LiveId" clId="{E18557F9-BD53-4072-801A-A31CEF6233CC}" dt="2025-06-27T09:45:31.869" v="77" actId="1076"/>
          <ac:spMkLst>
            <pc:docMk/>
            <pc:sldMk cId="1805452861" sldId="276"/>
            <ac:spMk id="8" creationId="{14FAD74D-4C13-0326-51F1-242615AAE487}"/>
          </ac:spMkLst>
        </pc:spChg>
        <pc:spChg chg="add mod">
          <ac:chgData name="Marcus Röhming" userId="0f725a30e114f0f8" providerId="LiveId" clId="{E18557F9-BD53-4072-801A-A31CEF6233CC}" dt="2025-06-27T09:45:31.869" v="77" actId="1076"/>
          <ac:spMkLst>
            <pc:docMk/>
            <pc:sldMk cId="1805452861" sldId="276"/>
            <ac:spMk id="9" creationId="{716ADADE-E9FD-8BB6-B0AE-B15276E99363}"/>
          </ac:spMkLst>
        </pc:spChg>
        <pc:spChg chg="add mod">
          <ac:chgData name="Marcus Röhming" userId="0f725a30e114f0f8" providerId="LiveId" clId="{E18557F9-BD53-4072-801A-A31CEF6233CC}" dt="2025-06-27T09:45:59.335" v="83" actId="1076"/>
          <ac:spMkLst>
            <pc:docMk/>
            <pc:sldMk cId="1805452861" sldId="276"/>
            <ac:spMk id="10" creationId="{A17C27AA-CC2A-4CA4-B5FE-3FE0A54C1BB7}"/>
          </ac:spMkLst>
        </pc:spChg>
        <pc:spChg chg="add mod">
          <ac:chgData name="Marcus Röhming" userId="0f725a30e114f0f8" providerId="LiveId" clId="{E18557F9-BD53-4072-801A-A31CEF6233CC}" dt="2025-06-27T09:46:16.719" v="86" actId="207"/>
          <ac:spMkLst>
            <pc:docMk/>
            <pc:sldMk cId="1805452861" sldId="276"/>
            <ac:spMk id="11" creationId="{78AEF2DD-D997-06F8-32C5-668C0463B1DC}"/>
          </ac:spMkLst>
        </pc:spChg>
        <pc:spChg chg="add mod">
          <ac:chgData name="Marcus Röhming" userId="0f725a30e114f0f8" providerId="LiveId" clId="{E18557F9-BD53-4072-801A-A31CEF6233CC}" dt="2025-06-27T09:46:16.719" v="86" actId="207"/>
          <ac:spMkLst>
            <pc:docMk/>
            <pc:sldMk cId="1805452861" sldId="276"/>
            <ac:spMk id="12" creationId="{17E0A016-261B-238D-71ED-3506D6349CB1}"/>
          </ac:spMkLst>
        </pc:spChg>
        <pc:spChg chg="add del mod">
          <ac:chgData name="Marcus Röhming" userId="0f725a30e114f0f8" providerId="LiveId" clId="{E18557F9-BD53-4072-801A-A31CEF6233CC}" dt="2025-06-27T09:45:45.824" v="81" actId="478"/>
          <ac:spMkLst>
            <pc:docMk/>
            <pc:sldMk cId="1805452861" sldId="276"/>
            <ac:spMk id="13" creationId="{D217D198-A101-0926-AC9F-B50F0AE0E395}"/>
          </ac:spMkLst>
        </pc:spChg>
        <pc:spChg chg="add del mod">
          <ac:chgData name="Marcus Röhming" userId="0f725a30e114f0f8" providerId="LiveId" clId="{E18557F9-BD53-4072-801A-A31CEF6233CC}" dt="2025-06-27T09:45:45.824" v="81" actId="478"/>
          <ac:spMkLst>
            <pc:docMk/>
            <pc:sldMk cId="1805452861" sldId="276"/>
            <ac:spMk id="14" creationId="{8EB788E0-19BC-6D5C-E05C-03959754B8F8}"/>
          </ac:spMkLst>
        </pc:spChg>
        <pc:spChg chg="add del mod">
          <ac:chgData name="Marcus Röhming" userId="0f725a30e114f0f8" providerId="LiveId" clId="{E18557F9-BD53-4072-801A-A31CEF6233CC}" dt="2025-06-27T09:45:45.824" v="81" actId="478"/>
          <ac:spMkLst>
            <pc:docMk/>
            <pc:sldMk cId="1805452861" sldId="276"/>
            <ac:spMk id="15" creationId="{EAAC53E2-274D-1700-19C7-3151643ECB0D}"/>
          </ac:spMkLst>
        </pc:spChg>
        <pc:spChg chg="add del mod">
          <ac:chgData name="Marcus Röhming" userId="0f725a30e114f0f8" providerId="LiveId" clId="{E18557F9-BD53-4072-801A-A31CEF6233CC}" dt="2025-06-27T09:45:45.824" v="81" actId="478"/>
          <ac:spMkLst>
            <pc:docMk/>
            <pc:sldMk cId="1805452861" sldId="276"/>
            <ac:spMk id="16" creationId="{78DAE81B-62B2-2597-17C4-38432ED79216}"/>
          </ac:spMkLst>
        </pc:spChg>
        <pc:spChg chg="add mod">
          <ac:chgData name="Marcus Röhming" userId="0f725a30e114f0f8" providerId="LiveId" clId="{E18557F9-BD53-4072-801A-A31CEF6233CC}" dt="2025-06-27T09:45:40.344" v="79" actId="571"/>
          <ac:spMkLst>
            <pc:docMk/>
            <pc:sldMk cId="1805452861" sldId="276"/>
            <ac:spMk id="17" creationId="{655130CA-C00A-D156-69BA-7A67D1CB5119}"/>
          </ac:spMkLst>
        </pc:spChg>
        <pc:spChg chg="add mod">
          <ac:chgData name="Marcus Röhming" userId="0f725a30e114f0f8" providerId="LiveId" clId="{E18557F9-BD53-4072-801A-A31CEF6233CC}" dt="2025-06-27T09:45:40.344" v="79" actId="571"/>
          <ac:spMkLst>
            <pc:docMk/>
            <pc:sldMk cId="1805452861" sldId="276"/>
            <ac:spMk id="18" creationId="{EF57E0D7-6FDD-E587-D10C-33434C6F67D6}"/>
          </ac:spMkLst>
        </pc:spChg>
        <pc:spChg chg="add mod">
          <ac:chgData name="Marcus Röhming" userId="0f725a30e114f0f8" providerId="LiveId" clId="{E18557F9-BD53-4072-801A-A31CEF6233CC}" dt="2025-06-27T09:45:40.344" v="79" actId="571"/>
          <ac:spMkLst>
            <pc:docMk/>
            <pc:sldMk cId="1805452861" sldId="276"/>
            <ac:spMk id="20" creationId="{D7A45B30-626B-0A1A-DB86-307395927C6A}"/>
          </ac:spMkLst>
        </pc:spChg>
        <pc:spChg chg="add mod">
          <ac:chgData name="Marcus Röhming" userId="0f725a30e114f0f8" providerId="LiveId" clId="{E18557F9-BD53-4072-801A-A31CEF6233CC}" dt="2025-06-27T09:45:40.344" v="79" actId="571"/>
          <ac:spMkLst>
            <pc:docMk/>
            <pc:sldMk cId="1805452861" sldId="276"/>
            <ac:spMk id="21" creationId="{8B64F045-7899-C193-5E1D-22850E90B6DB}"/>
          </ac:spMkLst>
        </pc:spChg>
        <pc:spChg chg="add mod">
          <ac:chgData name="Marcus Röhming" userId="0f725a30e114f0f8" providerId="LiveId" clId="{E18557F9-BD53-4072-801A-A31CEF6233CC}" dt="2025-06-27T09:45:40.344" v="79" actId="571"/>
          <ac:spMkLst>
            <pc:docMk/>
            <pc:sldMk cId="1805452861" sldId="276"/>
            <ac:spMk id="22" creationId="{FCDE8659-59A2-54B9-136F-77839D747194}"/>
          </ac:spMkLst>
        </pc:spChg>
        <pc:spChg chg="add mod">
          <ac:chgData name="Marcus Röhming" userId="0f725a30e114f0f8" providerId="LiveId" clId="{E18557F9-BD53-4072-801A-A31CEF6233CC}" dt="2025-06-27T09:46:16.719" v="86" actId="207"/>
          <ac:spMkLst>
            <pc:docMk/>
            <pc:sldMk cId="1805452861" sldId="276"/>
            <ac:spMk id="23" creationId="{7A160F9A-4E3E-779E-FD28-38EE02C1DA0C}"/>
          </ac:spMkLst>
        </pc:spChg>
        <pc:spChg chg="add mod">
          <ac:chgData name="Marcus Röhming" userId="0f725a30e114f0f8" providerId="LiveId" clId="{E18557F9-BD53-4072-801A-A31CEF6233CC}" dt="2025-06-27T09:46:16.719" v="86" actId="207"/>
          <ac:spMkLst>
            <pc:docMk/>
            <pc:sldMk cId="1805452861" sldId="276"/>
            <ac:spMk id="24" creationId="{831DEA8F-D8AA-0394-EEF6-DA899B240614}"/>
          </ac:spMkLst>
        </pc:spChg>
        <pc:spChg chg="add mod">
          <ac:chgData name="Marcus Röhming" userId="0f725a30e114f0f8" providerId="LiveId" clId="{E18557F9-BD53-4072-801A-A31CEF6233CC}" dt="2025-06-27T09:45:40.344" v="79" actId="571"/>
          <ac:spMkLst>
            <pc:docMk/>
            <pc:sldMk cId="1805452861" sldId="276"/>
            <ac:spMk id="26" creationId="{9B68475C-A1AB-2894-8A19-9F25761382AA}"/>
          </ac:spMkLst>
        </pc:spChg>
        <pc:spChg chg="add del mod">
          <ac:chgData name="Marcus Röhming" userId="0f725a30e114f0f8" providerId="LiveId" clId="{E18557F9-BD53-4072-801A-A31CEF6233CC}" dt="2025-06-27T09:45:45.824" v="81" actId="478"/>
          <ac:spMkLst>
            <pc:docMk/>
            <pc:sldMk cId="1805452861" sldId="276"/>
            <ac:spMk id="27" creationId="{0F282F0C-E2A0-D613-8248-3D88509592A2}"/>
          </ac:spMkLst>
        </pc:spChg>
        <pc:spChg chg="add del mod">
          <ac:chgData name="Marcus Röhming" userId="0f725a30e114f0f8" providerId="LiveId" clId="{E18557F9-BD53-4072-801A-A31CEF6233CC}" dt="2025-06-27T09:45:45.824" v="81" actId="478"/>
          <ac:spMkLst>
            <pc:docMk/>
            <pc:sldMk cId="1805452861" sldId="276"/>
            <ac:spMk id="28" creationId="{69EABF7E-C86F-65CA-5F0E-F13865EEBD66}"/>
          </ac:spMkLst>
        </pc:spChg>
        <pc:spChg chg="add mod">
          <ac:chgData name="Marcus Röhming" userId="0f725a30e114f0f8" providerId="LiveId" clId="{E18557F9-BD53-4072-801A-A31CEF6233CC}" dt="2025-06-27T09:45:59.335" v="83" actId="1076"/>
          <ac:spMkLst>
            <pc:docMk/>
            <pc:sldMk cId="1805452861" sldId="276"/>
            <ac:spMk id="30" creationId="{D775F2A7-9A5B-0CEB-B766-6B56883F8F1A}"/>
          </ac:spMkLst>
        </pc:spChg>
        <pc:spChg chg="add mod">
          <ac:chgData name="Marcus Röhming" userId="0f725a30e114f0f8" providerId="LiveId" clId="{E18557F9-BD53-4072-801A-A31CEF6233CC}" dt="2025-06-27T09:45:59.335" v="83" actId="1076"/>
          <ac:spMkLst>
            <pc:docMk/>
            <pc:sldMk cId="1805452861" sldId="276"/>
            <ac:spMk id="33" creationId="{B880E8E3-D230-77D6-31AE-22B964BB6992}"/>
          </ac:spMkLst>
        </pc:spChg>
        <pc:spChg chg="mod">
          <ac:chgData name="Marcus Röhming" userId="0f725a30e114f0f8" providerId="LiveId" clId="{E18557F9-BD53-4072-801A-A31CEF6233CC}" dt="2025-06-27T09:46:16.719" v="86" actId="207"/>
          <ac:spMkLst>
            <pc:docMk/>
            <pc:sldMk cId="1805452861" sldId="276"/>
            <ac:spMk id="35" creationId="{6972B7EE-0B30-E324-3E02-2851DB3D673E}"/>
          </ac:spMkLst>
        </pc:spChg>
        <pc:spChg chg="mod">
          <ac:chgData name="Marcus Röhming" userId="0f725a30e114f0f8" providerId="LiveId" clId="{E18557F9-BD53-4072-801A-A31CEF6233CC}" dt="2025-06-27T09:46:16.719" v="86" actId="207"/>
          <ac:spMkLst>
            <pc:docMk/>
            <pc:sldMk cId="1805452861" sldId="276"/>
            <ac:spMk id="36" creationId="{828A8688-E081-8DC9-67A0-2698669E1AFB}"/>
          </ac:spMkLst>
        </pc:spChg>
        <pc:spChg chg="del">
          <ac:chgData name="Marcus Röhming" userId="0f725a30e114f0f8" providerId="LiveId" clId="{E18557F9-BD53-4072-801A-A31CEF6233CC}" dt="2025-06-27T09:45:45.824" v="81" actId="478"/>
          <ac:spMkLst>
            <pc:docMk/>
            <pc:sldMk cId="1805452861" sldId="276"/>
            <ac:spMk id="38" creationId="{A0D38479-3A45-2A3B-5364-BD74DB7780E5}"/>
          </ac:spMkLst>
        </pc:spChg>
        <pc:spChg chg="add del mod">
          <ac:chgData name="Marcus Röhming" userId="0f725a30e114f0f8" providerId="LiveId" clId="{E18557F9-BD53-4072-801A-A31CEF6233CC}" dt="2025-06-27T09:45:45.824" v="81" actId="478"/>
          <ac:spMkLst>
            <pc:docMk/>
            <pc:sldMk cId="1805452861" sldId="276"/>
            <ac:spMk id="40" creationId="{93A761FF-BFA5-F30E-900E-66CE34A894A4}"/>
          </ac:spMkLst>
        </pc:spChg>
        <pc:spChg chg="add mod">
          <ac:chgData name="Marcus Röhming" userId="0f725a30e114f0f8" providerId="LiveId" clId="{E18557F9-BD53-4072-801A-A31CEF6233CC}" dt="2025-06-27T09:46:22.716" v="87" actId="207"/>
          <ac:spMkLst>
            <pc:docMk/>
            <pc:sldMk cId="1805452861" sldId="276"/>
            <ac:spMk id="41" creationId="{B7A90EE1-E487-5FC7-6DC9-FD0632D9262E}"/>
          </ac:spMkLst>
        </pc:spChg>
        <pc:spChg chg="add mod">
          <ac:chgData name="Marcus Röhming" userId="0f725a30e114f0f8" providerId="LiveId" clId="{E18557F9-BD53-4072-801A-A31CEF6233CC}" dt="2025-06-27T09:46:22.716" v="87" actId="207"/>
          <ac:spMkLst>
            <pc:docMk/>
            <pc:sldMk cId="1805452861" sldId="276"/>
            <ac:spMk id="42" creationId="{12EDF301-8891-1E75-4D9D-2FB6A23604A3}"/>
          </ac:spMkLst>
        </pc:spChg>
        <pc:spChg chg="mod">
          <ac:chgData name="Marcus Röhming" userId="0f725a30e114f0f8" providerId="LiveId" clId="{E18557F9-BD53-4072-801A-A31CEF6233CC}" dt="2025-06-27T09:46:22.716" v="87" actId="207"/>
          <ac:spMkLst>
            <pc:docMk/>
            <pc:sldMk cId="1805452861" sldId="276"/>
            <ac:spMk id="43" creationId="{0B2A5CFB-0CEF-4203-6D93-0B78640588AA}"/>
          </ac:spMkLst>
        </pc:spChg>
        <pc:spChg chg="add mod">
          <ac:chgData name="Marcus Röhming" userId="0f725a30e114f0f8" providerId="LiveId" clId="{E18557F9-BD53-4072-801A-A31CEF6233CC}" dt="2025-06-27T09:46:22.716" v="87" actId="207"/>
          <ac:spMkLst>
            <pc:docMk/>
            <pc:sldMk cId="1805452861" sldId="276"/>
            <ac:spMk id="44" creationId="{891C348F-DAB4-D589-76E2-B1BE74E04B7A}"/>
          </ac:spMkLst>
        </pc:spChg>
        <pc:spChg chg="add mod">
          <ac:chgData name="Marcus Röhming" userId="0f725a30e114f0f8" providerId="LiveId" clId="{E18557F9-BD53-4072-801A-A31CEF6233CC}" dt="2025-06-27T09:46:22.716" v="87" actId="207"/>
          <ac:spMkLst>
            <pc:docMk/>
            <pc:sldMk cId="1805452861" sldId="276"/>
            <ac:spMk id="45" creationId="{81CF414F-4DC3-A1DC-6BBF-CF10BD41B04E}"/>
          </ac:spMkLst>
        </pc:spChg>
        <pc:spChg chg="mod">
          <ac:chgData name="Marcus Röhming" userId="0f725a30e114f0f8" providerId="LiveId" clId="{E18557F9-BD53-4072-801A-A31CEF6233CC}" dt="2025-06-27T09:46:22.716" v="87" actId="207"/>
          <ac:spMkLst>
            <pc:docMk/>
            <pc:sldMk cId="1805452861" sldId="276"/>
            <ac:spMk id="46" creationId="{757E17F0-6FA4-A58E-5712-48DF135FD034}"/>
          </ac:spMkLst>
        </pc:spChg>
        <pc:spChg chg="add mod">
          <ac:chgData name="Marcus Röhming" userId="0f725a30e114f0f8" providerId="LiveId" clId="{E18557F9-BD53-4072-801A-A31CEF6233CC}" dt="2025-06-27T09:46:13.179" v="85" actId="207"/>
          <ac:spMkLst>
            <pc:docMk/>
            <pc:sldMk cId="1805452861" sldId="276"/>
            <ac:spMk id="47" creationId="{4FB89967-BC73-318A-D70E-FECEFC97A68E}"/>
          </ac:spMkLst>
        </pc:spChg>
        <pc:spChg chg="add mod">
          <ac:chgData name="Marcus Röhming" userId="0f725a30e114f0f8" providerId="LiveId" clId="{E18557F9-BD53-4072-801A-A31CEF6233CC}" dt="2025-06-27T09:46:13.179" v="85" actId="207"/>
          <ac:spMkLst>
            <pc:docMk/>
            <pc:sldMk cId="1805452861" sldId="276"/>
            <ac:spMk id="48" creationId="{1355A83D-096D-D6BC-5027-58DA24BE429A}"/>
          </ac:spMkLst>
        </pc:spChg>
        <pc:spChg chg="del">
          <ac:chgData name="Marcus Röhming" userId="0f725a30e114f0f8" providerId="LiveId" clId="{E18557F9-BD53-4072-801A-A31CEF6233CC}" dt="2025-06-27T09:45:45.824" v="81" actId="478"/>
          <ac:spMkLst>
            <pc:docMk/>
            <pc:sldMk cId="1805452861" sldId="276"/>
            <ac:spMk id="49" creationId="{D7C94EDC-2C5E-771A-2D26-F10FD8E20BEF}"/>
          </ac:spMkLst>
        </pc:spChg>
        <pc:spChg chg="del">
          <ac:chgData name="Marcus Röhming" userId="0f725a30e114f0f8" providerId="LiveId" clId="{E18557F9-BD53-4072-801A-A31CEF6233CC}" dt="2025-06-27T09:45:45.824" v="81" actId="478"/>
          <ac:spMkLst>
            <pc:docMk/>
            <pc:sldMk cId="1805452861" sldId="276"/>
            <ac:spMk id="50" creationId="{714A872D-CF2A-CFA4-C57B-DC2A84504151}"/>
          </ac:spMkLst>
        </pc:spChg>
        <pc:spChg chg="add mod">
          <ac:chgData name="Marcus Röhming" userId="0f725a30e114f0f8" providerId="LiveId" clId="{E18557F9-BD53-4072-801A-A31CEF6233CC}" dt="2025-06-27T09:45:43.661" v="80" actId="571"/>
          <ac:spMkLst>
            <pc:docMk/>
            <pc:sldMk cId="1805452861" sldId="276"/>
            <ac:spMk id="52" creationId="{D8B63D56-D5CB-F87C-85CB-FD641DBDD115}"/>
          </ac:spMkLst>
        </pc:spChg>
        <pc:spChg chg="add mod">
          <ac:chgData name="Marcus Röhming" userId="0f725a30e114f0f8" providerId="LiveId" clId="{E18557F9-BD53-4072-801A-A31CEF6233CC}" dt="2025-06-27T09:46:22.716" v="87" actId="207"/>
          <ac:spMkLst>
            <pc:docMk/>
            <pc:sldMk cId="1805452861" sldId="276"/>
            <ac:spMk id="53" creationId="{DCD52D2F-D9BA-2DDC-845E-41122F936AD3}"/>
          </ac:spMkLst>
        </pc:spChg>
        <pc:spChg chg="add mod">
          <ac:chgData name="Marcus Röhming" userId="0f725a30e114f0f8" providerId="LiveId" clId="{E18557F9-BD53-4072-801A-A31CEF6233CC}" dt="2025-06-27T09:46:05.121" v="84" actId="571"/>
          <ac:spMkLst>
            <pc:docMk/>
            <pc:sldMk cId="1805452861" sldId="276"/>
            <ac:spMk id="54" creationId="{6E385A8F-8BB6-D492-EA28-DB5DBB3110E7}"/>
          </ac:spMkLst>
        </pc:spChg>
        <pc:spChg chg="add mod">
          <ac:chgData name="Marcus Röhming" userId="0f725a30e114f0f8" providerId="LiveId" clId="{E18557F9-BD53-4072-801A-A31CEF6233CC}" dt="2025-06-27T09:46:05.121" v="84" actId="571"/>
          <ac:spMkLst>
            <pc:docMk/>
            <pc:sldMk cId="1805452861" sldId="276"/>
            <ac:spMk id="55" creationId="{CB7D9D7B-06F5-CB0A-25E1-5751815B4567}"/>
          </ac:spMkLst>
        </pc:spChg>
        <pc:spChg chg="add mod">
          <ac:chgData name="Marcus Röhming" userId="0f725a30e114f0f8" providerId="LiveId" clId="{E18557F9-BD53-4072-801A-A31CEF6233CC}" dt="2025-06-27T09:46:22.716" v="87" actId="207"/>
          <ac:spMkLst>
            <pc:docMk/>
            <pc:sldMk cId="1805452861" sldId="276"/>
            <ac:spMk id="56" creationId="{A6CCAA3B-21BC-C846-5D98-78E0D4BB9F63}"/>
          </ac:spMkLst>
        </pc:spChg>
        <pc:spChg chg="add mod">
          <ac:chgData name="Marcus Röhming" userId="0f725a30e114f0f8" providerId="LiveId" clId="{E18557F9-BD53-4072-801A-A31CEF6233CC}" dt="2025-06-27T09:46:22.716" v="87" actId="207"/>
          <ac:spMkLst>
            <pc:docMk/>
            <pc:sldMk cId="1805452861" sldId="276"/>
            <ac:spMk id="57" creationId="{C3A10B29-5C33-7328-3C96-FEDDCCCE2B11}"/>
          </ac:spMkLst>
        </pc:spChg>
        <pc:spChg chg="add mod">
          <ac:chgData name="Marcus Röhming" userId="0f725a30e114f0f8" providerId="LiveId" clId="{E18557F9-BD53-4072-801A-A31CEF6233CC}" dt="2025-06-27T09:46:22.716" v="87" actId="207"/>
          <ac:spMkLst>
            <pc:docMk/>
            <pc:sldMk cId="1805452861" sldId="276"/>
            <ac:spMk id="58" creationId="{2439326E-3C55-227C-D0AB-93225184E5EE}"/>
          </ac:spMkLst>
        </pc:spChg>
        <pc:spChg chg="add mod">
          <ac:chgData name="Marcus Röhming" userId="0f725a30e114f0f8" providerId="LiveId" clId="{E18557F9-BD53-4072-801A-A31CEF6233CC}" dt="2025-06-27T09:46:13.179" v="85" actId="207"/>
          <ac:spMkLst>
            <pc:docMk/>
            <pc:sldMk cId="1805452861" sldId="276"/>
            <ac:spMk id="59" creationId="{0A5C5FAB-84F3-7E28-B2E4-75964E0A7F31}"/>
          </ac:spMkLst>
        </pc:spChg>
        <pc:spChg chg="add mod">
          <ac:chgData name="Marcus Röhming" userId="0f725a30e114f0f8" providerId="LiveId" clId="{E18557F9-BD53-4072-801A-A31CEF6233CC}" dt="2025-06-27T09:46:13.179" v="85" actId="207"/>
          <ac:spMkLst>
            <pc:docMk/>
            <pc:sldMk cId="1805452861" sldId="276"/>
            <ac:spMk id="60" creationId="{CD289E5E-225C-2E06-ED29-8842B49567B1}"/>
          </ac:spMkLst>
        </pc:spChg>
        <pc:spChg chg="add del mod">
          <ac:chgData name="Marcus Röhming" userId="0f725a30e114f0f8" providerId="LiveId" clId="{E18557F9-BD53-4072-801A-A31CEF6233CC}" dt="2025-06-27T09:47:21.968" v="94" actId="478"/>
          <ac:spMkLst>
            <pc:docMk/>
            <pc:sldMk cId="1805452861" sldId="276"/>
            <ac:spMk id="61" creationId="{0BEACA66-6BCB-5FC3-9AB6-01405CE8113A}"/>
          </ac:spMkLst>
        </pc:spChg>
      </pc:sldChg>
    </pc:docChg>
  </pc:docChgLst>
</pc:chgInfo>
</file>

<file path=ppt/comments/modernComment_10C_70D2A16F.xml><?xml version="1.0" encoding="utf-8"?>
<p188:cmLst xmlns:a="http://schemas.openxmlformats.org/drawingml/2006/main" xmlns:r="http://schemas.openxmlformats.org/officeDocument/2006/relationships" xmlns:p188="http://schemas.microsoft.com/office/powerpoint/2018/8/main">
  <p188:cm id="{348BAB55-4316-4E0A-8C5B-91D3C3F2A90E}" authorId="{477A2804-A422-83DE-D2BB-A8E394F80F7A}" created="2025-06-27T09:21:46.018">
    <ac:txMkLst xmlns:ac="http://schemas.microsoft.com/office/drawing/2013/main/command">
      <pc:docMk xmlns:pc="http://schemas.microsoft.com/office/powerpoint/2013/main/command"/>
      <pc:sldMk xmlns:pc="http://schemas.microsoft.com/office/powerpoint/2013/main/command" cId="1892852079" sldId="268"/>
      <ac:spMk id="6" creationId="{77371C6F-A6CE-2C38-E600-795304C6A828}"/>
      <ac:txMk cp="14" len="2">
        <ac:context len="19" hash="1652716960"/>
      </ac:txMk>
    </ac:txMkLst>
    <p188:pos x="1737038" y="265206"/>
    <p188:txBody>
      <a:bodyPr/>
      <a:lstStyle/>
      <a:p>
        <a:r>
          <a:rPr lang="de-DE"/>
          <a:t>IMMER ZAHL</a:t>
        </a:r>
      </a:p>
    </p188:txBody>
  </p188:cm>
  <p188:cm id="{17DC59F5-A6BA-4D6F-A9D9-A48EDAB5FD23}" authorId="{477A2804-A422-83DE-D2BB-A8E394F80F7A}" created="2025-06-27T09:21:51.296">
    <ac:txMkLst xmlns:ac="http://schemas.microsoft.com/office/drawing/2013/main/command">
      <pc:docMk xmlns:pc="http://schemas.microsoft.com/office/powerpoint/2013/main/command"/>
      <pc:sldMk xmlns:pc="http://schemas.microsoft.com/office/powerpoint/2013/main/command" cId="1892852079" sldId="268"/>
      <ac:spMk id="6" creationId="{77371C6F-A6CE-2C38-E600-795304C6A828}"/>
      <ac:txMk cp="9" len="4">
        <ac:context len="19" hash="1652716960"/>
      </ac:txMk>
    </ac:txMkLst>
    <p188:pos x="1448280" y="265206"/>
    <p188:txBody>
      <a:bodyPr/>
      <a:lstStyle/>
      <a:p>
        <a:r>
          <a:rPr lang="de-DE"/>
          <a:t>IMMER WORT.</a:t>
        </a:r>
      </a:p>
    </p188:txBody>
  </p188:cm>
</p188:cmLst>
</file>

<file path=ppt/comments/modernComment_10E_8301D2DF.xml><?xml version="1.0" encoding="utf-8"?>
<p188:cmLst xmlns:a="http://schemas.openxmlformats.org/drawingml/2006/main" xmlns:r="http://schemas.openxmlformats.org/officeDocument/2006/relationships" xmlns:p188="http://schemas.microsoft.com/office/powerpoint/2018/8/main">
  <p188:cm id="{89FE0B20-9455-49FD-A56D-6B84B54A8E2B}" authorId="{477A2804-A422-83DE-D2BB-A8E394F80F7A}" created="2025-06-27T09:39:09.866">
    <ac:txMkLst xmlns:ac="http://schemas.microsoft.com/office/drawing/2013/main/command">
      <pc:docMk xmlns:pc="http://schemas.microsoft.com/office/powerpoint/2013/main/command"/>
      <pc:sldMk xmlns:pc="http://schemas.microsoft.com/office/powerpoint/2013/main/command" cId="2197934815" sldId="270"/>
      <ac:spMk id="8" creationId="{00000000-0000-0000-0000-000000000000}"/>
      <ac:txMk cp="0" len="109">
        <ac:context len="110" hash="188129619"/>
      </ac:txMk>
    </ac:txMkLst>
    <p188:pos x="7315016" y="271628"/>
    <p188:txBody>
      <a:bodyPr/>
      <a:lstStyle/>
      <a:p>
        <a:r>
          <a:rPr lang="de-DE"/>
          <a:t>Farbe wird nur angezeigt, wenn Tetbox gedrückt. Außer, das Feld ist interaktiv. Dann nicht. Oder doch?</a:t>
        </a:r>
      </a:p>
    </p188:txBody>
  </p188:cm>
</p188:cmLst>
</file>

<file path=ppt/comments/modernComment_100_8042A1EA.xml><?xml version="1.0" encoding="utf-8"?>
<p188:cmLst xmlns:a="http://schemas.openxmlformats.org/drawingml/2006/main" xmlns:r="http://schemas.openxmlformats.org/officeDocument/2006/relationships" xmlns:p188="http://schemas.microsoft.com/office/powerpoint/2018/8/main">
  <p188:cm id="{ECDAA44C-47F3-4001-B099-C0405458F55A}" authorId="{477A2804-A422-83DE-D2BB-A8E394F80F7A}" created="2025-06-27T09:03:17.234">
    <ac:txMkLst xmlns:ac="http://schemas.microsoft.com/office/drawing/2013/main/command">
      <pc:docMk xmlns:pc="http://schemas.microsoft.com/office/powerpoint/2013/main/command"/>
      <pc:sldMk xmlns:pc="http://schemas.microsoft.com/office/powerpoint/2013/main/command" cId="2151850474" sldId="256"/>
      <ac:spMk id="4" creationId="{1B7CEC07-7746-686B-E911-9F30C51645AA}"/>
      <ac:txMk cp="0" len="15">
        <ac:context len="16" hash="3919910385"/>
      </ac:txMk>
    </ac:txMkLst>
    <p188:pos x="1715432" y="272021"/>
    <p188:txBody>
      <a:bodyPr/>
      <a:lstStyle/>
      <a:p>
        <a:r>
          <a:rPr lang="de-DE"/>
          <a:t>Für den August eine Version für Zeilenweise markierung, Spaltenweise Zerlegung aber mitdenken.
Editor-Handle für Markierungsart. Kein Toggle-Switch für User.</a:t>
        </a:r>
      </a:p>
    </p188:txBody>
  </p188:cm>
</p188:cmLst>
</file>

<file path=ppt/comments/modernComment_104_AA9D925A.xml><?xml version="1.0" encoding="utf-8"?>
<p188:cmLst xmlns:a="http://schemas.openxmlformats.org/drawingml/2006/main" xmlns:r="http://schemas.openxmlformats.org/officeDocument/2006/relationships" xmlns:p188="http://schemas.microsoft.com/office/powerpoint/2018/8/main">
  <p188:cm id="{43D0E835-9B53-4637-B244-FA72FDCF8DD5}" authorId="{477A2804-A422-83DE-D2BB-A8E394F80F7A}" created="2025-06-27T09:04:48.706">
    <ac:txMkLst xmlns:ac="http://schemas.microsoft.com/office/drawing/2013/main/command">
      <pc:docMk xmlns:pc="http://schemas.microsoft.com/office/powerpoint/2013/main/command"/>
      <pc:sldMk xmlns:pc="http://schemas.microsoft.com/office/powerpoint/2013/main/command" cId="2862453338" sldId="260"/>
      <ac:spMk id="3" creationId="{3BE21D7B-7FCD-9D44-F977-86AAC70655D8}"/>
      <ac:txMk cp="0" len="118">
        <ac:context len="362" hash="3980423802"/>
      </ac:txMk>
    </ac:txMkLst>
    <p188:pos x="9669230" y="267461"/>
    <p188:txBody>
      <a:bodyPr/>
      <a:lstStyle/>
      <a:p>
        <a:r>
          <a:rPr lang="de-DE"/>
          <a:t>Prio niedrig, Punkte wären aber schön, wenn Langeweile. (Viki, 2025).</a:t>
        </a:r>
      </a:p>
    </p188:txBody>
  </p188:cm>
  <p188:cm id="{E69AECFE-6C46-4A52-887B-60DA52C58391}" authorId="{477A2804-A422-83DE-D2BB-A8E394F80F7A}" created="2025-06-27T09:23:10.057">
    <pc:sldMkLst xmlns:pc="http://schemas.microsoft.com/office/powerpoint/2013/main/command">
      <pc:docMk/>
      <pc:sldMk cId="2862453338" sldId="260"/>
    </pc:sldMkLst>
    <p188:txBody>
      <a:bodyPr/>
      <a:lstStyle/>
      <a:p>
        <a:r>
          <a:rPr lang="de-DE"/>
          <a:t>Konfigurierbar im Editor:
- nur Zeilenweise, nur Spaltenweise oder beides zerlegbar
- maximal anzahl an spalten und zeilen
- minimale ~
- Startconfig</a:t>
        </a:r>
      </a:p>
    </p188:txBody>
  </p188:cm>
  <p188:cm id="{AF1A9CF7-86D6-4293-9510-5DF3E8A5BBC4}" authorId="{477A2804-A422-83DE-D2BB-A8E394F80F7A}" created="2025-06-27T09:24:59.643">
    <ac:txMkLst xmlns:ac="http://schemas.microsoft.com/office/drawing/2013/main/command">
      <pc:docMk xmlns:pc="http://schemas.microsoft.com/office/powerpoint/2013/main/command"/>
      <pc:sldMk xmlns:pc="http://schemas.microsoft.com/office/powerpoint/2013/main/command" cId="2862453338" sldId="260"/>
      <ac:spMk id="3" creationId="{3BE21D7B-7FCD-9D44-F977-86AAC70655D8}"/>
      <ac:txMk cp="207" len="68">
        <ac:context len="362" hash="3980423802"/>
      </ac:txMk>
    </ac:txMkLst>
    <p188:pos x="5549617" y="2298391"/>
    <p188:txBody>
      <a:bodyPr/>
      <a:lstStyle/>
      <a:p>
        <a:r>
          <a:rPr lang="de-DE"/>
          <a:t>Zeilen und Spalten vertauschen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78991B-582A-FD42-B5AC-46AD109E7B0B}" type="datetimeFigureOut">
              <a:rPr lang="de-DE" smtClean="0"/>
              <a:t>27.06.2025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58583B-4446-A44E-B247-8058F712067A}" type="slidenum">
              <a:rPr lang="de-DE" smtClean="0"/>
              <a:t>‹Nr.›</a:t>
            </a:fld>
            <a:endParaRPr lang="de-DE"/>
          </a:p>
        </p:txBody>
      </p:sp>
    </p:spTree>
    <p:extLst>
      <p:ext uri="{BB962C8B-B14F-4D97-AF65-F5344CB8AC3E}">
        <p14:creationId xmlns:p14="http://schemas.microsoft.com/office/powerpoint/2010/main" val="7885134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97D6-8E5C-A743-1DD1-AADEDDA0DB3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1E97183-C4F4-0ADD-9185-1864D2A5C36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9B38241-1942-527A-D8AE-DAEE7E6E5BA2}"/>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477B2EE2-1EF4-6BE0-EFD2-40DCA84F6E7D}"/>
              </a:ext>
            </a:extLst>
          </p:cNvPr>
          <p:cNvSpPr>
            <a:spLocks noGrp="1"/>
          </p:cNvSpPr>
          <p:nvPr>
            <p:ph type="sldNum" sz="quarter" idx="5"/>
          </p:nvPr>
        </p:nvSpPr>
        <p:spPr/>
        <p:txBody>
          <a:bodyPr/>
          <a:lstStyle/>
          <a:p>
            <a:fld id="{EE58583B-4446-A44E-B247-8058F712067A}" type="slidenum">
              <a:rPr lang="de-DE" smtClean="0"/>
              <a:t>3</a:t>
            </a:fld>
            <a:endParaRPr lang="de-DE"/>
          </a:p>
        </p:txBody>
      </p:sp>
    </p:spTree>
    <p:extLst>
      <p:ext uri="{BB962C8B-B14F-4D97-AF65-F5344CB8AC3E}">
        <p14:creationId xmlns:p14="http://schemas.microsoft.com/office/powerpoint/2010/main" val="1547303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EE58583B-4446-A44E-B247-8058F712067A}" type="slidenum">
              <a:rPr lang="de-DE" smtClean="0"/>
              <a:t>5</a:t>
            </a:fld>
            <a:endParaRPr lang="de-DE"/>
          </a:p>
        </p:txBody>
      </p:sp>
    </p:spTree>
    <p:extLst>
      <p:ext uri="{BB962C8B-B14F-4D97-AF65-F5344CB8AC3E}">
        <p14:creationId xmlns:p14="http://schemas.microsoft.com/office/powerpoint/2010/main" val="23946454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ADC0D8CB-46E8-442B-8A6F-0118C223A180}" type="slidenum">
              <a:rPr lang="de-DE" smtClean="0"/>
              <a:t>11</a:t>
            </a:fld>
            <a:endParaRPr lang="de-DE"/>
          </a:p>
        </p:txBody>
      </p:sp>
    </p:spTree>
    <p:extLst>
      <p:ext uri="{BB962C8B-B14F-4D97-AF65-F5344CB8AC3E}">
        <p14:creationId xmlns:p14="http://schemas.microsoft.com/office/powerpoint/2010/main" val="2110272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28BC98-6BAB-BC83-8F1A-408D1C20A66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D6794BB2-D856-9014-31AD-077D3CD707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52D662EE-4596-DD54-EE75-382191B45202}"/>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5" name="Fußzeilenplatzhalter 4">
            <a:extLst>
              <a:ext uri="{FF2B5EF4-FFF2-40B4-BE49-F238E27FC236}">
                <a16:creationId xmlns:a16="http://schemas.microsoft.com/office/drawing/2014/main" id="{00A80A45-DE36-40FB-7132-98DFF4BC7E3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F1693BE-2D36-A108-AC2D-FB155B2F8E54}"/>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376500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936ECA-2D98-2765-0999-B9635184E87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28B3208-FC91-7E82-5B12-BDAD4CD25AE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0C7EE03-C2FE-A0B8-EAEF-E1FF8D617A7C}"/>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5" name="Fußzeilenplatzhalter 4">
            <a:extLst>
              <a:ext uri="{FF2B5EF4-FFF2-40B4-BE49-F238E27FC236}">
                <a16:creationId xmlns:a16="http://schemas.microsoft.com/office/drawing/2014/main" id="{EE348ECE-D75D-0165-1D59-C501AB4D465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79CBDE6-0DDB-90D7-3978-B6ED8D068264}"/>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564791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284AE0E-9BDA-7BFF-7020-DAC20FB3023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9693F6C-69C5-7F64-C77D-3EB5481EDEC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29BC171-6B5C-9B32-DFC7-7497757AE067}"/>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5" name="Fußzeilenplatzhalter 4">
            <a:extLst>
              <a:ext uri="{FF2B5EF4-FFF2-40B4-BE49-F238E27FC236}">
                <a16:creationId xmlns:a16="http://schemas.microsoft.com/office/drawing/2014/main" id="{454475C5-6AFD-4378-F708-95B0C779B32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C6D7C2C-D0BD-65F3-C85F-2BB93E9EBD66}"/>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1390145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A9DD29-1CEE-48E9-E4B0-0BA3DAC68501}"/>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14B53D6-1913-4B92-5A0B-19AF426F2FA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87F5662D-45A8-B0D5-8658-A06B9B58A3FC}"/>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2FBEF94A-B85E-C1CA-4C78-8C93361A6844}"/>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6" name="Fußzeilenplatzhalter 5">
            <a:extLst>
              <a:ext uri="{FF2B5EF4-FFF2-40B4-BE49-F238E27FC236}">
                <a16:creationId xmlns:a16="http://schemas.microsoft.com/office/drawing/2014/main" id="{3D6536EC-C596-A656-7C3C-19A003F7429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B76C3237-C19E-3403-3CAB-04E0228FDD67}"/>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28561029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B95960-7A02-E804-328D-AE47D8A5FF59}"/>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D04ECD79-A706-864A-4712-E143E5B582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730A1385-3D1A-D8CA-C814-442F7B3A3F30}"/>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37CA78FB-1A8C-7E0E-8DFA-A963AB79FF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16B8462E-FA73-7822-8437-8409F33FE83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76EF038A-1B98-B758-1C3F-08CFC7A4C81B}"/>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8" name="Fußzeilenplatzhalter 7">
            <a:extLst>
              <a:ext uri="{FF2B5EF4-FFF2-40B4-BE49-F238E27FC236}">
                <a16:creationId xmlns:a16="http://schemas.microsoft.com/office/drawing/2014/main" id="{87044D1E-645A-7030-7F5D-B795850795F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E4DEC375-63C0-1CBD-6589-700456FB9986}"/>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4005736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02CF99-6D6F-78E4-9180-9901256DE99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D642A43D-881D-6EE4-4A75-DE75C714F494}"/>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4" name="Fußzeilenplatzhalter 3">
            <a:extLst>
              <a:ext uri="{FF2B5EF4-FFF2-40B4-BE49-F238E27FC236}">
                <a16:creationId xmlns:a16="http://schemas.microsoft.com/office/drawing/2014/main" id="{581E83E9-BD44-9342-188D-64E308523DD0}"/>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399A70A5-E83D-45DF-1235-C9CD3558F93A}"/>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19089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A84E2F03-A5B5-E78B-DA8C-C6B181E97108}"/>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3" name="Fußzeilenplatzhalter 2">
            <a:extLst>
              <a:ext uri="{FF2B5EF4-FFF2-40B4-BE49-F238E27FC236}">
                <a16:creationId xmlns:a16="http://schemas.microsoft.com/office/drawing/2014/main" id="{47FBD005-51A2-92E3-7CEE-882861141DBF}"/>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8163B09A-320C-2BE6-F381-FE5C8F31DEDF}"/>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654941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91C1F8-6535-6E41-03F2-02641A3C619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D7DA9EA1-02E6-4367-F4FE-D07C4EAA7D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6FCF678-7D83-B867-4EA4-88BDA2B156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21448104-8042-5275-BFA4-2D8889F94826}"/>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6" name="Fußzeilenplatzhalter 5">
            <a:extLst>
              <a:ext uri="{FF2B5EF4-FFF2-40B4-BE49-F238E27FC236}">
                <a16:creationId xmlns:a16="http://schemas.microsoft.com/office/drawing/2014/main" id="{EE937F7D-413A-CBB7-515A-081C63BA448F}"/>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560CA68-8F8B-927E-06C4-11EEC335C85A}"/>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22510344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735535D-DF1F-082C-C39A-288488B5B0D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6F853CE1-ED18-BFDF-2437-EF2C7B8996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87656A9B-CA64-F60D-3975-F8CBE83D31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5CA653E2-86FB-1741-84D1-C0A52D833231}"/>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6" name="Fußzeilenplatzhalter 5">
            <a:extLst>
              <a:ext uri="{FF2B5EF4-FFF2-40B4-BE49-F238E27FC236}">
                <a16:creationId xmlns:a16="http://schemas.microsoft.com/office/drawing/2014/main" id="{D5BB17D2-79B0-531F-9082-B5A78AD22409}"/>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F0B4479-F312-98F9-CA99-8264263DE791}"/>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632297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8A643-82AA-7C79-A8E2-02F5318B8A44}"/>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C1BEE9DE-0199-A799-5962-42B311F5874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78F3F12-FB27-663E-43EA-9E0E5E386CD6}"/>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5" name="Fußzeilenplatzhalter 4">
            <a:extLst>
              <a:ext uri="{FF2B5EF4-FFF2-40B4-BE49-F238E27FC236}">
                <a16:creationId xmlns:a16="http://schemas.microsoft.com/office/drawing/2014/main" id="{AEA25241-653A-D9C6-8515-9B4B9FCDA3F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BAED225-71AE-F0FF-A88A-C1800C36D142}"/>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4908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B63860A7-38BB-B469-70E8-6350D7DDD7A8}"/>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DEA77F7C-4C98-7E5E-BE81-D0B64BE96A73}"/>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DE9D4741-B07F-B1EB-4B90-6C47E67BAD36}"/>
              </a:ext>
            </a:extLst>
          </p:cNvPr>
          <p:cNvSpPr>
            <a:spLocks noGrp="1"/>
          </p:cNvSpPr>
          <p:nvPr>
            <p:ph type="dt" sz="half" idx="10"/>
          </p:nvPr>
        </p:nvSpPr>
        <p:spPr/>
        <p:txBody>
          <a:bodyPr/>
          <a:lstStyle/>
          <a:p>
            <a:fld id="{EAD86221-66C6-F84D-B890-CE4D25155880}" type="datetimeFigureOut">
              <a:rPr lang="de-DE" smtClean="0"/>
              <a:t>27.06.2025</a:t>
            </a:fld>
            <a:endParaRPr lang="de-DE"/>
          </a:p>
        </p:txBody>
      </p:sp>
      <p:sp>
        <p:nvSpPr>
          <p:cNvPr id="5" name="Fußzeilenplatzhalter 4">
            <a:extLst>
              <a:ext uri="{FF2B5EF4-FFF2-40B4-BE49-F238E27FC236}">
                <a16:creationId xmlns:a16="http://schemas.microsoft.com/office/drawing/2014/main" id="{BDBDA4B0-25EF-8690-928D-37661A8E0E1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C6706E5-084B-DF53-5CA8-C00D22340BAE}"/>
              </a:ext>
            </a:extLst>
          </p:cNvPr>
          <p:cNvSpPr>
            <a:spLocks noGrp="1"/>
          </p:cNvSpPr>
          <p:nvPr>
            <p:ph type="sldNum" sz="quarter" idx="12"/>
          </p:nvPr>
        </p:nvSpPr>
        <p:spPr/>
        <p:txBody>
          <a:bodyPr/>
          <a:lstStyle/>
          <a:p>
            <a:fld id="{6852D2F9-A787-2248-8837-36846A35070E}" type="slidenum">
              <a:rPr lang="de-DE" smtClean="0"/>
              <a:t>‹Nr.›</a:t>
            </a:fld>
            <a:endParaRPr lang="de-DE"/>
          </a:p>
        </p:txBody>
      </p:sp>
    </p:spTree>
    <p:extLst>
      <p:ext uri="{BB962C8B-B14F-4D97-AF65-F5344CB8AC3E}">
        <p14:creationId xmlns:p14="http://schemas.microsoft.com/office/powerpoint/2010/main" val="3435172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132FBF5-CC78-720B-B058-DACC339BAC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0EA57891-78ED-2408-0A91-ED0C192076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C311B32-B9AC-6CC5-F8C5-505CAAD947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86221-66C6-F84D-B890-CE4D25155880}" type="datetimeFigureOut">
              <a:rPr lang="de-DE" smtClean="0"/>
              <a:t>27.06.2025</a:t>
            </a:fld>
            <a:endParaRPr lang="de-DE"/>
          </a:p>
        </p:txBody>
      </p:sp>
      <p:sp>
        <p:nvSpPr>
          <p:cNvPr id="5" name="Fußzeilenplatzhalter 4">
            <a:extLst>
              <a:ext uri="{FF2B5EF4-FFF2-40B4-BE49-F238E27FC236}">
                <a16:creationId xmlns:a16="http://schemas.microsoft.com/office/drawing/2014/main" id="{3448D9B8-9005-DC63-1D03-32F8E7B2B3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605A1B71-153E-190B-95E1-3483F9E9B2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52D2F9-A787-2248-8837-36846A35070E}" type="slidenum">
              <a:rPr lang="de-DE" smtClean="0"/>
              <a:t>‹Nr.›</a:t>
            </a:fld>
            <a:endParaRPr lang="de-DE"/>
          </a:p>
        </p:txBody>
      </p:sp>
    </p:spTree>
    <p:extLst>
      <p:ext uri="{BB962C8B-B14F-4D97-AF65-F5344CB8AC3E}">
        <p14:creationId xmlns:p14="http://schemas.microsoft.com/office/powerpoint/2010/main" val="1058156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zlm.de/vam/msk-rechteckfeld-zerlegt.html" TargetMode="External"/><Relationship Id="rId2" Type="http://schemas.microsoft.com/office/2018/10/relationships/comments" Target="../comments/modernComment_100_8042A1EA.xml"/><Relationship Id="rId1" Type="http://schemas.openxmlformats.org/officeDocument/2006/relationships/slideLayout" Target="../slideLayouts/slideLayout1.xml"/><Relationship Id="rId4" Type="http://schemas.openxmlformats.org/officeDocument/2006/relationships/hyperlink" Target="https://dzlm.de/vam/msk-rechteckfeld-doppelt.html" TargetMode="External"/></Relationships>
</file>

<file path=ppt/slides/_rels/slide2.xml.rels><?xml version="1.0" encoding="UTF-8" standalone="yes"?>
<Relationships xmlns="http://schemas.openxmlformats.org/package/2006/relationships"><Relationship Id="rId2" Type="http://schemas.microsoft.com/office/2018/10/relationships/comments" Target="../comments/modernComment_104_AA9D925A.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C_70D2A16F.xm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0.png"/><Relationship Id="rId2" Type="http://schemas.microsoft.com/office/2018/10/relationships/comments" Target="../comments/modernComment_10E_8301D2DF.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4.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2B60EE-3962-B5F8-88E6-4B8B91BA3889}"/>
              </a:ext>
            </a:extLst>
          </p:cNvPr>
          <p:cNvSpPr>
            <a:spLocks noGrp="1"/>
          </p:cNvSpPr>
          <p:nvPr>
            <p:ph type="ctrTitle"/>
          </p:nvPr>
        </p:nvSpPr>
        <p:spPr/>
        <p:txBody>
          <a:bodyPr/>
          <a:lstStyle/>
          <a:p>
            <a:r>
              <a:rPr lang="de-DE" dirty="0"/>
              <a:t>Anmerkungen zum Distributivfeld</a:t>
            </a:r>
          </a:p>
        </p:txBody>
      </p:sp>
      <p:sp>
        <p:nvSpPr>
          <p:cNvPr id="3" name="Untertitel 2">
            <a:extLst>
              <a:ext uri="{FF2B5EF4-FFF2-40B4-BE49-F238E27FC236}">
                <a16:creationId xmlns:a16="http://schemas.microsoft.com/office/drawing/2014/main" id="{E4D2C38B-382A-A588-6834-AC489E379F7A}"/>
              </a:ext>
            </a:extLst>
          </p:cNvPr>
          <p:cNvSpPr>
            <a:spLocks noGrp="1"/>
          </p:cNvSpPr>
          <p:nvPr>
            <p:ph type="subTitle" idx="1"/>
          </p:nvPr>
        </p:nvSpPr>
        <p:spPr>
          <a:xfrm>
            <a:off x="1524000" y="4186829"/>
            <a:ext cx="9144000" cy="1655762"/>
          </a:xfrm>
        </p:spPr>
        <p:txBody>
          <a:bodyPr/>
          <a:lstStyle/>
          <a:p>
            <a:r>
              <a:rPr lang="de-DE" dirty="0">
                <a:hlinkClick r:id="rId3"/>
              </a:rPr>
              <a:t>https://dzlm.de/vam/msk-rechteckfeld-zerlegt.html</a:t>
            </a:r>
            <a:endParaRPr lang="de-DE" dirty="0"/>
          </a:p>
          <a:p>
            <a:r>
              <a:rPr lang="de-DE" dirty="0">
                <a:hlinkClick r:id="rId4"/>
              </a:rPr>
              <a:t>https://dzlm.de/vam/msk-rechteckfeld-doppelt.html</a:t>
            </a:r>
            <a:endParaRPr lang="de-DE" dirty="0"/>
          </a:p>
          <a:p>
            <a:endParaRPr lang="de-DE" dirty="0"/>
          </a:p>
        </p:txBody>
      </p:sp>
      <p:sp>
        <p:nvSpPr>
          <p:cNvPr id="4" name="Textfeld 3">
            <a:extLst>
              <a:ext uri="{FF2B5EF4-FFF2-40B4-BE49-F238E27FC236}">
                <a16:creationId xmlns:a16="http://schemas.microsoft.com/office/drawing/2014/main" id="{1B7CEC07-7746-686B-E911-9F30C51645AA}"/>
              </a:ext>
            </a:extLst>
          </p:cNvPr>
          <p:cNvSpPr txBox="1"/>
          <p:nvPr/>
        </p:nvSpPr>
        <p:spPr>
          <a:xfrm>
            <a:off x="652383" y="4425107"/>
            <a:ext cx="1743234" cy="369332"/>
          </a:xfrm>
          <a:prstGeom prst="rect">
            <a:avLst/>
          </a:prstGeom>
          <a:noFill/>
        </p:spPr>
        <p:txBody>
          <a:bodyPr wrap="none" rtlCol="0">
            <a:spAutoFit/>
          </a:bodyPr>
          <a:lstStyle/>
          <a:p>
            <a:r>
              <a:rPr lang="de-DE" dirty="0">
                <a:highlight>
                  <a:srgbClr val="FFFF00"/>
                </a:highlight>
              </a:rPr>
              <a:t>Beides Spalten!</a:t>
            </a:r>
          </a:p>
        </p:txBody>
      </p:sp>
    </p:spTree>
    <p:extLst>
      <p:ext uri="{BB962C8B-B14F-4D97-AF65-F5344CB8AC3E}">
        <p14:creationId xmlns:p14="http://schemas.microsoft.com/office/powerpoint/2010/main" val="2151850474"/>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6175B-AF6D-020B-AF0D-850EB458433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B6DCC5D-E8A1-0A43-A6FE-19432B48D36B}"/>
              </a:ext>
            </a:extLst>
          </p:cNvPr>
          <p:cNvSpPr>
            <a:spLocks noGrp="1"/>
          </p:cNvSpPr>
          <p:nvPr>
            <p:ph type="title"/>
          </p:nvPr>
        </p:nvSpPr>
        <p:spPr>
          <a:xfrm>
            <a:off x="178981" y="163107"/>
            <a:ext cx="10515600" cy="644967"/>
          </a:xfrm>
        </p:spPr>
        <p:txBody>
          <a:bodyPr>
            <a:normAutofit/>
          </a:bodyPr>
          <a:lstStyle/>
          <a:p>
            <a:r>
              <a:rPr lang="de-DE" sz="3600" dirty="0"/>
              <a:t>Allgemeines</a:t>
            </a:r>
          </a:p>
        </p:txBody>
      </p:sp>
      <p:sp>
        <p:nvSpPr>
          <p:cNvPr id="3" name="Inhaltsplatzhalter 2">
            <a:extLst>
              <a:ext uri="{FF2B5EF4-FFF2-40B4-BE49-F238E27FC236}">
                <a16:creationId xmlns:a16="http://schemas.microsoft.com/office/drawing/2014/main" id="{3BE21D7B-7FCD-9D44-F977-86AAC70655D8}"/>
              </a:ext>
            </a:extLst>
          </p:cNvPr>
          <p:cNvSpPr>
            <a:spLocks noGrp="1"/>
          </p:cNvSpPr>
          <p:nvPr>
            <p:ph idx="1"/>
          </p:nvPr>
        </p:nvSpPr>
        <p:spPr>
          <a:xfrm>
            <a:off x="264042" y="1253331"/>
            <a:ext cx="10515600" cy="4351338"/>
          </a:xfrm>
        </p:spPr>
        <p:txBody>
          <a:bodyPr>
            <a:normAutofit/>
          </a:bodyPr>
          <a:lstStyle/>
          <a:p>
            <a:r>
              <a:rPr lang="de-DE" sz="2400" dirty="0"/>
              <a:t>Sollen es wirklich Quadrate sein? Für </a:t>
            </a:r>
            <a:r>
              <a:rPr lang="de-DE" sz="2400" dirty="0" err="1"/>
              <a:t>divomath</a:t>
            </a:r>
            <a:r>
              <a:rPr lang="de-DE" sz="2400" dirty="0"/>
              <a:t> würden wir eher Punkte nutzen wollen. In MSK haben wir auch nur Punkte.</a:t>
            </a:r>
          </a:p>
          <a:p>
            <a:pPr marL="0" indent="0">
              <a:buNone/>
            </a:pPr>
            <a:endParaRPr lang="de-DE" sz="2400" dirty="0"/>
          </a:p>
          <a:p>
            <a:r>
              <a:rPr lang="de-DE" sz="2400" dirty="0"/>
              <a:t>Evtl. nur die Sichtweise in Zeilen (horizontal)</a:t>
            </a:r>
          </a:p>
          <a:p>
            <a:r>
              <a:rPr lang="de-DE" sz="2400" dirty="0"/>
              <a:t>Und dann lieber beide Zerlegungen:</a:t>
            </a:r>
          </a:p>
          <a:p>
            <a:pPr marL="0" indent="0">
              <a:buNone/>
            </a:pPr>
            <a:r>
              <a:rPr lang="de-DE" sz="2400" dirty="0"/>
              <a:t>	1) Anzahl der Zeilen (erster Faktor)</a:t>
            </a:r>
          </a:p>
          <a:p>
            <a:pPr marL="0" indent="0">
              <a:buNone/>
            </a:pPr>
            <a:r>
              <a:rPr lang="de-DE" sz="2400" dirty="0"/>
              <a:t>	2) Zeilen selbst (zweiter Faktor)</a:t>
            </a:r>
          </a:p>
          <a:p>
            <a:pPr marL="0" indent="0">
              <a:buNone/>
            </a:pPr>
            <a:endParaRPr lang="de-DE" sz="2400" dirty="0"/>
          </a:p>
          <a:p>
            <a:r>
              <a:rPr lang="de-DE" sz="2400" dirty="0"/>
              <a:t>Ziel: Am Ende ein Tool? Bei der Doppel-Zerlegung wären alle Funktionen integriert</a:t>
            </a:r>
          </a:p>
          <a:p>
            <a:pPr marL="0" indent="0">
              <a:buNone/>
            </a:pPr>
            <a:endParaRPr lang="de-DE" sz="2400" dirty="0"/>
          </a:p>
          <a:p>
            <a:pPr marL="0" indent="0">
              <a:buNone/>
            </a:pPr>
            <a:endParaRPr lang="de-DE" sz="2400" dirty="0"/>
          </a:p>
          <a:p>
            <a:pPr marL="0" indent="0">
              <a:buNone/>
            </a:pPr>
            <a:endParaRPr lang="de-DE" dirty="0"/>
          </a:p>
        </p:txBody>
      </p:sp>
    </p:spTree>
    <p:extLst>
      <p:ext uri="{BB962C8B-B14F-4D97-AF65-F5344CB8AC3E}">
        <p14:creationId xmlns:p14="http://schemas.microsoft.com/office/powerpoint/2010/main" val="2862453338"/>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06228-002E-1DE2-2D90-E17EDB4CF6E7}"/>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0A2B5924-6ECF-8C82-921F-428DF01EC622}"/>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Erster Faktor zerlegt</a:t>
            </a:r>
          </a:p>
        </p:txBody>
      </p:sp>
      <p:sp>
        <p:nvSpPr>
          <p:cNvPr id="4" name="Textfeld 3">
            <a:extLst>
              <a:ext uri="{FF2B5EF4-FFF2-40B4-BE49-F238E27FC236}">
                <a16:creationId xmlns:a16="http://schemas.microsoft.com/office/drawing/2014/main" id="{B30F1189-5697-441E-E8BE-4A0D1CAB579B}"/>
              </a:ext>
            </a:extLst>
          </p:cNvPr>
          <p:cNvSpPr txBox="1"/>
          <p:nvPr/>
        </p:nvSpPr>
        <p:spPr>
          <a:xfrm>
            <a:off x="7633870" y="4600301"/>
            <a:ext cx="3102965" cy="369332"/>
          </a:xfrm>
          <a:prstGeom prst="rect">
            <a:avLst/>
          </a:prstGeom>
          <a:noFill/>
          <a:ln>
            <a:solidFill>
              <a:schemeClr val="accent6"/>
            </a:solidFill>
          </a:ln>
        </p:spPr>
        <p:txBody>
          <a:bodyPr wrap="none" rtlCol="0">
            <a:spAutoFit/>
          </a:bodyPr>
          <a:lstStyle/>
          <a:p>
            <a:r>
              <a:rPr lang="de-DE" dirty="0"/>
              <a:t>Ich sehe drei 5er und fünf 5er.</a:t>
            </a:r>
          </a:p>
        </p:txBody>
      </p:sp>
      <p:sp>
        <p:nvSpPr>
          <p:cNvPr id="6" name="Textfeld 5">
            <a:extLst>
              <a:ext uri="{FF2B5EF4-FFF2-40B4-BE49-F238E27FC236}">
                <a16:creationId xmlns:a16="http://schemas.microsoft.com/office/drawing/2014/main" id="{77371C6F-A6CE-2C38-E600-795304C6A828}"/>
              </a:ext>
            </a:extLst>
          </p:cNvPr>
          <p:cNvSpPr txBox="1"/>
          <p:nvPr/>
        </p:nvSpPr>
        <p:spPr>
          <a:xfrm>
            <a:off x="5222027" y="1794600"/>
            <a:ext cx="1931106" cy="369332"/>
          </a:xfrm>
          <a:prstGeom prst="rect">
            <a:avLst/>
          </a:prstGeom>
          <a:noFill/>
          <a:ln>
            <a:solidFill>
              <a:schemeClr val="accent6"/>
            </a:solidFill>
          </a:ln>
        </p:spPr>
        <p:txBody>
          <a:bodyPr wrap="none" rtlCol="0">
            <a:spAutoFit/>
          </a:bodyPr>
          <a:lstStyle/>
          <a:p>
            <a:r>
              <a:rPr lang="de-DE" dirty="0"/>
              <a:t>Ich sehe acht 5er.</a:t>
            </a:r>
          </a:p>
        </p:txBody>
      </p:sp>
      <p:sp>
        <p:nvSpPr>
          <p:cNvPr id="7" name="Textfeld 6">
            <a:extLst>
              <a:ext uri="{FF2B5EF4-FFF2-40B4-BE49-F238E27FC236}">
                <a16:creationId xmlns:a16="http://schemas.microsoft.com/office/drawing/2014/main" id="{54231118-0328-A04D-C3BC-7F75D4A67E5C}"/>
              </a:ext>
            </a:extLst>
          </p:cNvPr>
          <p:cNvSpPr txBox="1"/>
          <p:nvPr/>
        </p:nvSpPr>
        <p:spPr>
          <a:xfrm>
            <a:off x="1398180" y="4399146"/>
            <a:ext cx="2799997" cy="369332"/>
          </a:xfrm>
          <a:prstGeom prst="rect">
            <a:avLst/>
          </a:prstGeom>
          <a:noFill/>
          <a:ln>
            <a:solidFill>
              <a:schemeClr val="accent6"/>
            </a:solidFill>
          </a:ln>
        </p:spPr>
        <p:txBody>
          <a:bodyPr wrap="none" rtlCol="0">
            <a:spAutoFit/>
          </a:bodyPr>
          <a:lstStyle/>
          <a:p>
            <a:r>
              <a:rPr lang="de-DE" dirty="0"/>
              <a:t>Ich sehe drei und fünf 5er.</a:t>
            </a:r>
          </a:p>
        </p:txBody>
      </p:sp>
      <p:sp>
        <p:nvSpPr>
          <p:cNvPr id="29" name="Textfeld 28">
            <a:extLst>
              <a:ext uri="{FF2B5EF4-FFF2-40B4-BE49-F238E27FC236}">
                <a16:creationId xmlns:a16="http://schemas.microsoft.com/office/drawing/2014/main" id="{770B4EBB-1EE0-7EB6-9883-A54D2D8D7948}"/>
              </a:ext>
            </a:extLst>
          </p:cNvPr>
          <p:cNvSpPr txBox="1"/>
          <p:nvPr/>
        </p:nvSpPr>
        <p:spPr>
          <a:xfrm>
            <a:off x="2371664" y="2960854"/>
            <a:ext cx="2056285" cy="646331"/>
          </a:xfrm>
          <a:prstGeom prst="rect">
            <a:avLst/>
          </a:prstGeom>
          <a:noFill/>
        </p:spPr>
        <p:txBody>
          <a:bodyPr wrap="square" rtlCol="0">
            <a:spAutoFit/>
          </a:bodyPr>
          <a:lstStyle/>
          <a:p>
            <a:r>
              <a:rPr lang="de-DE" i="1" dirty="0"/>
              <a:t>Anzahl der Reihen wird zerlegt</a:t>
            </a:r>
          </a:p>
        </p:txBody>
      </p:sp>
      <p:pic>
        <p:nvPicPr>
          <p:cNvPr id="18" name="Grafik 17">
            <a:extLst>
              <a:ext uri="{FF2B5EF4-FFF2-40B4-BE49-F238E27FC236}">
                <a16:creationId xmlns:a16="http://schemas.microsoft.com/office/drawing/2014/main" id="{9A52E557-63FB-F400-F1FD-3E4B99535F13}"/>
              </a:ext>
            </a:extLst>
          </p:cNvPr>
          <p:cNvPicPr>
            <a:picLocks noChangeAspect="1"/>
          </p:cNvPicPr>
          <p:nvPr/>
        </p:nvPicPr>
        <p:blipFill>
          <a:blip r:embed="rId4"/>
          <a:srcRect l="4679" t="5758" r="3576"/>
          <a:stretch/>
        </p:blipFill>
        <p:spPr>
          <a:xfrm>
            <a:off x="4657722" y="2425068"/>
            <a:ext cx="2526525" cy="2023984"/>
          </a:xfrm>
          <a:prstGeom prst="rect">
            <a:avLst/>
          </a:prstGeom>
          <a:ln>
            <a:solidFill>
              <a:schemeClr val="tx1">
                <a:lumMod val="50000"/>
                <a:lumOff val="50000"/>
              </a:schemeClr>
            </a:solidFill>
          </a:ln>
        </p:spPr>
      </p:pic>
    </p:spTree>
    <p:extLst>
      <p:ext uri="{BB962C8B-B14F-4D97-AF65-F5344CB8AC3E}">
        <p14:creationId xmlns:p14="http://schemas.microsoft.com/office/powerpoint/2010/main" val="189285207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1">
            <a:extLst>
              <a:ext uri="{FF2B5EF4-FFF2-40B4-BE49-F238E27FC236}">
                <a16:creationId xmlns:a16="http://schemas.microsoft.com/office/drawing/2014/main" id="{BBD2D21D-30D1-513F-99A6-0939D07DD2E0}"/>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Zweiter Faktor zerlegt</a:t>
            </a:r>
          </a:p>
        </p:txBody>
      </p:sp>
      <p:sp>
        <p:nvSpPr>
          <p:cNvPr id="10" name="Inhaltsplatzhalter 2">
            <a:extLst>
              <a:ext uri="{FF2B5EF4-FFF2-40B4-BE49-F238E27FC236}">
                <a16:creationId xmlns:a16="http://schemas.microsoft.com/office/drawing/2014/main" id="{12DE2D0F-A4C9-EDC7-5662-A64FFA96AF2D}"/>
              </a:ext>
            </a:extLst>
          </p:cNvPr>
          <p:cNvSpPr txBox="1">
            <a:spLocks/>
          </p:cNvSpPr>
          <p:nvPr/>
        </p:nvSpPr>
        <p:spPr>
          <a:xfrm>
            <a:off x="264042" y="125333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dirty="0"/>
              <a:t>Hier in dieser Ansicht wäre es doch klug, die Reihen, also den zweiten Faktor zu zerlegen. </a:t>
            </a:r>
          </a:p>
          <a:p>
            <a:pPr marL="0" indent="0">
              <a:buNone/>
            </a:pPr>
            <a:endParaRPr lang="de-DE" dirty="0"/>
          </a:p>
        </p:txBody>
      </p:sp>
      <p:pic>
        <p:nvPicPr>
          <p:cNvPr id="12" name="Grafik 11">
            <a:extLst>
              <a:ext uri="{FF2B5EF4-FFF2-40B4-BE49-F238E27FC236}">
                <a16:creationId xmlns:a16="http://schemas.microsoft.com/office/drawing/2014/main" id="{4F97D1F7-7EF9-27D6-3719-1708D3D55F18}"/>
              </a:ext>
            </a:extLst>
          </p:cNvPr>
          <p:cNvPicPr>
            <a:picLocks noChangeAspect="1"/>
          </p:cNvPicPr>
          <p:nvPr/>
        </p:nvPicPr>
        <p:blipFill>
          <a:blip r:embed="rId2"/>
          <a:stretch>
            <a:fillRect/>
          </a:stretch>
        </p:blipFill>
        <p:spPr>
          <a:xfrm>
            <a:off x="4244084" y="3217612"/>
            <a:ext cx="3364282" cy="2331795"/>
          </a:xfrm>
          <a:prstGeom prst="rect">
            <a:avLst/>
          </a:prstGeom>
          <a:ln>
            <a:solidFill>
              <a:schemeClr val="tx1">
                <a:lumMod val="50000"/>
                <a:lumOff val="50000"/>
              </a:schemeClr>
            </a:solidFill>
          </a:ln>
        </p:spPr>
      </p:pic>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83258320-27CB-0771-F1E9-E06B8002DDF3}"/>
                  </a:ext>
                </a:extLst>
              </p:cNvPr>
              <p:cNvSpPr txBox="1"/>
              <p:nvPr/>
            </p:nvSpPr>
            <p:spPr>
              <a:xfrm>
                <a:off x="5695803" y="2772355"/>
                <a:ext cx="590226"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8</a:t>
                </a:r>
              </a:p>
            </p:txBody>
          </p:sp>
        </mc:Choice>
        <mc:Fallback xmlns="">
          <p:sp>
            <p:nvSpPr>
              <p:cNvPr id="13" name="Textfeld 12">
                <a:extLst>
                  <a:ext uri="{FF2B5EF4-FFF2-40B4-BE49-F238E27FC236}">
                    <a16:creationId xmlns:a16="http://schemas.microsoft.com/office/drawing/2014/main" id="{83258320-27CB-0771-F1E9-E06B8002DDF3}"/>
                  </a:ext>
                </a:extLst>
              </p:cNvPr>
              <p:cNvSpPr txBox="1">
                <a:spLocks noRot="1" noChangeAspect="1" noMove="1" noResize="1" noEditPoints="1" noAdjustHandles="1" noChangeArrowheads="1" noChangeShapeType="1" noTextEdit="1"/>
              </p:cNvSpPr>
              <p:nvPr/>
            </p:nvSpPr>
            <p:spPr>
              <a:xfrm>
                <a:off x="5695803" y="2772355"/>
                <a:ext cx="590226" cy="369332"/>
              </a:xfrm>
              <a:prstGeom prst="rect">
                <a:avLst/>
              </a:prstGeom>
              <a:blipFill>
                <a:blip r:embed="rId3"/>
                <a:stretch>
                  <a:fillRect l="-6122" t="-3226" r="-6122" b="-25806"/>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36E3CBD7-CE7A-2197-D803-65B22ABE2A47}"/>
                  </a:ext>
                </a:extLst>
              </p:cNvPr>
              <p:cNvSpPr txBox="1"/>
              <p:nvPr/>
            </p:nvSpPr>
            <p:spPr>
              <a:xfrm>
                <a:off x="3125944" y="5095583"/>
                <a:ext cx="1064715"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a:t>
                </a:r>
              </a:p>
            </p:txBody>
          </p:sp>
        </mc:Choice>
        <mc:Fallback xmlns="">
          <p:sp>
            <p:nvSpPr>
              <p:cNvPr id="14" name="Textfeld 13">
                <a:extLst>
                  <a:ext uri="{FF2B5EF4-FFF2-40B4-BE49-F238E27FC236}">
                    <a16:creationId xmlns:a16="http://schemas.microsoft.com/office/drawing/2014/main" id="{36E3CBD7-CE7A-2197-D803-65B22ABE2A47}"/>
                  </a:ext>
                </a:extLst>
              </p:cNvPr>
              <p:cNvSpPr txBox="1">
                <a:spLocks noRot="1" noChangeAspect="1" noMove="1" noResize="1" noEditPoints="1" noAdjustHandles="1" noChangeArrowheads="1" noChangeShapeType="1" noTextEdit="1"/>
              </p:cNvSpPr>
              <p:nvPr/>
            </p:nvSpPr>
            <p:spPr>
              <a:xfrm>
                <a:off x="3125944" y="5095583"/>
                <a:ext cx="1064715" cy="369332"/>
              </a:xfrm>
              <a:prstGeom prst="rect">
                <a:avLst/>
              </a:prstGeom>
              <a:blipFill>
                <a:blip r:embed="rId4"/>
                <a:stretch>
                  <a:fillRect l="-4651" t="-6452" r="-3488" b="-25806"/>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2295B4D4-2CBA-D744-191C-46FD47844463}"/>
                  </a:ext>
                </a:extLst>
              </p:cNvPr>
              <p:cNvSpPr txBox="1"/>
              <p:nvPr/>
            </p:nvSpPr>
            <p:spPr>
              <a:xfrm>
                <a:off x="7661791" y="5109615"/>
                <a:ext cx="1258678"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 </a:t>
                </a:r>
                <a14:m>
                  <m:oMath xmlns:m="http://schemas.openxmlformats.org/officeDocument/2006/math">
                    <m:r>
                      <a:rPr lang="de-DE" smtClean="0">
                        <a:solidFill>
                          <a:schemeClr val="tx1"/>
                        </a:solidFill>
                        <a:latin typeface="Cambria Math" panose="02040503050406030204" pitchFamily="18" charset="0"/>
                      </a:rPr>
                      <m:t>⋅</m:t>
                    </m:r>
                  </m:oMath>
                </a14:m>
                <a:r>
                  <a:rPr lang="de-DE" dirty="0"/>
                  <a:t> 5</a:t>
                </a:r>
              </a:p>
            </p:txBody>
          </p:sp>
        </mc:Choice>
        <mc:Fallback xmlns="">
          <p:sp>
            <p:nvSpPr>
              <p:cNvPr id="15" name="Textfeld 14">
                <a:extLst>
                  <a:ext uri="{FF2B5EF4-FFF2-40B4-BE49-F238E27FC236}">
                    <a16:creationId xmlns:a16="http://schemas.microsoft.com/office/drawing/2014/main" id="{2295B4D4-2CBA-D744-191C-46FD47844463}"/>
                  </a:ext>
                </a:extLst>
              </p:cNvPr>
              <p:cNvSpPr txBox="1">
                <a:spLocks noRot="1" noChangeAspect="1" noMove="1" noResize="1" noEditPoints="1" noAdjustHandles="1" noChangeArrowheads="1" noChangeShapeType="1" noTextEdit="1"/>
              </p:cNvSpPr>
              <p:nvPr/>
            </p:nvSpPr>
            <p:spPr>
              <a:xfrm>
                <a:off x="7661791" y="5109615"/>
                <a:ext cx="1258678" cy="369332"/>
              </a:xfrm>
              <a:prstGeom prst="rect">
                <a:avLst/>
              </a:prstGeom>
              <a:blipFill>
                <a:blip r:embed="rId5"/>
                <a:stretch>
                  <a:fillRect l="-2970" t="-3125" b="-21875"/>
                </a:stretch>
              </a:blipFill>
              <a:ln>
                <a:solidFill>
                  <a:schemeClr val="accent6"/>
                </a:solidFill>
              </a:ln>
            </p:spPr>
            <p:txBody>
              <a:bodyPr/>
              <a:lstStyle/>
              <a:p>
                <a:r>
                  <a:rPr lang="de-DE">
                    <a:noFill/>
                  </a:rPr>
                  <a:t> </a:t>
                </a:r>
              </a:p>
            </p:txBody>
          </p:sp>
        </mc:Fallback>
      </mc:AlternateContent>
    </p:spTree>
    <p:extLst>
      <p:ext uri="{BB962C8B-B14F-4D97-AF65-F5344CB8AC3E}">
        <p14:creationId xmlns:p14="http://schemas.microsoft.com/office/powerpoint/2010/main" val="33578462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5516E-3939-2003-C1CB-688583FF4238}"/>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24A51CB3-42DE-293C-8BA0-47B437C0E2C8}"/>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Zweiter Faktor zerlegt</a:t>
            </a:r>
          </a:p>
        </p:txBody>
      </p:sp>
      <p:pic>
        <p:nvPicPr>
          <p:cNvPr id="12" name="Grafik 11">
            <a:extLst>
              <a:ext uri="{FF2B5EF4-FFF2-40B4-BE49-F238E27FC236}">
                <a16:creationId xmlns:a16="http://schemas.microsoft.com/office/drawing/2014/main" id="{E29EDD0F-37BB-F448-465E-230A56C01E9F}"/>
              </a:ext>
            </a:extLst>
          </p:cNvPr>
          <p:cNvPicPr>
            <a:picLocks noChangeAspect="1"/>
          </p:cNvPicPr>
          <p:nvPr/>
        </p:nvPicPr>
        <p:blipFill>
          <a:blip r:embed="rId3"/>
          <a:stretch>
            <a:fillRect/>
          </a:stretch>
        </p:blipFill>
        <p:spPr>
          <a:xfrm>
            <a:off x="4216163" y="2184549"/>
            <a:ext cx="3364282" cy="2331795"/>
          </a:xfrm>
          <a:prstGeom prst="rect">
            <a:avLst/>
          </a:prstGeom>
          <a:ln>
            <a:solidFill>
              <a:schemeClr val="tx1">
                <a:lumMod val="50000"/>
                <a:lumOff val="50000"/>
              </a:schemeClr>
            </a:solidFill>
          </a:ln>
        </p:spPr>
      </p:pic>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13613731-F339-4053-5FDF-0648D0B53B53}"/>
                  </a:ext>
                </a:extLst>
              </p:cNvPr>
              <p:cNvSpPr txBox="1"/>
              <p:nvPr/>
            </p:nvSpPr>
            <p:spPr>
              <a:xfrm>
                <a:off x="5667882" y="1739292"/>
                <a:ext cx="590226"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8</a:t>
                </a:r>
              </a:p>
            </p:txBody>
          </p:sp>
        </mc:Choice>
        <mc:Fallback xmlns="">
          <p:sp>
            <p:nvSpPr>
              <p:cNvPr id="13" name="Textfeld 12">
                <a:extLst>
                  <a:ext uri="{FF2B5EF4-FFF2-40B4-BE49-F238E27FC236}">
                    <a16:creationId xmlns:a16="http://schemas.microsoft.com/office/drawing/2014/main" id="{13613731-F339-4053-5FDF-0648D0B53B53}"/>
                  </a:ext>
                </a:extLst>
              </p:cNvPr>
              <p:cNvSpPr txBox="1">
                <a:spLocks noRot="1" noChangeAspect="1" noMove="1" noResize="1" noEditPoints="1" noAdjustHandles="1" noChangeArrowheads="1" noChangeShapeType="1" noTextEdit="1"/>
              </p:cNvSpPr>
              <p:nvPr/>
            </p:nvSpPr>
            <p:spPr>
              <a:xfrm>
                <a:off x="5667882" y="1739292"/>
                <a:ext cx="590226" cy="369332"/>
              </a:xfrm>
              <a:prstGeom prst="rect">
                <a:avLst/>
              </a:prstGeom>
              <a:blipFill>
                <a:blip r:embed="rId4"/>
                <a:stretch>
                  <a:fillRect l="-6122" t="-6452" r="-6122" b="-22581"/>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A6C62DF3-E7D3-17DA-E2EB-D85DB7606415}"/>
                  </a:ext>
                </a:extLst>
              </p:cNvPr>
              <p:cNvSpPr txBox="1"/>
              <p:nvPr/>
            </p:nvSpPr>
            <p:spPr>
              <a:xfrm>
                <a:off x="3098023" y="4062520"/>
                <a:ext cx="1064715"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a:t>
                </a:r>
              </a:p>
            </p:txBody>
          </p:sp>
        </mc:Choice>
        <mc:Fallback xmlns="">
          <p:sp>
            <p:nvSpPr>
              <p:cNvPr id="14" name="Textfeld 13">
                <a:extLst>
                  <a:ext uri="{FF2B5EF4-FFF2-40B4-BE49-F238E27FC236}">
                    <a16:creationId xmlns:a16="http://schemas.microsoft.com/office/drawing/2014/main" id="{A6C62DF3-E7D3-17DA-E2EB-D85DB7606415}"/>
                  </a:ext>
                </a:extLst>
              </p:cNvPr>
              <p:cNvSpPr txBox="1">
                <a:spLocks noRot="1" noChangeAspect="1" noMove="1" noResize="1" noEditPoints="1" noAdjustHandles="1" noChangeArrowheads="1" noChangeShapeType="1" noTextEdit="1"/>
              </p:cNvSpPr>
              <p:nvPr/>
            </p:nvSpPr>
            <p:spPr>
              <a:xfrm>
                <a:off x="3098023" y="4062520"/>
                <a:ext cx="1064715" cy="369332"/>
              </a:xfrm>
              <a:prstGeom prst="rect">
                <a:avLst/>
              </a:prstGeom>
              <a:blipFill>
                <a:blip r:embed="rId5"/>
                <a:stretch>
                  <a:fillRect l="-3488" t="-6452" r="-3488" b="-22581"/>
                </a:stretch>
              </a:blipFill>
              <a:ln>
                <a:solidFill>
                  <a:schemeClr val="accent6"/>
                </a:solid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5" name="Textfeld 14">
                <a:extLst>
                  <a:ext uri="{FF2B5EF4-FFF2-40B4-BE49-F238E27FC236}">
                    <a16:creationId xmlns:a16="http://schemas.microsoft.com/office/drawing/2014/main" id="{E9FAE8BA-CE56-AE88-29B4-A8AA36DF2C70}"/>
                  </a:ext>
                </a:extLst>
              </p:cNvPr>
              <p:cNvSpPr txBox="1"/>
              <p:nvPr/>
            </p:nvSpPr>
            <p:spPr>
              <a:xfrm>
                <a:off x="7633870" y="4076552"/>
                <a:ext cx="1258678"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3 + 5 </a:t>
                </a:r>
                <a14:m>
                  <m:oMath xmlns:m="http://schemas.openxmlformats.org/officeDocument/2006/math">
                    <m:r>
                      <a:rPr lang="de-DE" smtClean="0">
                        <a:solidFill>
                          <a:schemeClr val="tx1"/>
                        </a:solidFill>
                        <a:latin typeface="Cambria Math" panose="02040503050406030204" pitchFamily="18" charset="0"/>
                      </a:rPr>
                      <m:t>⋅</m:t>
                    </m:r>
                  </m:oMath>
                </a14:m>
                <a:r>
                  <a:rPr lang="de-DE" dirty="0"/>
                  <a:t> 5</a:t>
                </a:r>
              </a:p>
            </p:txBody>
          </p:sp>
        </mc:Choice>
        <mc:Fallback xmlns="">
          <p:sp>
            <p:nvSpPr>
              <p:cNvPr id="15" name="Textfeld 14">
                <a:extLst>
                  <a:ext uri="{FF2B5EF4-FFF2-40B4-BE49-F238E27FC236}">
                    <a16:creationId xmlns:a16="http://schemas.microsoft.com/office/drawing/2014/main" id="{E9FAE8BA-CE56-AE88-29B4-A8AA36DF2C70}"/>
                  </a:ext>
                </a:extLst>
              </p:cNvPr>
              <p:cNvSpPr txBox="1">
                <a:spLocks noRot="1" noChangeAspect="1" noMove="1" noResize="1" noEditPoints="1" noAdjustHandles="1" noChangeArrowheads="1" noChangeShapeType="1" noTextEdit="1"/>
              </p:cNvSpPr>
              <p:nvPr/>
            </p:nvSpPr>
            <p:spPr>
              <a:xfrm>
                <a:off x="7633870" y="4076552"/>
                <a:ext cx="1258678" cy="369332"/>
              </a:xfrm>
              <a:prstGeom prst="rect">
                <a:avLst/>
              </a:prstGeom>
              <a:blipFill>
                <a:blip r:embed="rId6"/>
                <a:stretch>
                  <a:fillRect l="-2970" t="-6452" b="-22581"/>
                </a:stretch>
              </a:blipFill>
              <a:ln>
                <a:solidFill>
                  <a:schemeClr val="accent6"/>
                </a:solidFill>
              </a:ln>
            </p:spPr>
            <p:txBody>
              <a:bodyPr/>
              <a:lstStyle/>
              <a:p>
                <a:r>
                  <a:rPr lang="de-DE">
                    <a:noFill/>
                  </a:rPr>
                  <a:t> </a:t>
                </a:r>
              </a:p>
            </p:txBody>
          </p:sp>
        </mc:Fallback>
      </mc:AlternateContent>
      <p:sp>
        <p:nvSpPr>
          <p:cNvPr id="2" name="Textfeld 1">
            <a:extLst>
              <a:ext uri="{FF2B5EF4-FFF2-40B4-BE49-F238E27FC236}">
                <a16:creationId xmlns:a16="http://schemas.microsoft.com/office/drawing/2014/main" id="{7FDC81EB-14C4-C2D6-A502-A07F971D507E}"/>
              </a:ext>
            </a:extLst>
          </p:cNvPr>
          <p:cNvSpPr txBox="1"/>
          <p:nvPr/>
        </p:nvSpPr>
        <p:spPr>
          <a:xfrm>
            <a:off x="6614892" y="1311645"/>
            <a:ext cx="1876604" cy="369332"/>
          </a:xfrm>
          <a:prstGeom prst="rect">
            <a:avLst/>
          </a:prstGeom>
          <a:noFill/>
          <a:ln>
            <a:solidFill>
              <a:schemeClr val="accent6"/>
            </a:solidFill>
          </a:ln>
        </p:spPr>
        <p:txBody>
          <a:bodyPr wrap="none" rtlCol="0">
            <a:spAutoFit/>
          </a:bodyPr>
          <a:lstStyle/>
          <a:p>
            <a:r>
              <a:rPr lang="de-DE" dirty="0"/>
              <a:t>Ich sehe fünf 8er.</a:t>
            </a:r>
          </a:p>
        </p:txBody>
      </p:sp>
      <p:sp>
        <p:nvSpPr>
          <p:cNvPr id="3" name="Textfeld 2">
            <a:extLst>
              <a:ext uri="{FF2B5EF4-FFF2-40B4-BE49-F238E27FC236}">
                <a16:creationId xmlns:a16="http://schemas.microsoft.com/office/drawing/2014/main" id="{7826F90D-F09D-EC11-CED1-A72958475E38}"/>
              </a:ext>
            </a:extLst>
          </p:cNvPr>
          <p:cNvSpPr txBox="1"/>
          <p:nvPr/>
        </p:nvSpPr>
        <p:spPr>
          <a:xfrm>
            <a:off x="7633870" y="5203567"/>
            <a:ext cx="3181448" cy="369332"/>
          </a:xfrm>
          <a:prstGeom prst="rect">
            <a:avLst/>
          </a:prstGeom>
          <a:noFill/>
          <a:ln>
            <a:solidFill>
              <a:schemeClr val="accent6"/>
            </a:solidFill>
          </a:ln>
        </p:spPr>
        <p:txBody>
          <a:bodyPr wrap="none" rtlCol="0">
            <a:spAutoFit/>
          </a:bodyPr>
          <a:lstStyle/>
          <a:p>
            <a:r>
              <a:rPr lang="de-DE" dirty="0"/>
              <a:t>Ich sehe fünf 3er und fünf 5er.</a:t>
            </a:r>
          </a:p>
        </p:txBody>
      </p:sp>
      <p:sp>
        <p:nvSpPr>
          <p:cNvPr id="4" name="Textfeld 3">
            <a:extLst>
              <a:ext uri="{FF2B5EF4-FFF2-40B4-BE49-F238E27FC236}">
                <a16:creationId xmlns:a16="http://schemas.microsoft.com/office/drawing/2014/main" id="{465BC651-50D9-069E-4BC2-DE3EEE3AACFE}"/>
              </a:ext>
            </a:extLst>
          </p:cNvPr>
          <p:cNvSpPr txBox="1"/>
          <p:nvPr/>
        </p:nvSpPr>
        <p:spPr>
          <a:xfrm>
            <a:off x="7633870" y="4600301"/>
            <a:ext cx="3691908" cy="369332"/>
          </a:xfrm>
          <a:prstGeom prst="rect">
            <a:avLst/>
          </a:prstGeom>
          <a:noFill/>
          <a:ln>
            <a:solidFill>
              <a:srgbClr val="FF0000"/>
            </a:solidFill>
          </a:ln>
        </p:spPr>
        <p:txBody>
          <a:bodyPr wrap="none" rtlCol="0">
            <a:spAutoFit/>
          </a:bodyPr>
          <a:lstStyle/>
          <a:p>
            <a:r>
              <a:rPr lang="de-DE" strike="sngStrike" dirty="0"/>
              <a:t>Ich sehe drei Fünfer und fünf Fünfer</a:t>
            </a:r>
          </a:p>
        </p:txBody>
      </p:sp>
      <p:sp>
        <p:nvSpPr>
          <p:cNvPr id="6" name="Textfeld 5">
            <a:extLst>
              <a:ext uri="{FF2B5EF4-FFF2-40B4-BE49-F238E27FC236}">
                <a16:creationId xmlns:a16="http://schemas.microsoft.com/office/drawing/2014/main" id="{E9C9314A-8674-8EC7-6C33-4201B09C550E}"/>
              </a:ext>
            </a:extLst>
          </p:cNvPr>
          <p:cNvSpPr txBox="1"/>
          <p:nvPr/>
        </p:nvSpPr>
        <p:spPr>
          <a:xfrm>
            <a:off x="6614892" y="883999"/>
            <a:ext cx="2249205" cy="369332"/>
          </a:xfrm>
          <a:prstGeom prst="rect">
            <a:avLst/>
          </a:prstGeom>
          <a:noFill/>
          <a:ln>
            <a:solidFill>
              <a:srgbClr val="FF0000"/>
            </a:solidFill>
          </a:ln>
        </p:spPr>
        <p:txBody>
          <a:bodyPr wrap="none" rtlCol="0">
            <a:spAutoFit/>
          </a:bodyPr>
          <a:lstStyle/>
          <a:p>
            <a:r>
              <a:rPr lang="de-DE" strike="sngStrike" dirty="0"/>
              <a:t>Ich sehe acht Fünfer.</a:t>
            </a:r>
          </a:p>
        </p:txBody>
      </p:sp>
      <p:sp>
        <p:nvSpPr>
          <p:cNvPr id="7" name="Textfeld 6">
            <a:extLst>
              <a:ext uri="{FF2B5EF4-FFF2-40B4-BE49-F238E27FC236}">
                <a16:creationId xmlns:a16="http://schemas.microsoft.com/office/drawing/2014/main" id="{B7090549-C19E-4E49-17DB-B31691C557E9}"/>
              </a:ext>
            </a:extLst>
          </p:cNvPr>
          <p:cNvSpPr txBox="1"/>
          <p:nvPr/>
        </p:nvSpPr>
        <p:spPr>
          <a:xfrm>
            <a:off x="394411" y="4337061"/>
            <a:ext cx="2526525" cy="369332"/>
          </a:xfrm>
          <a:prstGeom prst="rect">
            <a:avLst/>
          </a:prstGeom>
          <a:noFill/>
          <a:ln>
            <a:solidFill>
              <a:srgbClr val="FF0000"/>
            </a:solidFill>
          </a:ln>
        </p:spPr>
        <p:txBody>
          <a:bodyPr wrap="none" rtlCol="0">
            <a:spAutoFit/>
          </a:bodyPr>
          <a:lstStyle/>
          <a:p>
            <a:r>
              <a:rPr lang="de-DE" strike="sngStrike" dirty="0"/>
              <a:t>Ich sehe 3 und 5 </a:t>
            </a:r>
            <a:r>
              <a:rPr lang="de-DE" strike="sngStrike" dirty="0">
                <a:highlight>
                  <a:srgbClr val="FFFF00"/>
                </a:highlight>
              </a:rPr>
              <a:t>Fünfer</a:t>
            </a:r>
            <a:r>
              <a:rPr lang="de-DE" strike="sngStrike" dirty="0"/>
              <a:t>.</a:t>
            </a:r>
          </a:p>
        </p:txBody>
      </p:sp>
      <p:sp>
        <p:nvSpPr>
          <p:cNvPr id="8" name="Textfeld 7">
            <a:extLst>
              <a:ext uri="{FF2B5EF4-FFF2-40B4-BE49-F238E27FC236}">
                <a16:creationId xmlns:a16="http://schemas.microsoft.com/office/drawing/2014/main" id="{56532086-E65B-6A8F-CF64-2356AD02C604}"/>
              </a:ext>
            </a:extLst>
          </p:cNvPr>
          <p:cNvSpPr txBox="1"/>
          <p:nvPr/>
        </p:nvSpPr>
        <p:spPr>
          <a:xfrm>
            <a:off x="339940" y="5665778"/>
            <a:ext cx="4248279" cy="369332"/>
          </a:xfrm>
          <a:prstGeom prst="rect">
            <a:avLst/>
          </a:prstGeom>
          <a:noFill/>
          <a:ln>
            <a:solidFill>
              <a:schemeClr val="accent6"/>
            </a:solidFill>
          </a:ln>
        </p:spPr>
        <p:txBody>
          <a:bodyPr wrap="none" rtlCol="0">
            <a:spAutoFit/>
          </a:bodyPr>
          <a:lstStyle/>
          <a:p>
            <a:r>
              <a:rPr lang="de-DE" dirty="0"/>
              <a:t>Ich sehe fünf mal (in jeder Reihe) 3 und 5.</a:t>
            </a:r>
          </a:p>
        </p:txBody>
      </p:sp>
      <p:sp>
        <p:nvSpPr>
          <p:cNvPr id="9" name="Textfeld 8">
            <a:extLst>
              <a:ext uri="{FF2B5EF4-FFF2-40B4-BE49-F238E27FC236}">
                <a16:creationId xmlns:a16="http://schemas.microsoft.com/office/drawing/2014/main" id="{6B4BC2D6-E47A-A309-8EBE-CD48586E9F2E}"/>
              </a:ext>
            </a:extLst>
          </p:cNvPr>
          <p:cNvSpPr txBox="1"/>
          <p:nvPr/>
        </p:nvSpPr>
        <p:spPr>
          <a:xfrm>
            <a:off x="339940" y="6112326"/>
            <a:ext cx="6473182" cy="369332"/>
          </a:xfrm>
          <a:prstGeom prst="rect">
            <a:avLst/>
          </a:prstGeom>
          <a:noFill/>
          <a:ln>
            <a:solidFill>
              <a:schemeClr val="accent6"/>
            </a:solidFill>
          </a:ln>
        </p:spPr>
        <p:txBody>
          <a:bodyPr wrap="none" rtlCol="0">
            <a:spAutoFit/>
          </a:bodyPr>
          <a:lstStyle/>
          <a:p>
            <a:r>
              <a:rPr lang="de-DE" dirty="0"/>
              <a:t>Ich sehe in jeder Reihe 3 und 5. Insgesamt habe ich fünf Reihen.</a:t>
            </a:r>
          </a:p>
        </p:txBody>
      </p:sp>
      <p:sp>
        <p:nvSpPr>
          <p:cNvPr id="11" name="Textfeld 10">
            <a:extLst>
              <a:ext uri="{FF2B5EF4-FFF2-40B4-BE49-F238E27FC236}">
                <a16:creationId xmlns:a16="http://schemas.microsoft.com/office/drawing/2014/main" id="{97E5330D-B4C0-8944-F4B5-E50C6BA6F7D3}"/>
              </a:ext>
            </a:extLst>
          </p:cNvPr>
          <p:cNvSpPr txBox="1"/>
          <p:nvPr/>
        </p:nvSpPr>
        <p:spPr>
          <a:xfrm>
            <a:off x="335002" y="6535280"/>
            <a:ext cx="5834802" cy="369332"/>
          </a:xfrm>
          <a:prstGeom prst="rect">
            <a:avLst/>
          </a:prstGeom>
          <a:noFill/>
          <a:ln>
            <a:solidFill>
              <a:schemeClr val="accent6"/>
            </a:solidFill>
          </a:ln>
        </p:spPr>
        <p:txBody>
          <a:bodyPr wrap="none" rtlCol="0">
            <a:spAutoFit/>
          </a:bodyPr>
          <a:lstStyle/>
          <a:p>
            <a:r>
              <a:rPr lang="de-DE" dirty="0"/>
              <a:t>Ich sehe fünf Reihen, mit je 3 und 5 (Punkten/Quadraten).</a:t>
            </a:r>
          </a:p>
        </p:txBody>
      </p:sp>
      <p:cxnSp>
        <p:nvCxnSpPr>
          <p:cNvPr id="17" name="Gekrümmte Verbindung 16">
            <a:extLst>
              <a:ext uri="{FF2B5EF4-FFF2-40B4-BE49-F238E27FC236}">
                <a16:creationId xmlns:a16="http://schemas.microsoft.com/office/drawing/2014/main" id="{17A2F479-B62B-A781-5F47-973D231F298F}"/>
              </a:ext>
            </a:extLst>
          </p:cNvPr>
          <p:cNvCxnSpPr>
            <a:cxnSpLocks/>
            <a:stCxn id="2" idx="1"/>
          </p:cNvCxnSpPr>
          <p:nvPr/>
        </p:nvCxnSpPr>
        <p:spPr>
          <a:xfrm rot="10800000" flipV="1">
            <a:off x="3050780" y="1496311"/>
            <a:ext cx="3564112" cy="2639752"/>
          </a:xfrm>
          <a:prstGeom prst="curvedConnector3">
            <a:avLst>
              <a:gd name="adj1" fmla="val 114139"/>
            </a:avLst>
          </a:prstGeom>
          <a:ln>
            <a:tailEnd type="triangle"/>
          </a:ln>
        </p:spPr>
        <p:style>
          <a:lnRef idx="2">
            <a:schemeClr val="accent1"/>
          </a:lnRef>
          <a:fillRef idx="0">
            <a:schemeClr val="accent1"/>
          </a:fillRef>
          <a:effectRef idx="1">
            <a:schemeClr val="accent1"/>
          </a:effectRef>
          <a:fontRef idx="minor">
            <a:schemeClr val="tx1"/>
          </a:fontRef>
        </p:style>
      </p:cxnSp>
      <p:sp>
        <p:nvSpPr>
          <p:cNvPr id="29" name="Textfeld 28">
            <a:extLst>
              <a:ext uri="{FF2B5EF4-FFF2-40B4-BE49-F238E27FC236}">
                <a16:creationId xmlns:a16="http://schemas.microsoft.com/office/drawing/2014/main" id="{2CE4688F-0052-AB85-1562-E6AE1D092C97}"/>
              </a:ext>
            </a:extLst>
          </p:cNvPr>
          <p:cNvSpPr txBox="1"/>
          <p:nvPr/>
        </p:nvSpPr>
        <p:spPr>
          <a:xfrm>
            <a:off x="464846" y="2566238"/>
            <a:ext cx="2056285" cy="646331"/>
          </a:xfrm>
          <a:prstGeom prst="rect">
            <a:avLst/>
          </a:prstGeom>
          <a:noFill/>
        </p:spPr>
        <p:txBody>
          <a:bodyPr wrap="square" rtlCol="0">
            <a:spAutoFit/>
          </a:bodyPr>
          <a:lstStyle/>
          <a:p>
            <a:r>
              <a:rPr lang="de-DE" i="1" dirty="0"/>
              <a:t>8er werden zerlegt in 3er und 5er</a:t>
            </a:r>
          </a:p>
        </p:txBody>
      </p:sp>
      <p:sp>
        <p:nvSpPr>
          <p:cNvPr id="30" name="Textfeld 29">
            <a:extLst>
              <a:ext uri="{FF2B5EF4-FFF2-40B4-BE49-F238E27FC236}">
                <a16:creationId xmlns:a16="http://schemas.microsoft.com/office/drawing/2014/main" id="{325C1944-EE84-A850-489E-80AE830478B6}"/>
              </a:ext>
            </a:extLst>
          </p:cNvPr>
          <p:cNvSpPr txBox="1"/>
          <p:nvPr/>
        </p:nvSpPr>
        <p:spPr>
          <a:xfrm>
            <a:off x="339940" y="5232040"/>
            <a:ext cx="2676502" cy="369332"/>
          </a:xfrm>
          <a:prstGeom prst="rect">
            <a:avLst/>
          </a:prstGeom>
          <a:noFill/>
          <a:ln>
            <a:solidFill>
              <a:schemeClr val="accent6"/>
            </a:solidFill>
          </a:ln>
        </p:spPr>
        <p:txBody>
          <a:bodyPr wrap="none" rtlCol="0">
            <a:spAutoFit/>
          </a:bodyPr>
          <a:lstStyle/>
          <a:p>
            <a:r>
              <a:rPr lang="de-DE" dirty="0"/>
              <a:t>Ich sehe fünf 3er und 5er.</a:t>
            </a:r>
          </a:p>
        </p:txBody>
      </p:sp>
      <p:sp>
        <p:nvSpPr>
          <p:cNvPr id="22" name="Textfeld 21">
            <a:extLst>
              <a:ext uri="{FF2B5EF4-FFF2-40B4-BE49-F238E27FC236}">
                <a16:creationId xmlns:a16="http://schemas.microsoft.com/office/drawing/2014/main" id="{D46E2FA6-778A-FD3B-2E78-25FD25154F7A}"/>
              </a:ext>
            </a:extLst>
          </p:cNvPr>
          <p:cNvSpPr txBox="1"/>
          <p:nvPr/>
        </p:nvSpPr>
        <p:spPr>
          <a:xfrm>
            <a:off x="335002" y="4799833"/>
            <a:ext cx="3082832" cy="369332"/>
          </a:xfrm>
          <a:prstGeom prst="rect">
            <a:avLst/>
          </a:prstGeom>
          <a:noFill/>
          <a:ln>
            <a:solidFill>
              <a:schemeClr val="accent6"/>
            </a:solidFill>
          </a:ln>
        </p:spPr>
        <p:txBody>
          <a:bodyPr wrap="none" rtlCol="0">
            <a:spAutoFit/>
          </a:bodyPr>
          <a:lstStyle/>
          <a:p>
            <a:r>
              <a:rPr lang="de-DE" dirty="0"/>
              <a:t>Ich sehe fünf (3+5)er-Reihen.</a:t>
            </a:r>
          </a:p>
        </p:txBody>
      </p:sp>
      <p:sp>
        <p:nvSpPr>
          <p:cNvPr id="16" name="Textfeld 15">
            <a:extLst>
              <a:ext uri="{FF2B5EF4-FFF2-40B4-BE49-F238E27FC236}">
                <a16:creationId xmlns:a16="http://schemas.microsoft.com/office/drawing/2014/main" id="{4450B20B-08A6-0DE5-0C8D-77446A3553C9}"/>
              </a:ext>
            </a:extLst>
          </p:cNvPr>
          <p:cNvSpPr txBox="1"/>
          <p:nvPr/>
        </p:nvSpPr>
        <p:spPr>
          <a:xfrm>
            <a:off x="134745" y="3367011"/>
            <a:ext cx="2386386" cy="923330"/>
          </a:xfrm>
          <a:prstGeom prst="rect">
            <a:avLst/>
          </a:prstGeom>
          <a:noFill/>
        </p:spPr>
        <p:txBody>
          <a:bodyPr wrap="square" rtlCol="0">
            <a:spAutoFit/>
          </a:bodyPr>
          <a:lstStyle/>
          <a:p>
            <a:r>
              <a:rPr lang="de-DE" dirty="0"/>
              <a:t>Sprache aufzufalten (Wie bisher) finden wir super</a:t>
            </a:r>
          </a:p>
        </p:txBody>
      </p:sp>
    </p:spTree>
    <p:extLst>
      <p:ext uri="{BB962C8B-B14F-4D97-AF65-F5344CB8AC3E}">
        <p14:creationId xmlns:p14="http://schemas.microsoft.com/office/powerpoint/2010/main" val="819718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E3CF2-6312-12CC-6D50-023FB05EC887}"/>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16A2FDF5-959E-4EA4-BD00-330474E9EB11}"/>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Das Auseinanderschieben / Zerschneiden</a:t>
            </a:r>
          </a:p>
        </p:txBody>
      </p:sp>
      <p:sp>
        <p:nvSpPr>
          <p:cNvPr id="2" name="Inhaltsplatzhalter 2">
            <a:extLst>
              <a:ext uri="{FF2B5EF4-FFF2-40B4-BE49-F238E27FC236}">
                <a16:creationId xmlns:a16="http://schemas.microsoft.com/office/drawing/2014/main" id="{940A1301-6FD5-01AB-0943-7BE4B190C0C9}"/>
              </a:ext>
            </a:extLst>
          </p:cNvPr>
          <p:cNvSpPr txBox="1">
            <a:spLocks/>
          </p:cNvSpPr>
          <p:nvPr/>
        </p:nvSpPr>
        <p:spPr>
          <a:xfrm>
            <a:off x="264042" y="125333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de-DE" dirty="0"/>
          </a:p>
        </p:txBody>
      </p:sp>
      <p:sp>
        <p:nvSpPr>
          <p:cNvPr id="4" name="Inhaltsplatzhalter 2">
            <a:extLst>
              <a:ext uri="{FF2B5EF4-FFF2-40B4-BE49-F238E27FC236}">
                <a16:creationId xmlns:a16="http://schemas.microsoft.com/office/drawing/2014/main" id="{6D4036B1-E2AF-A3ED-1C15-5892173C46F4}"/>
              </a:ext>
            </a:extLst>
          </p:cNvPr>
          <p:cNvSpPr txBox="1">
            <a:spLocks/>
          </p:cNvSpPr>
          <p:nvPr/>
        </p:nvSpPr>
        <p:spPr>
          <a:xfrm>
            <a:off x="416442" y="1405731"/>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dirty="0"/>
              <a:t>Das geht noch durcheinander bei dem Tool!</a:t>
            </a:r>
          </a:p>
        </p:txBody>
      </p:sp>
      <p:pic>
        <p:nvPicPr>
          <p:cNvPr id="10" name="Grafik 9">
            <a:extLst>
              <a:ext uri="{FF2B5EF4-FFF2-40B4-BE49-F238E27FC236}">
                <a16:creationId xmlns:a16="http://schemas.microsoft.com/office/drawing/2014/main" id="{2E84CCE8-D2F2-837B-4B6F-70FE234462A6}"/>
              </a:ext>
            </a:extLst>
          </p:cNvPr>
          <p:cNvPicPr>
            <a:picLocks noChangeAspect="1"/>
          </p:cNvPicPr>
          <p:nvPr/>
        </p:nvPicPr>
        <p:blipFill>
          <a:blip r:embed="rId2"/>
          <a:stretch>
            <a:fillRect/>
          </a:stretch>
        </p:blipFill>
        <p:spPr>
          <a:xfrm>
            <a:off x="4044984" y="2128337"/>
            <a:ext cx="3212830" cy="4094019"/>
          </a:xfrm>
          <a:prstGeom prst="rect">
            <a:avLst/>
          </a:prstGeom>
        </p:spPr>
      </p:pic>
      <p:sp>
        <p:nvSpPr>
          <p:cNvPr id="13" name="Gebogener Pfeil 12">
            <a:extLst>
              <a:ext uri="{FF2B5EF4-FFF2-40B4-BE49-F238E27FC236}">
                <a16:creationId xmlns:a16="http://schemas.microsoft.com/office/drawing/2014/main" id="{E4C7A73D-43AB-0ED4-4CFA-2FF1AFDCD127}"/>
              </a:ext>
            </a:extLst>
          </p:cNvPr>
          <p:cNvSpPr/>
          <p:nvPr/>
        </p:nvSpPr>
        <p:spPr>
          <a:xfrm rot="5400000">
            <a:off x="6631145" y="2533797"/>
            <a:ext cx="984204" cy="1249448"/>
          </a:xfrm>
          <a:prstGeom prst="circularArrow">
            <a:avLst>
              <a:gd name="adj1" fmla="val 1397"/>
              <a:gd name="adj2" fmla="val 1142319"/>
              <a:gd name="adj3" fmla="val 19255307"/>
              <a:gd name="adj4" fmla="val 10800000"/>
              <a:gd name="adj5" fmla="val 12500"/>
            </a:avLst>
          </a:prstGeom>
          <a:solidFill>
            <a:srgbClr val="CFDD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solidFill>
                <a:schemeClr val="tx1"/>
              </a:solidFill>
            </a:endParaRPr>
          </a:p>
        </p:txBody>
      </p:sp>
      <p:sp>
        <p:nvSpPr>
          <p:cNvPr id="15" name="Textfeld 14">
            <a:extLst>
              <a:ext uri="{FF2B5EF4-FFF2-40B4-BE49-F238E27FC236}">
                <a16:creationId xmlns:a16="http://schemas.microsoft.com/office/drawing/2014/main" id="{F065872D-441B-8B1A-B063-6E695D9C79FA}"/>
              </a:ext>
            </a:extLst>
          </p:cNvPr>
          <p:cNvSpPr txBox="1"/>
          <p:nvPr/>
        </p:nvSpPr>
        <p:spPr>
          <a:xfrm>
            <a:off x="7669905" y="2828835"/>
            <a:ext cx="3668655" cy="1815882"/>
          </a:xfrm>
          <a:prstGeom prst="rect">
            <a:avLst/>
          </a:prstGeom>
          <a:noFill/>
        </p:spPr>
        <p:txBody>
          <a:bodyPr wrap="square" rtlCol="0">
            <a:spAutoFit/>
          </a:bodyPr>
          <a:lstStyle/>
          <a:p>
            <a:r>
              <a:rPr lang="de-DE" sz="1600" dirty="0"/>
              <a:t>Das sollte erscheinen, wenn ich darauf klicke. Stattdessen passieren teilweise verschieden Dinge in verschiedenen Versionen (sieben 6er werden zu sechs 7ern ohne dass sich der Term ändert oder die Kästchen werden einzeln auseinandergeschoben).</a:t>
            </a:r>
          </a:p>
        </p:txBody>
      </p:sp>
      <p:pic>
        <p:nvPicPr>
          <p:cNvPr id="14" name="Grafik 13">
            <a:extLst>
              <a:ext uri="{FF2B5EF4-FFF2-40B4-BE49-F238E27FC236}">
                <a16:creationId xmlns:a16="http://schemas.microsoft.com/office/drawing/2014/main" id="{C014D45F-FF2D-6620-BAD0-5C8F2C6041BD}"/>
              </a:ext>
            </a:extLst>
          </p:cNvPr>
          <p:cNvPicPr>
            <a:picLocks noChangeAspect="1"/>
          </p:cNvPicPr>
          <p:nvPr/>
        </p:nvPicPr>
        <p:blipFill>
          <a:blip r:embed="rId3"/>
          <a:stretch>
            <a:fillRect/>
          </a:stretch>
        </p:blipFill>
        <p:spPr>
          <a:xfrm>
            <a:off x="1611239" y="3175590"/>
            <a:ext cx="2730911" cy="3151685"/>
          </a:xfrm>
          <a:prstGeom prst="rect">
            <a:avLst/>
          </a:prstGeom>
        </p:spPr>
      </p:pic>
      <p:sp>
        <p:nvSpPr>
          <p:cNvPr id="16" name="Textfeld 15">
            <a:extLst>
              <a:ext uri="{FF2B5EF4-FFF2-40B4-BE49-F238E27FC236}">
                <a16:creationId xmlns:a16="http://schemas.microsoft.com/office/drawing/2014/main" id="{2A55BC88-2DEB-4744-B431-32E95D8F4F80}"/>
              </a:ext>
            </a:extLst>
          </p:cNvPr>
          <p:cNvSpPr txBox="1"/>
          <p:nvPr/>
        </p:nvSpPr>
        <p:spPr>
          <a:xfrm>
            <a:off x="132202" y="2128337"/>
            <a:ext cx="3912782" cy="1200329"/>
          </a:xfrm>
          <a:prstGeom prst="rect">
            <a:avLst/>
          </a:prstGeom>
          <a:noFill/>
        </p:spPr>
        <p:txBody>
          <a:bodyPr wrap="square" rtlCol="0">
            <a:spAutoFit/>
          </a:bodyPr>
          <a:lstStyle/>
          <a:p>
            <a:r>
              <a:rPr lang="de-DE" dirty="0"/>
              <a:t>Besser wäre eigentlich, dass die Lernenden es im nächsten Schritt/passend zum nächsten Term selbst einfärben</a:t>
            </a:r>
          </a:p>
        </p:txBody>
      </p:sp>
    </p:spTree>
    <p:extLst>
      <p:ext uri="{BB962C8B-B14F-4D97-AF65-F5344CB8AC3E}">
        <p14:creationId xmlns:p14="http://schemas.microsoft.com/office/powerpoint/2010/main" val="1325442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hteck 1">
                <a:extLst>
                  <a:ext uri="{FF2B5EF4-FFF2-40B4-BE49-F238E27FC236}">
                    <a16:creationId xmlns:a16="http://schemas.microsoft.com/office/drawing/2014/main" id="{3986377B-9E31-8147-3CFD-41A5D74716B8}"/>
                  </a:ext>
                </a:extLst>
              </p:cNvPr>
              <p:cNvSpPr/>
              <p:nvPr/>
            </p:nvSpPr>
            <p:spPr>
              <a:xfrm>
                <a:off x="355600" y="989801"/>
                <a:ext cx="744114"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12</a:t>
                </a:r>
                <a:endParaRPr lang="de-DE" dirty="0"/>
              </a:p>
            </p:txBody>
          </p:sp>
        </mc:Choice>
        <mc:Fallback xmlns="">
          <p:sp>
            <p:nvSpPr>
              <p:cNvPr id="2" name="Rechteck 1">
                <a:extLst>
                  <a:ext uri="{FF2B5EF4-FFF2-40B4-BE49-F238E27FC236}">
                    <a16:creationId xmlns:a16="http://schemas.microsoft.com/office/drawing/2014/main" id="{3986377B-9E31-8147-3CFD-41A5D74716B8}"/>
                  </a:ext>
                </a:extLst>
              </p:cNvPr>
              <p:cNvSpPr>
                <a:spLocks noRot="1" noChangeAspect="1" noMove="1" noResize="1" noEditPoints="1" noAdjustHandles="1" noChangeArrowheads="1" noChangeShapeType="1" noTextEdit="1"/>
              </p:cNvSpPr>
              <p:nvPr/>
            </p:nvSpPr>
            <p:spPr>
              <a:xfrm>
                <a:off x="355600" y="989801"/>
                <a:ext cx="744114" cy="369332"/>
              </a:xfrm>
              <a:prstGeom prst="rect">
                <a:avLst/>
              </a:prstGeom>
              <a:blipFill>
                <a:blip r:embed="rId2"/>
                <a:stretch>
                  <a:fillRect l="-5000" t="-6452" r="-1667" b="-22581"/>
                </a:stretch>
              </a:blipFill>
            </p:spPr>
            <p:txBody>
              <a:bodyPr/>
              <a:lstStyle/>
              <a:p>
                <a:r>
                  <a:rPr lang="de-DE">
                    <a:noFill/>
                  </a:rPr>
                  <a:t> </a:t>
                </a:r>
              </a:p>
            </p:txBody>
          </p:sp>
        </mc:Fallback>
      </mc:AlternateContent>
      <p:sp>
        <p:nvSpPr>
          <p:cNvPr id="8" name="Textfeld 7"/>
          <p:cNvSpPr txBox="1"/>
          <p:nvPr/>
        </p:nvSpPr>
        <p:spPr>
          <a:xfrm>
            <a:off x="2071861" y="989801"/>
            <a:ext cx="7893935" cy="369332"/>
          </a:xfrm>
          <a:prstGeom prst="rect">
            <a:avLst/>
          </a:prstGeom>
          <a:noFill/>
        </p:spPr>
        <p:txBody>
          <a:bodyPr wrap="square" rtlCol="0">
            <a:spAutoFit/>
          </a:bodyPr>
          <a:lstStyle/>
          <a:p>
            <a:r>
              <a:rPr lang="de-DE" dirty="0"/>
              <a:t>Reihen rutschen auseinander.</a:t>
            </a:r>
          </a:p>
        </p:txBody>
      </p:sp>
      <p:pic>
        <p:nvPicPr>
          <p:cNvPr id="9" name="Grafik 8"/>
          <p:cNvPicPr>
            <a:picLocks noChangeAspect="1"/>
          </p:cNvPicPr>
          <p:nvPr/>
        </p:nvPicPr>
        <p:blipFill>
          <a:blip r:embed="rId3"/>
          <a:stretch>
            <a:fillRect/>
          </a:stretch>
        </p:blipFill>
        <p:spPr>
          <a:xfrm>
            <a:off x="2715811" y="1521520"/>
            <a:ext cx="6606045" cy="557201"/>
          </a:xfrm>
          <a:prstGeom prst="rect">
            <a:avLst/>
          </a:prstGeom>
        </p:spPr>
      </p:pic>
      <p:pic>
        <p:nvPicPr>
          <p:cNvPr id="10" name="Grafik 9"/>
          <p:cNvPicPr>
            <a:picLocks noChangeAspect="1"/>
          </p:cNvPicPr>
          <p:nvPr/>
        </p:nvPicPr>
        <p:blipFill>
          <a:blip r:embed="rId3"/>
          <a:stretch>
            <a:fillRect/>
          </a:stretch>
        </p:blipFill>
        <p:spPr>
          <a:xfrm>
            <a:off x="2715810" y="2206356"/>
            <a:ext cx="6606045" cy="557201"/>
          </a:xfrm>
          <a:prstGeom prst="rect">
            <a:avLst/>
          </a:prstGeom>
        </p:spPr>
      </p:pic>
      <p:pic>
        <p:nvPicPr>
          <p:cNvPr id="11" name="Grafik 10"/>
          <p:cNvPicPr>
            <a:picLocks noChangeAspect="1"/>
          </p:cNvPicPr>
          <p:nvPr/>
        </p:nvPicPr>
        <p:blipFill>
          <a:blip r:embed="rId3"/>
          <a:stretch>
            <a:fillRect/>
          </a:stretch>
        </p:blipFill>
        <p:spPr>
          <a:xfrm>
            <a:off x="2715809" y="2891192"/>
            <a:ext cx="6606045" cy="557201"/>
          </a:xfrm>
          <a:prstGeom prst="rect">
            <a:avLst/>
          </a:prstGeom>
        </p:spPr>
      </p:pic>
      <p:pic>
        <p:nvPicPr>
          <p:cNvPr id="12" name="Grafik 11"/>
          <p:cNvPicPr>
            <a:picLocks noChangeAspect="1"/>
          </p:cNvPicPr>
          <p:nvPr/>
        </p:nvPicPr>
        <p:blipFill>
          <a:blip r:embed="rId3"/>
          <a:stretch>
            <a:fillRect/>
          </a:stretch>
        </p:blipFill>
        <p:spPr>
          <a:xfrm>
            <a:off x="2715808" y="3576028"/>
            <a:ext cx="6606045" cy="557201"/>
          </a:xfrm>
          <a:prstGeom prst="rect">
            <a:avLst/>
          </a:prstGeom>
        </p:spPr>
      </p:pic>
      <p:pic>
        <p:nvPicPr>
          <p:cNvPr id="13" name="Grafik 12"/>
          <p:cNvPicPr>
            <a:picLocks noChangeAspect="1"/>
          </p:cNvPicPr>
          <p:nvPr/>
        </p:nvPicPr>
        <p:blipFill>
          <a:blip r:embed="rId3"/>
          <a:stretch>
            <a:fillRect/>
          </a:stretch>
        </p:blipFill>
        <p:spPr>
          <a:xfrm>
            <a:off x="2715807" y="4260864"/>
            <a:ext cx="6606045" cy="557201"/>
          </a:xfrm>
          <a:prstGeom prst="rect">
            <a:avLst/>
          </a:prstGeom>
        </p:spPr>
      </p:pic>
      <p:sp>
        <p:nvSpPr>
          <p:cNvPr id="3" name="Titel 1">
            <a:extLst>
              <a:ext uri="{FF2B5EF4-FFF2-40B4-BE49-F238E27FC236}">
                <a16:creationId xmlns:a16="http://schemas.microsoft.com/office/drawing/2014/main" id="{A2420FDE-EB32-87FD-04B8-29A57682CB23}"/>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pic>
        <p:nvPicPr>
          <p:cNvPr id="5" name="Grafik 4">
            <a:extLst>
              <a:ext uri="{FF2B5EF4-FFF2-40B4-BE49-F238E27FC236}">
                <a16:creationId xmlns:a16="http://schemas.microsoft.com/office/drawing/2014/main" id="{38F50979-3B9F-DC4C-B22D-D790A271460D}"/>
              </a:ext>
            </a:extLst>
          </p:cNvPr>
          <p:cNvPicPr>
            <a:picLocks noChangeAspect="1"/>
          </p:cNvPicPr>
          <p:nvPr/>
        </p:nvPicPr>
        <p:blipFill>
          <a:blip r:embed="rId4"/>
          <a:stretch>
            <a:fillRect/>
          </a:stretch>
        </p:blipFill>
        <p:spPr>
          <a:xfrm>
            <a:off x="178981" y="1521520"/>
            <a:ext cx="2248214" cy="1105054"/>
          </a:xfrm>
          <a:prstGeom prst="rect">
            <a:avLst/>
          </a:prstGeom>
        </p:spPr>
      </p:pic>
    </p:spTree>
    <p:extLst>
      <p:ext uri="{BB962C8B-B14F-4D97-AF65-F5344CB8AC3E}">
        <p14:creationId xmlns:p14="http://schemas.microsoft.com/office/powerpoint/2010/main" val="168708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feld 7"/>
          <p:cNvSpPr txBox="1"/>
          <p:nvPr/>
        </p:nvSpPr>
        <p:spPr>
          <a:xfrm>
            <a:off x="2079241" y="873778"/>
            <a:ext cx="7893935" cy="646331"/>
          </a:xfrm>
          <a:prstGeom prst="rect">
            <a:avLst/>
          </a:prstGeom>
          <a:noFill/>
        </p:spPr>
        <p:txBody>
          <a:bodyPr wrap="square" rtlCol="0">
            <a:spAutoFit/>
          </a:bodyPr>
          <a:lstStyle/>
          <a:p>
            <a:r>
              <a:rPr lang="de-DE" dirty="0"/>
              <a:t>Die Zerlegung passt sich an die Farbe an (oder auch andersherum?, dann müsste man den Term verändern können).</a:t>
            </a:r>
          </a:p>
        </p:txBody>
      </p:sp>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065E8679-9C75-7813-E457-0BFF2756E8F6}"/>
                  </a:ext>
                </a:extLst>
              </p:cNvPr>
              <p:cNvSpPr/>
              <p:nvPr/>
            </p:nvSpPr>
            <p:spPr>
              <a:xfrm>
                <a:off x="358773" y="873778"/>
                <a:ext cx="1340432"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a:t>
                </a:r>
                <a:endParaRPr lang="de-DE" dirty="0"/>
              </a:p>
            </p:txBody>
          </p:sp>
        </mc:Choice>
        <mc:Fallback xmlns="">
          <p:sp>
            <p:nvSpPr>
              <p:cNvPr id="9" name="Rechteck 8">
                <a:extLst>
                  <a:ext uri="{FF2B5EF4-FFF2-40B4-BE49-F238E27FC236}">
                    <a16:creationId xmlns:a16="http://schemas.microsoft.com/office/drawing/2014/main" id="{065E8679-9C75-7813-E457-0BFF2756E8F6}"/>
                  </a:ext>
                </a:extLst>
              </p:cNvPr>
              <p:cNvSpPr>
                <a:spLocks noRot="1" noChangeAspect="1" noMove="1" noResize="1" noEditPoints="1" noAdjustHandles="1" noChangeArrowheads="1" noChangeShapeType="1" noTextEdit="1"/>
              </p:cNvSpPr>
              <p:nvPr/>
            </p:nvSpPr>
            <p:spPr>
              <a:xfrm>
                <a:off x="358773" y="873778"/>
                <a:ext cx="1340432" cy="369332"/>
              </a:xfrm>
              <a:prstGeom prst="rect">
                <a:avLst/>
              </a:prstGeom>
              <a:blipFill>
                <a:blip r:embed="rId3"/>
                <a:stretch>
                  <a:fillRect l="-3774" t="-6667" b="-26667"/>
                </a:stretch>
              </a:blipFill>
            </p:spPr>
            <p:txBody>
              <a:bodyPr/>
              <a:lstStyle/>
              <a:p>
                <a:r>
                  <a:rPr lang="de-DE">
                    <a:noFill/>
                  </a:rPr>
                  <a:t> </a:t>
                </a:r>
              </a:p>
            </p:txBody>
          </p:sp>
        </mc:Fallback>
      </mc:AlternateContent>
      <p:pic>
        <p:nvPicPr>
          <p:cNvPr id="10" name="Grafik 9"/>
          <p:cNvPicPr>
            <a:picLocks noChangeAspect="1"/>
          </p:cNvPicPr>
          <p:nvPr/>
        </p:nvPicPr>
        <p:blipFill>
          <a:blip r:embed="rId4"/>
          <a:stretch>
            <a:fillRect/>
          </a:stretch>
        </p:blipFill>
        <p:spPr>
          <a:xfrm>
            <a:off x="1880884" y="1631185"/>
            <a:ext cx="8275899" cy="712881"/>
          </a:xfrm>
          <a:prstGeom prst="rect">
            <a:avLst/>
          </a:prstGeom>
        </p:spPr>
      </p:pic>
      <p:pic>
        <p:nvPicPr>
          <p:cNvPr id="11" name="Grafik 10"/>
          <p:cNvPicPr>
            <a:picLocks noChangeAspect="1"/>
          </p:cNvPicPr>
          <p:nvPr/>
        </p:nvPicPr>
        <p:blipFill>
          <a:blip r:embed="rId4"/>
          <a:stretch>
            <a:fillRect/>
          </a:stretch>
        </p:blipFill>
        <p:spPr>
          <a:xfrm>
            <a:off x="1880883" y="2541224"/>
            <a:ext cx="8275899" cy="712881"/>
          </a:xfrm>
          <a:prstGeom prst="rect">
            <a:avLst/>
          </a:prstGeom>
        </p:spPr>
      </p:pic>
      <p:pic>
        <p:nvPicPr>
          <p:cNvPr id="12" name="Grafik 11"/>
          <p:cNvPicPr>
            <a:picLocks noChangeAspect="1"/>
          </p:cNvPicPr>
          <p:nvPr/>
        </p:nvPicPr>
        <p:blipFill>
          <a:blip r:embed="rId4"/>
          <a:stretch>
            <a:fillRect/>
          </a:stretch>
        </p:blipFill>
        <p:spPr>
          <a:xfrm>
            <a:off x="1880882" y="3451263"/>
            <a:ext cx="8275899" cy="712881"/>
          </a:xfrm>
          <a:prstGeom prst="rect">
            <a:avLst/>
          </a:prstGeom>
        </p:spPr>
      </p:pic>
      <p:pic>
        <p:nvPicPr>
          <p:cNvPr id="13" name="Grafik 12"/>
          <p:cNvPicPr>
            <a:picLocks noChangeAspect="1"/>
          </p:cNvPicPr>
          <p:nvPr/>
        </p:nvPicPr>
        <p:blipFill>
          <a:blip r:embed="rId4"/>
          <a:stretch>
            <a:fillRect/>
          </a:stretch>
        </p:blipFill>
        <p:spPr>
          <a:xfrm>
            <a:off x="1880881" y="4361302"/>
            <a:ext cx="8275899" cy="712881"/>
          </a:xfrm>
          <a:prstGeom prst="rect">
            <a:avLst/>
          </a:prstGeom>
        </p:spPr>
      </p:pic>
      <p:pic>
        <p:nvPicPr>
          <p:cNvPr id="14" name="Grafik 13"/>
          <p:cNvPicPr>
            <a:picLocks noChangeAspect="1"/>
          </p:cNvPicPr>
          <p:nvPr/>
        </p:nvPicPr>
        <p:blipFill>
          <a:blip r:embed="rId4"/>
          <a:stretch>
            <a:fillRect/>
          </a:stretch>
        </p:blipFill>
        <p:spPr>
          <a:xfrm>
            <a:off x="1880880" y="5271341"/>
            <a:ext cx="8275899" cy="712881"/>
          </a:xfrm>
          <a:prstGeom prst="rect">
            <a:avLst/>
          </a:prstGeom>
        </p:spPr>
      </p:pic>
      <p:sp>
        <p:nvSpPr>
          <p:cNvPr id="2" name="Titel 1">
            <a:extLst>
              <a:ext uri="{FF2B5EF4-FFF2-40B4-BE49-F238E27FC236}">
                <a16:creationId xmlns:a16="http://schemas.microsoft.com/office/drawing/2014/main" id="{7D792958-2522-45D8-F2A2-0E8989963698}"/>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mc:AlternateContent xmlns:mc="http://schemas.openxmlformats.org/markup-compatibility/2006">
        <mc:Choice xmlns:a14="http://schemas.microsoft.com/office/drawing/2010/main" Requires="a14">
          <p:sp>
            <p:nvSpPr>
              <p:cNvPr id="3" name="Textfeld 2">
                <a:extLst>
                  <a:ext uri="{FF2B5EF4-FFF2-40B4-BE49-F238E27FC236}">
                    <a16:creationId xmlns:a16="http://schemas.microsoft.com/office/drawing/2014/main" id="{3D3E9E12-980A-F5FE-1170-0C6571E63666}"/>
                  </a:ext>
                </a:extLst>
              </p:cNvPr>
              <p:cNvSpPr txBox="1"/>
              <p:nvPr/>
            </p:nvSpPr>
            <p:spPr>
              <a:xfrm>
                <a:off x="358773" y="1568034"/>
                <a:ext cx="1188146" cy="369332"/>
              </a:xfrm>
              <a:prstGeom prst="rect">
                <a:avLst/>
              </a:prstGeom>
              <a:solidFill>
                <a:srgbClr val="CFDDE1"/>
              </a:solidFill>
              <a:ln>
                <a:solidFill>
                  <a:schemeClr val="accent6"/>
                </a:solidFill>
              </a:ln>
            </p:spPr>
            <p:txBody>
              <a:bodyPr wrap="none" rtlCol="0">
                <a:spAutoFit/>
              </a:bodyPr>
              <a:lstStyle/>
              <a:p>
                <a:r>
                  <a:rPr lang="de-DE" dirty="0"/>
                  <a:t>5 </a:t>
                </a:r>
                <a14:m>
                  <m:oMath xmlns:m="http://schemas.openxmlformats.org/officeDocument/2006/math">
                    <m:r>
                      <a:rPr lang="de-DE" smtClean="0">
                        <a:solidFill>
                          <a:schemeClr val="tx1"/>
                        </a:solidFill>
                        <a:latin typeface="Cambria Math" panose="02040503050406030204" pitchFamily="18" charset="0"/>
                      </a:rPr>
                      <m:t>⋅</m:t>
                    </m:r>
                  </m:oMath>
                </a14:m>
                <a:r>
                  <a:rPr lang="de-DE" dirty="0"/>
                  <a:t> (10 + 2)</a:t>
                </a:r>
              </a:p>
            </p:txBody>
          </p:sp>
        </mc:Choice>
        <mc:Fallback>
          <p:sp>
            <p:nvSpPr>
              <p:cNvPr id="3" name="Textfeld 2">
                <a:extLst>
                  <a:ext uri="{FF2B5EF4-FFF2-40B4-BE49-F238E27FC236}">
                    <a16:creationId xmlns:a16="http://schemas.microsoft.com/office/drawing/2014/main" id="{3D3E9E12-980A-F5FE-1170-0C6571E63666}"/>
                  </a:ext>
                </a:extLst>
              </p:cNvPr>
              <p:cNvSpPr txBox="1">
                <a:spLocks noRot="1" noChangeAspect="1" noMove="1" noResize="1" noEditPoints="1" noAdjustHandles="1" noChangeArrowheads="1" noChangeShapeType="1" noTextEdit="1"/>
              </p:cNvSpPr>
              <p:nvPr/>
            </p:nvSpPr>
            <p:spPr>
              <a:xfrm>
                <a:off x="358773" y="1568034"/>
                <a:ext cx="1188146" cy="369332"/>
              </a:xfrm>
              <a:prstGeom prst="rect">
                <a:avLst/>
              </a:prstGeom>
              <a:blipFill>
                <a:blip r:embed="rId5"/>
                <a:stretch>
                  <a:fillRect l="-4061" t="-4762" r="-2538" b="-23810"/>
                </a:stretch>
              </a:blipFill>
              <a:ln>
                <a:solidFill>
                  <a:schemeClr val="accent6"/>
                </a:solidFill>
              </a:ln>
            </p:spPr>
            <p:txBody>
              <a:bodyPr/>
              <a:lstStyle/>
              <a:p>
                <a:r>
                  <a:rPr lang="de-DE">
                    <a:noFill/>
                  </a:rPr>
                  <a:t> </a:t>
                </a:r>
              </a:p>
            </p:txBody>
          </p:sp>
        </mc:Fallback>
      </mc:AlternateContent>
    </p:spTree>
    <p:extLst>
      <p:ext uri="{BB962C8B-B14F-4D97-AF65-F5344CB8AC3E}">
        <p14:creationId xmlns:p14="http://schemas.microsoft.com/office/powerpoint/2010/main" val="2197934815"/>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fik 1"/>
          <p:cNvPicPr>
            <a:picLocks noChangeAspect="1"/>
          </p:cNvPicPr>
          <p:nvPr/>
        </p:nvPicPr>
        <p:blipFill>
          <a:blip r:embed="rId2"/>
          <a:stretch>
            <a:fillRect/>
          </a:stretch>
        </p:blipFill>
        <p:spPr>
          <a:xfrm>
            <a:off x="2543708" y="1970240"/>
            <a:ext cx="6380374" cy="526395"/>
          </a:xfrm>
          <a:prstGeom prst="rect">
            <a:avLst/>
          </a:prstGeom>
        </p:spPr>
      </p:pic>
      <p:pic>
        <p:nvPicPr>
          <p:cNvPr id="3" name="Grafik 2"/>
          <p:cNvPicPr>
            <a:picLocks noChangeAspect="1"/>
          </p:cNvPicPr>
          <p:nvPr/>
        </p:nvPicPr>
        <p:blipFill>
          <a:blip r:embed="rId2"/>
          <a:stretch>
            <a:fillRect/>
          </a:stretch>
        </p:blipFill>
        <p:spPr>
          <a:xfrm>
            <a:off x="2543708" y="2631926"/>
            <a:ext cx="6380374" cy="526395"/>
          </a:xfrm>
          <a:prstGeom prst="rect">
            <a:avLst/>
          </a:prstGeom>
        </p:spPr>
      </p:pic>
      <p:pic>
        <p:nvPicPr>
          <p:cNvPr id="4" name="Grafik 3"/>
          <p:cNvPicPr>
            <a:picLocks noChangeAspect="1"/>
          </p:cNvPicPr>
          <p:nvPr/>
        </p:nvPicPr>
        <p:blipFill>
          <a:blip r:embed="rId2"/>
          <a:stretch>
            <a:fillRect/>
          </a:stretch>
        </p:blipFill>
        <p:spPr>
          <a:xfrm>
            <a:off x="2543708" y="3293612"/>
            <a:ext cx="6380374" cy="526395"/>
          </a:xfrm>
          <a:prstGeom prst="rect">
            <a:avLst/>
          </a:prstGeom>
        </p:spPr>
      </p:pic>
      <p:pic>
        <p:nvPicPr>
          <p:cNvPr id="5" name="Grafik 4"/>
          <p:cNvPicPr>
            <a:picLocks noChangeAspect="1"/>
          </p:cNvPicPr>
          <p:nvPr/>
        </p:nvPicPr>
        <p:blipFill>
          <a:blip r:embed="rId2"/>
          <a:stretch>
            <a:fillRect/>
          </a:stretch>
        </p:blipFill>
        <p:spPr>
          <a:xfrm>
            <a:off x="2543708" y="3955298"/>
            <a:ext cx="6380374" cy="526395"/>
          </a:xfrm>
          <a:prstGeom prst="rect">
            <a:avLst/>
          </a:prstGeom>
        </p:spPr>
      </p:pic>
      <p:pic>
        <p:nvPicPr>
          <p:cNvPr id="6" name="Grafik 5"/>
          <p:cNvPicPr>
            <a:picLocks noChangeAspect="1"/>
          </p:cNvPicPr>
          <p:nvPr/>
        </p:nvPicPr>
        <p:blipFill>
          <a:blip r:embed="rId2"/>
          <a:stretch>
            <a:fillRect/>
          </a:stretch>
        </p:blipFill>
        <p:spPr>
          <a:xfrm>
            <a:off x="2543708" y="4616984"/>
            <a:ext cx="6380374" cy="526395"/>
          </a:xfrm>
          <a:prstGeom prst="rect">
            <a:avLst/>
          </a:prstGeom>
        </p:spPr>
      </p:pic>
      <mc:AlternateContent xmlns:mc="http://schemas.openxmlformats.org/markup-compatibility/2006" xmlns:a14="http://schemas.microsoft.com/office/drawing/2010/main">
        <mc:Choice Requires="a14">
          <p:sp>
            <p:nvSpPr>
              <p:cNvPr id="7" name="Rechteck 6">
                <a:extLst>
                  <a:ext uri="{FF2B5EF4-FFF2-40B4-BE49-F238E27FC236}">
                    <a16:creationId xmlns:a16="http://schemas.microsoft.com/office/drawing/2014/main" id="{DA98B9CE-2AFE-C081-B1F2-1E87647945D7}"/>
                  </a:ext>
                </a:extLst>
              </p:cNvPr>
              <p:cNvSpPr/>
              <p:nvPr/>
            </p:nvSpPr>
            <p:spPr>
              <a:xfrm>
                <a:off x="271454" y="1157688"/>
                <a:ext cx="1922321"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2) </a:t>
                </a:r>
                <a:endParaRPr lang="de-DE" dirty="0"/>
              </a:p>
            </p:txBody>
          </p:sp>
        </mc:Choice>
        <mc:Fallback xmlns="">
          <p:sp>
            <p:nvSpPr>
              <p:cNvPr id="7" name="Rechteck 6">
                <a:extLst>
                  <a:ext uri="{FF2B5EF4-FFF2-40B4-BE49-F238E27FC236}">
                    <a16:creationId xmlns:a16="http://schemas.microsoft.com/office/drawing/2014/main" id="{DA98B9CE-2AFE-C081-B1F2-1E87647945D7}"/>
                  </a:ext>
                </a:extLst>
              </p:cNvPr>
              <p:cNvSpPr>
                <a:spLocks noRot="1" noChangeAspect="1" noMove="1" noResize="1" noEditPoints="1" noAdjustHandles="1" noChangeArrowheads="1" noChangeShapeType="1" noTextEdit="1"/>
              </p:cNvSpPr>
              <p:nvPr/>
            </p:nvSpPr>
            <p:spPr>
              <a:xfrm>
                <a:off x="271454" y="1157688"/>
                <a:ext cx="1922321" cy="369332"/>
              </a:xfrm>
              <a:prstGeom prst="rect">
                <a:avLst/>
              </a:prstGeom>
              <a:blipFill>
                <a:blip r:embed="rId3"/>
                <a:stretch>
                  <a:fillRect l="-2632" t="-10000" b="-26667"/>
                </a:stretch>
              </a:blipFill>
            </p:spPr>
            <p:txBody>
              <a:bodyPr/>
              <a:lstStyle/>
              <a:p>
                <a:r>
                  <a:rPr lang="de-DE">
                    <a:noFill/>
                  </a:rPr>
                  <a:t> </a:t>
                </a:r>
              </a:p>
            </p:txBody>
          </p:sp>
        </mc:Fallback>
      </mc:AlternateContent>
      <p:sp>
        <p:nvSpPr>
          <p:cNvPr id="8" name="Textfeld 7"/>
          <p:cNvSpPr txBox="1"/>
          <p:nvPr/>
        </p:nvSpPr>
        <p:spPr>
          <a:xfrm>
            <a:off x="2543708" y="1157688"/>
            <a:ext cx="7837965" cy="369332"/>
          </a:xfrm>
          <a:prstGeom prst="rect">
            <a:avLst/>
          </a:prstGeom>
          <a:noFill/>
        </p:spPr>
        <p:txBody>
          <a:bodyPr wrap="square" rtlCol="0">
            <a:spAutoFit/>
          </a:bodyPr>
          <a:lstStyle/>
          <a:p>
            <a:r>
              <a:rPr lang="de-DE" dirty="0"/>
              <a:t>Blöcke rutschen auseinander</a:t>
            </a:r>
          </a:p>
        </p:txBody>
      </p:sp>
      <p:sp>
        <p:nvSpPr>
          <p:cNvPr id="10" name="Titel 1">
            <a:extLst>
              <a:ext uri="{FF2B5EF4-FFF2-40B4-BE49-F238E27FC236}">
                <a16:creationId xmlns:a16="http://schemas.microsoft.com/office/drawing/2014/main" id="{4D749E56-54A7-C9FB-F473-27ADF7EE1937}"/>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spTree>
    <p:extLst>
      <p:ext uri="{BB962C8B-B14F-4D97-AF65-F5344CB8AC3E}">
        <p14:creationId xmlns:p14="http://schemas.microsoft.com/office/powerpoint/2010/main" val="3426969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99472409-5DE2-3353-6E59-65DB822A3AD8}"/>
              </a:ext>
            </a:extLst>
          </p:cNvPr>
          <p:cNvSpPr/>
          <p:nvPr/>
        </p:nvSpPr>
        <p:spPr>
          <a:xfrm>
            <a:off x="338198" y="710661"/>
            <a:ext cx="955711" cy="369332"/>
          </a:xfrm>
          <a:prstGeom prst="rect">
            <a:avLst/>
          </a:prstGeom>
        </p:spPr>
        <p:txBody>
          <a:bodyPr wrap="none">
            <a:spAutoFit/>
          </a:bodyPr>
          <a:lstStyle/>
          <a:p>
            <a:pPr lvl="0" defTabSz="914400">
              <a:defRPr/>
            </a:pPr>
            <a:r>
              <a:rPr lang="de-DE" dirty="0">
                <a:latin typeface="Be Vietnam" panose="00000500000000000000"/>
              </a:rPr>
              <a:t>50 + 10</a:t>
            </a:r>
            <a:endParaRPr lang="de-DE" dirty="0"/>
          </a:p>
        </p:txBody>
      </p:sp>
      <p:pic>
        <p:nvPicPr>
          <p:cNvPr id="3" name="Grafik 2"/>
          <p:cNvPicPr>
            <a:picLocks noChangeAspect="1"/>
          </p:cNvPicPr>
          <p:nvPr/>
        </p:nvPicPr>
        <p:blipFill>
          <a:blip r:embed="rId2"/>
          <a:stretch>
            <a:fillRect/>
          </a:stretch>
        </p:blipFill>
        <p:spPr>
          <a:xfrm>
            <a:off x="816053" y="1998193"/>
            <a:ext cx="10821910" cy="4344006"/>
          </a:xfrm>
          <a:prstGeom prst="rect">
            <a:avLst/>
          </a:prstGeom>
        </p:spPr>
      </p:pic>
      <p:sp>
        <p:nvSpPr>
          <p:cNvPr id="5" name="Textfeld 4"/>
          <p:cNvSpPr txBox="1"/>
          <p:nvPr/>
        </p:nvSpPr>
        <p:spPr>
          <a:xfrm>
            <a:off x="1740088" y="744069"/>
            <a:ext cx="7176655" cy="369332"/>
          </a:xfrm>
          <a:prstGeom prst="rect">
            <a:avLst/>
          </a:prstGeom>
          <a:noFill/>
        </p:spPr>
        <p:txBody>
          <a:bodyPr wrap="square" rtlCol="0">
            <a:spAutoFit/>
          </a:bodyPr>
          <a:lstStyle/>
          <a:p>
            <a:r>
              <a:rPr lang="de-DE" dirty="0"/>
              <a:t>Falls wir Term aufnehmen wollen: Es entstehen 2 Blöcke (ohne Reihen)</a:t>
            </a:r>
          </a:p>
        </p:txBody>
      </p:sp>
      <p:sp>
        <p:nvSpPr>
          <p:cNvPr id="4" name="Textfeld 3">
            <a:extLst>
              <a:ext uri="{FF2B5EF4-FFF2-40B4-BE49-F238E27FC236}">
                <a16:creationId xmlns:a16="http://schemas.microsoft.com/office/drawing/2014/main" id="{C66DD9E8-1CF1-E54E-4BE3-2EB1168BB404}"/>
              </a:ext>
            </a:extLst>
          </p:cNvPr>
          <p:cNvSpPr txBox="1"/>
          <p:nvPr/>
        </p:nvSpPr>
        <p:spPr>
          <a:xfrm>
            <a:off x="10198035" y="323474"/>
            <a:ext cx="2617839" cy="646331"/>
          </a:xfrm>
          <a:prstGeom prst="rect">
            <a:avLst/>
          </a:prstGeom>
          <a:noFill/>
        </p:spPr>
        <p:txBody>
          <a:bodyPr wrap="square" rtlCol="0">
            <a:spAutoFit/>
          </a:bodyPr>
          <a:lstStyle/>
          <a:p>
            <a:r>
              <a:rPr lang="de-DE" dirty="0"/>
              <a:t>Diesen letzten Schritt evtl. noch einbauen?</a:t>
            </a:r>
          </a:p>
        </p:txBody>
      </p:sp>
      <p:sp>
        <p:nvSpPr>
          <p:cNvPr id="6" name="Titel 1">
            <a:extLst>
              <a:ext uri="{FF2B5EF4-FFF2-40B4-BE49-F238E27FC236}">
                <a16:creationId xmlns:a16="http://schemas.microsoft.com/office/drawing/2014/main" id="{AB2EC893-1394-BEDE-E032-39AF6EBF762A}"/>
              </a:ext>
            </a:extLst>
          </p:cNvPr>
          <p:cNvSpPr txBox="1">
            <a:spLocks/>
          </p:cNvSpPr>
          <p:nvPr/>
        </p:nvSpPr>
        <p:spPr>
          <a:xfrm>
            <a:off x="178981" y="147834"/>
            <a:ext cx="10515600" cy="64496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eines Faktors (am Beispiel des zweiten Faktors)</a:t>
            </a:r>
          </a:p>
        </p:txBody>
      </p:sp>
      <p:sp>
        <p:nvSpPr>
          <p:cNvPr id="7" name="Textfeld 6">
            <a:extLst>
              <a:ext uri="{FF2B5EF4-FFF2-40B4-BE49-F238E27FC236}">
                <a16:creationId xmlns:a16="http://schemas.microsoft.com/office/drawing/2014/main" id="{8F4B8EE5-5F2C-1A6F-98DA-F0D35597EB38}"/>
              </a:ext>
            </a:extLst>
          </p:cNvPr>
          <p:cNvSpPr txBox="1"/>
          <p:nvPr/>
        </p:nvSpPr>
        <p:spPr>
          <a:xfrm>
            <a:off x="178981" y="1210831"/>
            <a:ext cx="2189125" cy="369332"/>
          </a:xfrm>
          <a:prstGeom prst="rect">
            <a:avLst/>
          </a:prstGeom>
          <a:solidFill>
            <a:srgbClr val="CFDDE1"/>
          </a:solidFill>
          <a:ln>
            <a:solidFill>
              <a:schemeClr val="accent6"/>
            </a:solidFill>
          </a:ln>
        </p:spPr>
        <p:txBody>
          <a:bodyPr wrap="none" rtlCol="0">
            <a:spAutoFit/>
          </a:bodyPr>
          <a:lstStyle/>
          <a:p>
            <a:r>
              <a:rPr lang="de-DE" dirty="0"/>
              <a:t>Aus 5*10+5*2 Knopf</a:t>
            </a:r>
          </a:p>
        </p:txBody>
      </p:sp>
    </p:spTree>
    <p:extLst>
      <p:ext uri="{BB962C8B-B14F-4D97-AF65-F5344CB8AC3E}">
        <p14:creationId xmlns:p14="http://schemas.microsoft.com/office/powerpoint/2010/main" val="9296409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hteck 3"/>
              <p:cNvSpPr/>
              <p:nvPr/>
            </p:nvSpPr>
            <p:spPr>
              <a:xfrm>
                <a:off x="1600671" y="1651493"/>
                <a:ext cx="744114" cy="369332"/>
              </a:xfrm>
              <a:prstGeom prst="rect">
                <a:avLst/>
              </a:prstGeom>
            </p:spPr>
            <p:txBody>
              <a:bodyPr wrap="none">
                <a:spAutoFit/>
              </a:bodyPr>
              <a:lstStyle/>
              <a:p>
                <a:r>
                  <a:rPr lang="de-DE" dirty="0">
                    <a:latin typeface="Be Vietnam" panose="00000500000000000000"/>
                  </a:rPr>
                  <a:t>7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12</a:t>
                </a:r>
                <a:endParaRPr lang="de-DE" dirty="0"/>
              </a:p>
            </p:txBody>
          </p:sp>
        </mc:Choice>
        <mc:Fallback xmlns="">
          <p:sp>
            <p:nvSpPr>
              <p:cNvPr id="4" name="Rechteck 3"/>
              <p:cNvSpPr>
                <a:spLocks noRot="1" noChangeAspect="1" noMove="1" noResize="1" noEditPoints="1" noAdjustHandles="1" noChangeArrowheads="1" noChangeShapeType="1" noTextEdit="1"/>
              </p:cNvSpPr>
              <p:nvPr/>
            </p:nvSpPr>
            <p:spPr>
              <a:xfrm>
                <a:off x="1600671" y="1651493"/>
                <a:ext cx="744114" cy="369332"/>
              </a:xfrm>
              <a:prstGeom prst="rect">
                <a:avLst/>
              </a:prstGeom>
              <a:blipFill>
                <a:blip r:embed="rId3"/>
                <a:stretch>
                  <a:fillRect l="-8475" t="-10000" r="-1695" b="-2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 name="Rechteck 4">
                <a:extLst>
                  <a:ext uri="{FF2B5EF4-FFF2-40B4-BE49-F238E27FC236}">
                    <a16:creationId xmlns:a16="http://schemas.microsoft.com/office/drawing/2014/main" id="{065E8679-9C75-7813-E457-0BFF2756E8F6}"/>
                  </a:ext>
                </a:extLst>
              </p:cNvPr>
              <p:cNvSpPr/>
              <p:nvPr/>
            </p:nvSpPr>
            <p:spPr>
              <a:xfrm>
                <a:off x="7664340" y="532788"/>
                <a:ext cx="1826141" cy="369332"/>
              </a:xfrm>
              <a:prstGeom prst="rect">
                <a:avLst/>
              </a:prstGeom>
            </p:spPr>
            <p:txBody>
              <a:bodyPr wrap="none">
                <a:spAutoFit/>
              </a:bodyPr>
              <a:lstStyle/>
              <a:p>
                <a:r>
                  <a:rPr lang="de-DE" dirty="0">
                    <a:latin typeface="Be Vietnam" panose="00000500000000000000"/>
                  </a:rPr>
                  <a:t>(5+2)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a:t>
                </a:r>
                <a:endParaRPr lang="de-DE" dirty="0"/>
              </a:p>
            </p:txBody>
          </p:sp>
        </mc:Choice>
        <mc:Fallback xmlns="">
          <p:sp>
            <p:nvSpPr>
              <p:cNvPr id="5" name="Rechteck 4">
                <a:extLst>
                  <a:ext uri="{FF2B5EF4-FFF2-40B4-BE49-F238E27FC236}">
                    <a16:creationId xmlns:a16="http://schemas.microsoft.com/office/drawing/2014/main" id="{065E8679-9C75-7813-E457-0BFF2756E8F6}"/>
                  </a:ext>
                </a:extLst>
              </p:cNvPr>
              <p:cNvSpPr>
                <a:spLocks noRot="1" noChangeAspect="1" noMove="1" noResize="1" noEditPoints="1" noAdjustHandles="1" noChangeArrowheads="1" noChangeShapeType="1" noTextEdit="1"/>
              </p:cNvSpPr>
              <p:nvPr/>
            </p:nvSpPr>
            <p:spPr>
              <a:xfrm>
                <a:off x="7664340" y="532788"/>
                <a:ext cx="1826141" cy="369332"/>
              </a:xfrm>
              <a:prstGeom prst="rect">
                <a:avLst/>
              </a:prstGeom>
              <a:blipFill>
                <a:blip r:embed="rId4"/>
                <a:stretch>
                  <a:fillRect l="-2759" t="-6452" b="-22581"/>
                </a:stretch>
              </a:blipFill>
            </p:spPr>
            <p:txBody>
              <a:bodyPr/>
              <a:lstStyle/>
              <a:p>
                <a:r>
                  <a:rPr lang="de-DE">
                    <a:noFill/>
                  </a:rPr>
                  <a:t> </a:t>
                </a:r>
              </a:p>
            </p:txBody>
          </p:sp>
        </mc:Fallback>
      </mc:AlternateContent>
      <p:grpSp>
        <p:nvGrpSpPr>
          <p:cNvPr id="11" name="Gruppieren 10"/>
          <p:cNvGrpSpPr/>
          <p:nvPr/>
        </p:nvGrpSpPr>
        <p:grpSpPr>
          <a:xfrm>
            <a:off x="6193570" y="1250788"/>
            <a:ext cx="4250678" cy="3457715"/>
            <a:chOff x="3857743" y="1905596"/>
            <a:chExt cx="7564066" cy="6152990"/>
          </a:xfrm>
        </p:grpSpPr>
        <p:pic>
          <p:nvPicPr>
            <p:cNvPr id="6" name="Grafik 5"/>
            <p:cNvPicPr>
              <a:picLocks noChangeAspect="1"/>
            </p:cNvPicPr>
            <p:nvPr/>
          </p:nvPicPr>
          <p:blipFill>
            <a:blip r:embed="rId5"/>
            <a:stretch>
              <a:fillRect/>
            </a:stretch>
          </p:blipFill>
          <p:spPr>
            <a:xfrm flipV="1">
              <a:off x="3857747" y="1905596"/>
              <a:ext cx="7564062" cy="651564"/>
            </a:xfrm>
            <a:prstGeom prst="rect">
              <a:avLst/>
            </a:prstGeom>
          </p:spPr>
        </p:pic>
        <p:pic>
          <p:nvPicPr>
            <p:cNvPr id="7" name="Grafik 6"/>
            <p:cNvPicPr>
              <a:picLocks noChangeAspect="1"/>
            </p:cNvPicPr>
            <p:nvPr/>
          </p:nvPicPr>
          <p:blipFill>
            <a:blip r:embed="rId5"/>
            <a:stretch>
              <a:fillRect/>
            </a:stretch>
          </p:blipFill>
          <p:spPr>
            <a:xfrm flipV="1">
              <a:off x="3857746" y="2815635"/>
              <a:ext cx="7564062" cy="651564"/>
            </a:xfrm>
            <a:prstGeom prst="rect">
              <a:avLst/>
            </a:prstGeom>
          </p:spPr>
        </p:pic>
        <p:pic>
          <p:nvPicPr>
            <p:cNvPr id="8" name="Grafik 7"/>
            <p:cNvPicPr>
              <a:picLocks noChangeAspect="1"/>
            </p:cNvPicPr>
            <p:nvPr/>
          </p:nvPicPr>
          <p:blipFill>
            <a:blip r:embed="rId5"/>
            <a:stretch>
              <a:fillRect/>
            </a:stretch>
          </p:blipFill>
          <p:spPr>
            <a:xfrm flipV="1">
              <a:off x="3857745" y="3725674"/>
              <a:ext cx="7564062" cy="651564"/>
            </a:xfrm>
            <a:prstGeom prst="rect">
              <a:avLst/>
            </a:prstGeom>
          </p:spPr>
        </p:pic>
        <p:pic>
          <p:nvPicPr>
            <p:cNvPr id="9" name="Grafik 8"/>
            <p:cNvPicPr>
              <a:picLocks noChangeAspect="1"/>
            </p:cNvPicPr>
            <p:nvPr/>
          </p:nvPicPr>
          <p:blipFill>
            <a:blip r:embed="rId5"/>
            <a:stretch>
              <a:fillRect/>
            </a:stretch>
          </p:blipFill>
          <p:spPr>
            <a:xfrm flipV="1">
              <a:off x="3857744" y="4635713"/>
              <a:ext cx="7564062" cy="651564"/>
            </a:xfrm>
            <a:prstGeom prst="rect">
              <a:avLst/>
            </a:prstGeom>
          </p:spPr>
        </p:pic>
        <p:pic>
          <p:nvPicPr>
            <p:cNvPr id="10" name="Grafik 9"/>
            <p:cNvPicPr>
              <a:picLocks noChangeAspect="1"/>
            </p:cNvPicPr>
            <p:nvPr/>
          </p:nvPicPr>
          <p:blipFill>
            <a:blip r:embed="rId5"/>
            <a:stretch>
              <a:fillRect/>
            </a:stretch>
          </p:blipFill>
          <p:spPr>
            <a:xfrm flipV="1">
              <a:off x="3857743" y="5545752"/>
              <a:ext cx="7564062" cy="651564"/>
            </a:xfrm>
            <a:prstGeom prst="rect">
              <a:avLst/>
            </a:prstGeom>
          </p:spPr>
        </p:pic>
        <p:pic>
          <p:nvPicPr>
            <p:cNvPr id="12" name="Grafik 11"/>
            <p:cNvPicPr>
              <a:picLocks noChangeAspect="1"/>
            </p:cNvPicPr>
            <p:nvPr/>
          </p:nvPicPr>
          <p:blipFill>
            <a:blip r:embed="rId5"/>
            <a:stretch>
              <a:fillRect/>
            </a:stretch>
          </p:blipFill>
          <p:spPr>
            <a:xfrm flipV="1">
              <a:off x="3857743" y="6476387"/>
              <a:ext cx="7564062" cy="651564"/>
            </a:xfrm>
            <a:prstGeom prst="rect">
              <a:avLst/>
            </a:prstGeom>
            <a:solidFill>
              <a:schemeClr val="accent4"/>
            </a:solidFill>
          </p:spPr>
        </p:pic>
        <p:pic>
          <p:nvPicPr>
            <p:cNvPr id="13" name="Grafik 12"/>
            <p:cNvPicPr>
              <a:picLocks noChangeAspect="1"/>
            </p:cNvPicPr>
            <p:nvPr/>
          </p:nvPicPr>
          <p:blipFill>
            <a:blip r:embed="rId5"/>
            <a:stretch>
              <a:fillRect/>
            </a:stretch>
          </p:blipFill>
          <p:spPr>
            <a:xfrm flipV="1">
              <a:off x="3857743" y="7407022"/>
              <a:ext cx="7564062" cy="651564"/>
            </a:xfrm>
            <a:prstGeom prst="rect">
              <a:avLst/>
            </a:prstGeom>
            <a:solidFill>
              <a:schemeClr val="accent4"/>
            </a:solidFill>
          </p:spPr>
        </p:pic>
      </p:grpSp>
      <p:sp>
        <p:nvSpPr>
          <p:cNvPr id="14" name="Rechteck 13"/>
          <p:cNvSpPr/>
          <p:nvPr/>
        </p:nvSpPr>
        <p:spPr>
          <a:xfrm>
            <a:off x="6195475"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p:cNvSpPr/>
          <p:nvPr/>
        </p:nvSpPr>
        <p:spPr>
          <a:xfrm>
            <a:off x="6544068"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p:cNvSpPr/>
          <p:nvPr/>
        </p:nvSpPr>
        <p:spPr>
          <a:xfrm>
            <a:off x="6892661"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p:cNvSpPr/>
          <p:nvPr/>
        </p:nvSpPr>
        <p:spPr>
          <a:xfrm>
            <a:off x="7241254"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p:cNvSpPr/>
          <p:nvPr/>
        </p:nvSpPr>
        <p:spPr>
          <a:xfrm>
            <a:off x="7589847"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p:cNvSpPr/>
          <p:nvPr/>
        </p:nvSpPr>
        <p:spPr>
          <a:xfrm>
            <a:off x="7938440"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p:cNvSpPr/>
          <p:nvPr/>
        </p:nvSpPr>
        <p:spPr>
          <a:xfrm>
            <a:off x="8287033"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p:cNvSpPr/>
          <p:nvPr/>
        </p:nvSpPr>
        <p:spPr>
          <a:xfrm>
            <a:off x="8647818"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p:cNvSpPr/>
          <p:nvPr/>
        </p:nvSpPr>
        <p:spPr>
          <a:xfrm>
            <a:off x="9008603"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p:cNvSpPr/>
          <p:nvPr/>
        </p:nvSpPr>
        <p:spPr>
          <a:xfrm>
            <a:off x="9369388" y="3807498"/>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24"/>
          <p:cNvSpPr/>
          <p:nvPr/>
        </p:nvSpPr>
        <p:spPr>
          <a:xfrm>
            <a:off x="6195475"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p:cNvSpPr/>
          <p:nvPr/>
        </p:nvSpPr>
        <p:spPr>
          <a:xfrm>
            <a:off x="6544068"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p:cNvSpPr/>
          <p:nvPr/>
        </p:nvSpPr>
        <p:spPr>
          <a:xfrm>
            <a:off x="6892661"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p:cNvSpPr/>
          <p:nvPr/>
        </p:nvSpPr>
        <p:spPr>
          <a:xfrm>
            <a:off x="7241254"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28"/>
          <p:cNvSpPr/>
          <p:nvPr/>
        </p:nvSpPr>
        <p:spPr>
          <a:xfrm>
            <a:off x="7589847"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hteck 29"/>
          <p:cNvSpPr/>
          <p:nvPr/>
        </p:nvSpPr>
        <p:spPr>
          <a:xfrm>
            <a:off x="7938440"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Rechteck 30"/>
          <p:cNvSpPr/>
          <p:nvPr/>
        </p:nvSpPr>
        <p:spPr>
          <a:xfrm>
            <a:off x="8287033"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31"/>
          <p:cNvSpPr/>
          <p:nvPr/>
        </p:nvSpPr>
        <p:spPr>
          <a:xfrm>
            <a:off x="8635626"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9002507"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9369388" y="433176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9730173" y="3807543"/>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10090958" y="3807588"/>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9730173" y="4321894"/>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10090958" y="4321939"/>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itel 1">
            <a:extLst>
              <a:ext uri="{FF2B5EF4-FFF2-40B4-BE49-F238E27FC236}">
                <a16:creationId xmlns:a16="http://schemas.microsoft.com/office/drawing/2014/main" id="{368B134B-1071-7336-CC2C-6831808E2E53}"/>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beider Faktoren</a:t>
            </a:r>
          </a:p>
        </p:txBody>
      </p:sp>
      <p:pic>
        <p:nvPicPr>
          <p:cNvPr id="39" name="Grafik 38">
            <a:extLst>
              <a:ext uri="{FF2B5EF4-FFF2-40B4-BE49-F238E27FC236}">
                <a16:creationId xmlns:a16="http://schemas.microsoft.com/office/drawing/2014/main" id="{E3FA3CF5-B951-9FF2-EBBD-74C54C49C596}"/>
              </a:ext>
            </a:extLst>
          </p:cNvPr>
          <p:cNvPicPr>
            <a:picLocks noChangeAspect="1"/>
          </p:cNvPicPr>
          <p:nvPr/>
        </p:nvPicPr>
        <p:blipFill>
          <a:blip r:embed="rId6"/>
          <a:stretch>
            <a:fillRect/>
          </a:stretch>
        </p:blipFill>
        <p:spPr>
          <a:xfrm>
            <a:off x="366586" y="2018859"/>
            <a:ext cx="4161076" cy="2585324"/>
          </a:xfrm>
          <a:prstGeom prst="rect">
            <a:avLst/>
          </a:prstGeom>
        </p:spPr>
      </p:pic>
      <p:sp>
        <p:nvSpPr>
          <p:cNvPr id="68" name="Abgerundete rechteckige Legende 67">
            <a:extLst>
              <a:ext uri="{FF2B5EF4-FFF2-40B4-BE49-F238E27FC236}">
                <a16:creationId xmlns:a16="http://schemas.microsoft.com/office/drawing/2014/main" id="{B9552EEC-9B38-E28C-446D-804154D196DC}"/>
              </a:ext>
            </a:extLst>
          </p:cNvPr>
          <p:cNvSpPr/>
          <p:nvPr/>
        </p:nvSpPr>
        <p:spPr>
          <a:xfrm>
            <a:off x="893460" y="4616597"/>
            <a:ext cx="2282509" cy="411829"/>
          </a:xfrm>
          <a:prstGeom prst="wedgeRoundRectCallou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Sieben 12er</a:t>
            </a:r>
            <a:r>
              <a:rPr lang="de-DE" sz="1600" dirty="0">
                <a:solidFill>
                  <a:schemeClr val="tx1">
                    <a:lumMod val="50000"/>
                    <a:lumOff val="50000"/>
                  </a:schemeClr>
                </a:solidFill>
              </a:rPr>
              <a:t>(-Reihen)</a:t>
            </a:r>
          </a:p>
        </p:txBody>
      </p:sp>
      <p:sp>
        <p:nvSpPr>
          <p:cNvPr id="69" name="Abgerundete rechteckige Legende 68">
            <a:extLst>
              <a:ext uri="{FF2B5EF4-FFF2-40B4-BE49-F238E27FC236}">
                <a16:creationId xmlns:a16="http://schemas.microsoft.com/office/drawing/2014/main" id="{EB873D7C-CB99-CE00-F255-397643A66D04}"/>
              </a:ext>
            </a:extLst>
          </p:cNvPr>
          <p:cNvSpPr/>
          <p:nvPr/>
        </p:nvSpPr>
        <p:spPr>
          <a:xfrm>
            <a:off x="6419940" y="4997596"/>
            <a:ext cx="2916697" cy="579054"/>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und zwei (10+2)er-Reihen.</a:t>
            </a:r>
          </a:p>
        </p:txBody>
      </p:sp>
    </p:spTree>
    <p:extLst>
      <p:ext uri="{BB962C8B-B14F-4D97-AF65-F5344CB8AC3E}">
        <p14:creationId xmlns:p14="http://schemas.microsoft.com/office/powerpoint/2010/main" val="2340864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bgerundete rechteckige Legende 1">
            <a:extLst>
              <a:ext uri="{FF2B5EF4-FFF2-40B4-BE49-F238E27FC236}">
                <a16:creationId xmlns:a16="http://schemas.microsoft.com/office/drawing/2014/main" id="{323B4B09-5C8F-3FF0-0CA0-C771D285649C}"/>
              </a:ext>
            </a:extLst>
          </p:cNvPr>
          <p:cNvSpPr/>
          <p:nvPr/>
        </p:nvSpPr>
        <p:spPr>
          <a:xfrm>
            <a:off x="2020100" y="5199023"/>
            <a:ext cx="2916697" cy="579054"/>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(10+2)er-Reihen und zwei (10+2)er-Reihen .</a:t>
            </a:r>
          </a:p>
        </p:txBody>
      </p:sp>
      <p:grpSp>
        <p:nvGrpSpPr>
          <p:cNvPr id="4" name="Gruppieren 3">
            <a:extLst>
              <a:ext uri="{FF2B5EF4-FFF2-40B4-BE49-F238E27FC236}">
                <a16:creationId xmlns:a16="http://schemas.microsoft.com/office/drawing/2014/main" id="{ED865C17-4BA2-AF30-FD7A-CF4B83B2AA1F}"/>
              </a:ext>
            </a:extLst>
          </p:cNvPr>
          <p:cNvGrpSpPr/>
          <p:nvPr/>
        </p:nvGrpSpPr>
        <p:grpSpPr>
          <a:xfrm>
            <a:off x="972416" y="1369450"/>
            <a:ext cx="4250678" cy="3457715"/>
            <a:chOff x="3857743" y="1905596"/>
            <a:chExt cx="7564066" cy="6152990"/>
          </a:xfrm>
        </p:grpSpPr>
        <p:pic>
          <p:nvPicPr>
            <p:cNvPr id="5" name="Grafik 4">
              <a:extLst>
                <a:ext uri="{FF2B5EF4-FFF2-40B4-BE49-F238E27FC236}">
                  <a16:creationId xmlns:a16="http://schemas.microsoft.com/office/drawing/2014/main" id="{34F12603-5D74-592B-7C5B-851CFA74DEA6}"/>
                </a:ext>
              </a:extLst>
            </p:cNvPr>
            <p:cNvPicPr>
              <a:picLocks noChangeAspect="1"/>
            </p:cNvPicPr>
            <p:nvPr/>
          </p:nvPicPr>
          <p:blipFill>
            <a:blip r:embed="rId2"/>
            <a:stretch>
              <a:fillRect/>
            </a:stretch>
          </p:blipFill>
          <p:spPr>
            <a:xfrm flipV="1">
              <a:off x="3857747" y="1905596"/>
              <a:ext cx="7564062" cy="651564"/>
            </a:xfrm>
            <a:prstGeom prst="rect">
              <a:avLst/>
            </a:prstGeom>
          </p:spPr>
        </p:pic>
        <p:pic>
          <p:nvPicPr>
            <p:cNvPr id="6" name="Grafik 5">
              <a:extLst>
                <a:ext uri="{FF2B5EF4-FFF2-40B4-BE49-F238E27FC236}">
                  <a16:creationId xmlns:a16="http://schemas.microsoft.com/office/drawing/2014/main" id="{2C26E8CC-E8EE-62FA-E2A1-9E4692E4D6FC}"/>
                </a:ext>
              </a:extLst>
            </p:cNvPr>
            <p:cNvPicPr>
              <a:picLocks noChangeAspect="1"/>
            </p:cNvPicPr>
            <p:nvPr/>
          </p:nvPicPr>
          <p:blipFill>
            <a:blip r:embed="rId2"/>
            <a:stretch>
              <a:fillRect/>
            </a:stretch>
          </p:blipFill>
          <p:spPr>
            <a:xfrm flipV="1">
              <a:off x="3857746" y="2815635"/>
              <a:ext cx="7564062" cy="651564"/>
            </a:xfrm>
            <a:prstGeom prst="rect">
              <a:avLst/>
            </a:prstGeom>
          </p:spPr>
        </p:pic>
        <p:pic>
          <p:nvPicPr>
            <p:cNvPr id="7" name="Grafik 6">
              <a:extLst>
                <a:ext uri="{FF2B5EF4-FFF2-40B4-BE49-F238E27FC236}">
                  <a16:creationId xmlns:a16="http://schemas.microsoft.com/office/drawing/2014/main" id="{64C97081-7008-8BE8-2243-89F33BB642C9}"/>
                </a:ext>
              </a:extLst>
            </p:cNvPr>
            <p:cNvPicPr>
              <a:picLocks noChangeAspect="1"/>
            </p:cNvPicPr>
            <p:nvPr/>
          </p:nvPicPr>
          <p:blipFill>
            <a:blip r:embed="rId2"/>
            <a:stretch>
              <a:fillRect/>
            </a:stretch>
          </p:blipFill>
          <p:spPr>
            <a:xfrm flipV="1">
              <a:off x="3857745" y="3725674"/>
              <a:ext cx="7564062" cy="651564"/>
            </a:xfrm>
            <a:prstGeom prst="rect">
              <a:avLst/>
            </a:prstGeom>
          </p:spPr>
        </p:pic>
        <p:pic>
          <p:nvPicPr>
            <p:cNvPr id="8" name="Grafik 7">
              <a:extLst>
                <a:ext uri="{FF2B5EF4-FFF2-40B4-BE49-F238E27FC236}">
                  <a16:creationId xmlns:a16="http://schemas.microsoft.com/office/drawing/2014/main" id="{EABD27CD-BFBB-1D2C-CBCF-BCE0BF5B44C0}"/>
                </a:ext>
              </a:extLst>
            </p:cNvPr>
            <p:cNvPicPr>
              <a:picLocks noChangeAspect="1"/>
            </p:cNvPicPr>
            <p:nvPr/>
          </p:nvPicPr>
          <p:blipFill>
            <a:blip r:embed="rId2"/>
            <a:stretch>
              <a:fillRect/>
            </a:stretch>
          </p:blipFill>
          <p:spPr>
            <a:xfrm flipV="1">
              <a:off x="3857744" y="4635713"/>
              <a:ext cx="7564062" cy="651564"/>
            </a:xfrm>
            <a:prstGeom prst="rect">
              <a:avLst/>
            </a:prstGeom>
          </p:spPr>
        </p:pic>
        <p:pic>
          <p:nvPicPr>
            <p:cNvPr id="9" name="Grafik 8">
              <a:extLst>
                <a:ext uri="{FF2B5EF4-FFF2-40B4-BE49-F238E27FC236}">
                  <a16:creationId xmlns:a16="http://schemas.microsoft.com/office/drawing/2014/main" id="{5F10ED51-D038-32A4-5D02-C2EF5EB83BB9}"/>
                </a:ext>
              </a:extLst>
            </p:cNvPr>
            <p:cNvPicPr>
              <a:picLocks noChangeAspect="1"/>
            </p:cNvPicPr>
            <p:nvPr/>
          </p:nvPicPr>
          <p:blipFill>
            <a:blip r:embed="rId2"/>
            <a:stretch>
              <a:fillRect/>
            </a:stretch>
          </p:blipFill>
          <p:spPr>
            <a:xfrm flipV="1">
              <a:off x="3857743" y="5545752"/>
              <a:ext cx="7564062" cy="651564"/>
            </a:xfrm>
            <a:prstGeom prst="rect">
              <a:avLst/>
            </a:prstGeom>
          </p:spPr>
        </p:pic>
        <p:pic>
          <p:nvPicPr>
            <p:cNvPr id="10" name="Grafik 9">
              <a:extLst>
                <a:ext uri="{FF2B5EF4-FFF2-40B4-BE49-F238E27FC236}">
                  <a16:creationId xmlns:a16="http://schemas.microsoft.com/office/drawing/2014/main" id="{63080001-BB4E-F185-E65C-B660BF3D8C1C}"/>
                </a:ext>
              </a:extLst>
            </p:cNvPr>
            <p:cNvPicPr>
              <a:picLocks noChangeAspect="1"/>
            </p:cNvPicPr>
            <p:nvPr/>
          </p:nvPicPr>
          <p:blipFill>
            <a:blip r:embed="rId2"/>
            <a:stretch>
              <a:fillRect/>
            </a:stretch>
          </p:blipFill>
          <p:spPr>
            <a:xfrm flipV="1">
              <a:off x="3857743" y="6476387"/>
              <a:ext cx="7564062" cy="651564"/>
            </a:xfrm>
            <a:prstGeom prst="rect">
              <a:avLst/>
            </a:prstGeom>
            <a:solidFill>
              <a:schemeClr val="accent4"/>
            </a:solidFill>
          </p:spPr>
        </p:pic>
        <p:pic>
          <p:nvPicPr>
            <p:cNvPr id="11" name="Grafik 10">
              <a:extLst>
                <a:ext uri="{FF2B5EF4-FFF2-40B4-BE49-F238E27FC236}">
                  <a16:creationId xmlns:a16="http://schemas.microsoft.com/office/drawing/2014/main" id="{968A0552-FFD8-7261-2BB3-43648016830C}"/>
                </a:ext>
              </a:extLst>
            </p:cNvPr>
            <p:cNvPicPr>
              <a:picLocks noChangeAspect="1"/>
            </p:cNvPicPr>
            <p:nvPr/>
          </p:nvPicPr>
          <p:blipFill>
            <a:blip r:embed="rId2"/>
            <a:stretch>
              <a:fillRect/>
            </a:stretch>
          </p:blipFill>
          <p:spPr>
            <a:xfrm flipV="1">
              <a:off x="3857743" y="7407022"/>
              <a:ext cx="7564062" cy="651564"/>
            </a:xfrm>
            <a:prstGeom prst="rect">
              <a:avLst/>
            </a:prstGeom>
            <a:solidFill>
              <a:schemeClr val="accent4"/>
            </a:solidFill>
          </p:spPr>
        </p:pic>
      </p:grpSp>
      <p:sp>
        <p:nvSpPr>
          <p:cNvPr id="12" name="Rechteck 11">
            <a:extLst>
              <a:ext uri="{FF2B5EF4-FFF2-40B4-BE49-F238E27FC236}">
                <a16:creationId xmlns:a16="http://schemas.microsoft.com/office/drawing/2014/main" id="{5FCF1B66-F4BF-6AF2-0059-9CE20129CEDA}"/>
              </a:ext>
            </a:extLst>
          </p:cNvPr>
          <p:cNvSpPr/>
          <p:nvPr/>
        </p:nvSpPr>
        <p:spPr>
          <a:xfrm>
            <a:off x="974321"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0B3CB663-B70A-CB39-5E65-C63519CBD1B9}"/>
              </a:ext>
            </a:extLst>
          </p:cNvPr>
          <p:cNvSpPr/>
          <p:nvPr/>
        </p:nvSpPr>
        <p:spPr>
          <a:xfrm>
            <a:off x="1322914"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1DEA3BE0-9056-2004-0B19-CA683CE2A94B}"/>
              </a:ext>
            </a:extLst>
          </p:cNvPr>
          <p:cNvSpPr/>
          <p:nvPr/>
        </p:nvSpPr>
        <p:spPr>
          <a:xfrm>
            <a:off x="1671507"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Rechteck 14">
            <a:extLst>
              <a:ext uri="{FF2B5EF4-FFF2-40B4-BE49-F238E27FC236}">
                <a16:creationId xmlns:a16="http://schemas.microsoft.com/office/drawing/2014/main" id="{176F1713-EA9C-4104-B8CF-A6988836B03F}"/>
              </a:ext>
            </a:extLst>
          </p:cNvPr>
          <p:cNvSpPr/>
          <p:nvPr/>
        </p:nvSpPr>
        <p:spPr>
          <a:xfrm>
            <a:off x="2020100"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a:extLst>
              <a:ext uri="{FF2B5EF4-FFF2-40B4-BE49-F238E27FC236}">
                <a16:creationId xmlns:a16="http://schemas.microsoft.com/office/drawing/2014/main" id="{70905726-0520-4C2E-7F89-DFE0684794BD}"/>
              </a:ext>
            </a:extLst>
          </p:cNvPr>
          <p:cNvSpPr/>
          <p:nvPr/>
        </p:nvSpPr>
        <p:spPr>
          <a:xfrm>
            <a:off x="2368693"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949731C0-84CE-2718-697C-09BDAB22C4CE}"/>
              </a:ext>
            </a:extLst>
          </p:cNvPr>
          <p:cNvSpPr/>
          <p:nvPr/>
        </p:nvSpPr>
        <p:spPr>
          <a:xfrm>
            <a:off x="2717286"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BB337FED-8CEE-91AA-0018-4D7D14FB0456}"/>
              </a:ext>
            </a:extLst>
          </p:cNvPr>
          <p:cNvSpPr/>
          <p:nvPr/>
        </p:nvSpPr>
        <p:spPr>
          <a:xfrm>
            <a:off x="3065879"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a:extLst>
              <a:ext uri="{FF2B5EF4-FFF2-40B4-BE49-F238E27FC236}">
                <a16:creationId xmlns:a16="http://schemas.microsoft.com/office/drawing/2014/main" id="{8FA8272F-DC67-C8F4-A1D2-7A694811C290}"/>
              </a:ext>
            </a:extLst>
          </p:cNvPr>
          <p:cNvSpPr/>
          <p:nvPr/>
        </p:nvSpPr>
        <p:spPr>
          <a:xfrm>
            <a:off x="3426664"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a:extLst>
              <a:ext uri="{FF2B5EF4-FFF2-40B4-BE49-F238E27FC236}">
                <a16:creationId xmlns:a16="http://schemas.microsoft.com/office/drawing/2014/main" id="{F437D776-4234-BAC2-75A1-71E6BB0B47BB}"/>
              </a:ext>
            </a:extLst>
          </p:cNvPr>
          <p:cNvSpPr/>
          <p:nvPr/>
        </p:nvSpPr>
        <p:spPr>
          <a:xfrm>
            <a:off x="3787449"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6332B9AE-8C04-596E-FFC7-693E1087FAAE}"/>
              </a:ext>
            </a:extLst>
          </p:cNvPr>
          <p:cNvSpPr/>
          <p:nvPr/>
        </p:nvSpPr>
        <p:spPr>
          <a:xfrm>
            <a:off x="4148234" y="392616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a:extLst>
              <a:ext uri="{FF2B5EF4-FFF2-40B4-BE49-F238E27FC236}">
                <a16:creationId xmlns:a16="http://schemas.microsoft.com/office/drawing/2014/main" id="{9A4AF5CA-13B3-D521-19E9-09D2158EAC6C}"/>
              </a:ext>
            </a:extLst>
          </p:cNvPr>
          <p:cNvSpPr/>
          <p:nvPr/>
        </p:nvSpPr>
        <p:spPr>
          <a:xfrm>
            <a:off x="974321"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a:extLst>
              <a:ext uri="{FF2B5EF4-FFF2-40B4-BE49-F238E27FC236}">
                <a16:creationId xmlns:a16="http://schemas.microsoft.com/office/drawing/2014/main" id="{3EB5ECB1-6210-6187-F372-7D304C15A887}"/>
              </a:ext>
            </a:extLst>
          </p:cNvPr>
          <p:cNvSpPr/>
          <p:nvPr/>
        </p:nvSpPr>
        <p:spPr>
          <a:xfrm>
            <a:off x="1322914"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a:extLst>
              <a:ext uri="{FF2B5EF4-FFF2-40B4-BE49-F238E27FC236}">
                <a16:creationId xmlns:a16="http://schemas.microsoft.com/office/drawing/2014/main" id="{87B00C5D-4E79-72DC-E649-B6C6092ACB0E}"/>
              </a:ext>
            </a:extLst>
          </p:cNvPr>
          <p:cNvSpPr/>
          <p:nvPr/>
        </p:nvSpPr>
        <p:spPr>
          <a:xfrm>
            <a:off x="1671507"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24">
            <a:extLst>
              <a:ext uri="{FF2B5EF4-FFF2-40B4-BE49-F238E27FC236}">
                <a16:creationId xmlns:a16="http://schemas.microsoft.com/office/drawing/2014/main" id="{FD10A291-27A3-8FDD-1668-8F51654EF62D}"/>
              </a:ext>
            </a:extLst>
          </p:cNvPr>
          <p:cNvSpPr/>
          <p:nvPr/>
        </p:nvSpPr>
        <p:spPr>
          <a:xfrm>
            <a:off x="2020100"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a:extLst>
              <a:ext uri="{FF2B5EF4-FFF2-40B4-BE49-F238E27FC236}">
                <a16:creationId xmlns:a16="http://schemas.microsoft.com/office/drawing/2014/main" id="{30038FAB-82FB-9C5F-AEEA-A6688A2B4871}"/>
              </a:ext>
            </a:extLst>
          </p:cNvPr>
          <p:cNvSpPr/>
          <p:nvPr/>
        </p:nvSpPr>
        <p:spPr>
          <a:xfrm>
            <a:off x="2368693"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a:extLst>
              <a:ext uri="{FF2B5EF4-FFF2-40B4-BE49-F238E27FC236}">
                <a16:creationId xmlns:a16="http://schemas.microsoft.com/office/drawing/2014/main" id="{DFDAAC33-09B4-DABD-0E0A-1BEC0DD8FEEB}"/>
              </a:ext>
            </a:extLst>
          </p:cNvPr>
          <p:cNvSpPr/>
          <p:nvPr/>
        </p:nvSpPr>
        <p:spPr>
          <a:xfrm>
            <a:off x="2717286"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a:extLst>
              <a:ext uri="{FF2B5EF4-FFF2-40B4-BE49-F238E27FC236}">
                <a16:creationId xmlns:a16="http://schemas.microsoft.com/office/drawing/2014/main" id="{E975DF1A-982D-75C4-1848-E2E151FE596D}"/>
              </a:ext>
            </a:extLst>
          </p:cNvPr>
          <p:cNvSpPr/>
          <p:nvPr/>
        </p:nvSpPr>
        <p:spPr>
          <a:xfrm>
            <a:off x="3065879"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28">
            <a:extLst>
              <a:ext uri="{FF2B5EF4-FFF2-40B4-BE49-F238E27FC236}">
                <a16:creationId xmlns:a16="http://schemas.microsoft.com/office/drawing/2014/main" id="{EE21F698-5C18-3D6B-0A64-9FA6095F3C95}"/>
              </a:ext>
            </a:extLst>
          </p:cNvPr>
          <p:cNvSpPr/>
          <p:nvPr/>
        </p:nvSpPr>
        <p:spPr>
          <a:xfrm>
            <a:off x="3414472"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hteck 29">
            <a:extLst>
              <a:ext uri="{FF2B5EF4-FFF2-40B4-BE49-F238E27FC236}">
                <a16:creationId xmlns:a16="http://schemas.microsoft.com/office/drawing/2014/main" id="{8FA86F87-9A66-F1EB-87F8-E02E4EB47443}"/>
              </a:ext>
            </a:extLst>
          </p:cNvPr>
          <p:cNvSpPr/>
          <p:nvPr/>
        </p:nvSpPr>
        <p:spPr>
          <a:xfrm>
            <a:off x="3781353"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Rechteck 30">
            <a:extLst>
              <a:ext uri="{FF2B5EF4-FFF2-40B4-BE49-F238E27FC236}">
                <a16:creationId xmlns:a16="http://schemas.microsoft.com/office/drawing/2014/main" id="{C2165A8B-20E1-346E-FB41-F45DFD4FD90B}"/>
              </a:ext>
            </a:extLst>
          </p:cNvPr>
          <p:cNvSpPr/>
          <p:nvPr/>
        </p:nvSpPr>
        <p:spPr>
          <a:xfrm>
            <a:off x="4148234" y="4450427"/>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31">
            <a:extLst>
              <a:ext uri="{FF2B5EF4-FFF2-40B4-BE49-F238E27FC236}">
                <a16:creationId xmlns:a16="http://schemas.microsoft.com/office/drawing/2014/main" id="{02A9EC4C-DBB3-3B30-8B77-E3D4752C5E1A}"/>
              </a:ext>
            </a:extLst>
          </p:cNvPr>
          <p:cNvSpPr/>
          <p:nvPr/>
        </p:nvSpPr>
        <p:spPr>
          <a:xfrm>
            <a:off x="4509019" y="3926205"/>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a:extLst>
              <a:ext uri="{FF2B5EF4-FFF2-40B4-BE49-F238E27FC236}">
                <a16:creationId xmlns:a16="http://schemas.microsoft.com/office/drawing/2014/main" id="{AB14FC85-B47B-B0DD-834A-40928C6A87F9}"/>
              </a:ext>
            </a:extLst>
          </p:cNvPr>
          <p:cNvSpPr/>
          <p:nvPr/>
        </p:nvSpPr>
        <p:spPr>
          <a:xfrm>
            <a:off x="4869804" y="3926250"/>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a:extLst>
              <a:ext uri="{FF2B5EF4-FFF2-40B4-BE49-F238E27FC236}">
                <a16:creationId xmlns:a16="http://schemas.microsoft.com/office/drawing/2014/main" id="{B59C4093-097A-2D41-415F-2623F7B1C6FB}"/>
              </a:ext>
            </a:extLst>
          </p:cNvPr>
          <p:cNvSpPr/>
          <p:nvPr/>
        </p:nvSpPr>
        <p:spPr>
          <a:xfrm>
            <a:off x="4509019" y="4440556"/>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a:extLst>
              <a:ext uri="{FF2B5EF4-FFF2-40B4-BE49-F238E27FC236}">
                <a16:creationId xmlns:a16="http://schemas.microsoft.com/office/drawing/2014/main" id="{08885712-2520-07EF-4A4C-354A4C97FB2F}"/>
              </a:ext>
            </a:extLst>
          </p:cNvPr>
          <p:cNvSpPr/>
          <p:nvPr/>
        </p:nvSpPr>
        <p:spPr>
          <a:xfrm>
            <a:off x="4869804" y="4440601"/>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2A1AF3E6-6B54-88CA-30F1-3646C552A79C}"/>
                  </a:ext>
                </a:extLst>
              </p:cNvPr>
              <p:cNvSpPr/>
              <p:nvPr/>
            </p:nvSpPr>
            <p:spPr>
              <a:xfrm>
                <a:off x="6564273" y="842048"/>
                <a:ext cx="2292615" cy="369332"/>
              </a:xfrm>
              <a:prstGeom prst="rect">
                <a:avLst/>
              </a:prstGeom>
            </p:spPr>
            <p:txBody>
              <a:bodyPr wrap="none">
                <a:spAutoFit/>
              </a:bodyPr>
              <a:lstStyle/>
              <a:p>
                <a:r>
                  <a:rPr lang="de-DE" dirty="0">
                    <a:latin typeface="Be Vietnam" panose="00000500000000000000"/>
                  </a:rPr>
                  <a:t>(5 + 2)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(5 + 2)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2 </a:t>
                </a:r>
                <a:endParaRPr lang="de-DE" dirty="0"/>
              </a:p>
            </p:txBody>
          </p:sp>
        </mc:Choice>
        <mc:Fallback xmlns="">
          <p:sp>
            <p:nvSpPr>
              <p:cNvPr id="36" name="Rechteck 35">
                <a:extLst>
                  <a:ext uri="{FF2B5EF4-FFF2-40B4-BE49-F238E27FC236}">
                    <a16:creationId xmlns:a16="http://schemas.microsoft.com/office/drawing/2014/main" id="{2A1AF3E6-6B54-88CA-30F1-3646C552A79C}"/>
                  </a:ext>
                </a:extLst>
              </p:cNvPr>
              <p:cNvSpPr>
                <a:spLocks noRot="1" noChangeAspect="1" noMove="1" noResize="1" noEditPoints="1" noAdjustHandles="1" noChangeArrowheads="1" noChangeShapeType="1" noTextEdit="1"/>
              </p:cNvSpPr>
              <p:nvPr/>
            </p:nvSpPr>
            <p:spPr>
              <a:xfrm>
                <a:off x="6564273" y="842048"/>
                <a:ext cx="2292615" cy="369332"/>
              </a:xfrm>
              <a:prstGeom prst="rect">
                <a:avLst/>
              </a:prstGeom>
              <a:blipFill>
                <a:blip r:embed="rId3"/>
                <a:stretch>
                  <a:fillRect l="-2198" t="-6667" r="-1099" b="-26667"/>
                </a:stretch>
              </a:blipFill>
            </p:spPr>
            <p:txBody>
              <a:bodyPr/>
              <a:lstStyle/>
              <a:p>
                <a:r>
                  <a:rPr lang="de-DE">
                    <a:noFill/>
                  </a:rPr>
                  <a:t> </a:t>
                </a:r>
              </a:p>
            </p:txBody>
          </p:sp>
        </mc:Fallback>
      </mc:AlternateContent>
      <p:sp>
        <p:nvSpPr>
          <p:cNvPr id="37" name="Textfeld 36">
            <a:extLst>
              <a:ext uri="{FF2B5EF4-FFF2-40B4-BE49-F238E27FC236}">
                <a16:creationId xmlns:a16="http://schemas.microsoft.com/office/drawing/2014/main" id="{B4692338-7E23-D0E3-7A18-918C1B00D00C}"/>
              </a:ext>
            </a:extLst>
          </p:cNvPr>
          <p:cNvSpPr txBox="1"/>
          <p:nvPr/>
        </p:nvSpPr>
        <p:spPr>
          <a:xfrm>
            <a:off x="219972" y="3711029"/>
            <a:ext cx="1312219" cy="307777"/>
          </a:xfrm>
          <a:prstGeom prst="rect">
            <a:avLst/>
          </a:prstGeom>
          <a:noFill/>
        </p:spPr>
        <p:txBody>
          <a:bodyPr wrap="none" rtlCol="0">
            <a:spAutoFit/>
          </a:bodyPr>
          <a:lstStyle/>
          <a:p>
            <a:r>
              <a:rPr lang="de-DE" sz="1400" dirty="0"/>
              <a:t>Größere Lücke</a:t>
            </a:r>
          </a:p>
        </p:txBody>
      </p:sp>
      <mc:AlternateContent xmlns:mc="http://schemas.openxmlformats.org/markup-compatibility/2006" xmlns:a14="http://schemas.microsoft.com/office/drawing/2010/main">
        <mc:Choice Requires="a14">
          <p:sp>
            <p:nvSpPr>
              <p:cNvPr id="38" name="Rechteck 37">
                <a:extLst>
                  <a:ext uri="{FF2B5EF4-FFF2-40B4-BE49-F238E27FC236}">
                    <a16:creationId xmlns:a16="http://schemas.microsoft.com/office/drawing/2014/main" id="{E09422EB-16C1-8788-1759-D7CDCCBD00CF}"/>
                  </a:ext>
                </a:extLst>
              </p:cNvPr>
              <p:cNvSpPr/>
              <p:nvPr/>
            </p:nvSpPr>
            <p:spPr>
              <a:xfrm>
                <a:off x="2018887" y="842048"/>
                <a:ext cx="2462534" cy="369332"/>
              </a:xfrm>
              <a:prstGeom prst="rect">
                <a:avLst/>
              </a:prstGeom>
            </p:spPr>
            <p:txBody>
              <a:bodyPr wrap="none">
                <a:spAutoFit/>
              </a:bodyPr>
              <a:lstStyle/>
              <a:p>
                <a:r>
                  <a:rPr lang="de-DE" dirty="0">
                    <a:latin typeface="Be Vietnam" panose="00000500000000000000"/>
                  </a:rPr>
                  <a:t>5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 + 2 </a:t>
                </a:r>
                <a14:m>
                  <m:oMath xmlns:m="http://schemas.openxmlformats.org/officeDocument/2006/math">
                    <m:r>
                      <a:rPr lang="de-DE">
                        <a:latin typeface="Cambria Math" panose="02040503050406030204" pitchFamily="18" charset="0"/>
                      </a:rPr>
                      <m:t>⋅</m:t>
                    </m:r>
                  </m:oMath>
                </a14:m>
                <a:r>
                  <a:rPr lang="de-DE" dirty="0">
                    <a:latin typeface="Be Vietnam" panose="00000500000000000000"/>
                  </a:rPr>
                  <a:t> (10 + 2) </a:t>
                </a:r>
                <a:endParaRPr lang="de-DE" dirty="0"/>
              </a:p>
            </p:txBody>
          </p:sp>
        </mc:Choice>
        <mc:Fallback xmlns="">
          <p:sp>
            <p:nvSpPr>
              <p:cNvPr id="38" name="Rechteck 37">
                <a:extLst>
                  <a:ext uri="{FF2B5EF4-FFF2-40B4-BE49-F238E27FC236}">
                    <a16:creationId xmlns:a16="http://schemas.microsoft.com/office/drawing/2014/main" id="{E09422EB-16C1-8788-1759-D7CDCCBD00CF}"/>
                  </a:ext>
                </a:extLst>
              </p:cNvPr>
              <p:cNvSpPr>
                <a:spLocks noRot="1" noChangeAspect="1" noMove="1" noResize="1" noEditPoints="1" noAdjustHandles="1" noChangeArrowheads="1" noChangeShapeType="1" noTextEdit="1"/>
              </p:cNvSpPr>
              <p:nvPr/>
            </p:nvSpPr>
            <p:spPr>
              <a:xfrm>
                <a:off x="2018887" y="842048"/>
                <a:ext cx="2462534" cy="369332"/>
              </a:xfrm>
              <a:prstGeom prst="rect">
                <a:avLst/>
              </a:prstGeom>
              <a:blipFill>
                <a:blip r:embed="rId4"/>
                <a:stretch>
                  <a:fillRect l="-1538" t="-6667" r="-1538" b="-26667"/>
                </a:stretch>
              </a:blipFill>
            </p:spPr>
            <p:txBody>
              <a:bodyPr/>
              <a:lstStyle/>
              <a:p>
                <a:r>
                  <a:rPr lang="de-DE">
                    <a:noFill/>
                  </a:rPr>
                  <a:t> </a:t>
                </a:r>
              </a:p>
            </p:txBody>
          </p:sp>
        </mc:Fallback>
      </mc:AlternateContent>
      <p:pic>
        <p:nvPicPr>
          <p:cNvPr id="39" name="Grafik 38">
            <a:extLst>
              <a:ext uri="{FF2B5EF4-FFF2-40B4-BE49-F238E27FC236}">
                <a16:creationId xmlns:a16="http://schemas.microsoft.com/office/drawing/2014/main" id="{0FFA7D28-12AE-C4DC-CDC3-48F5E208468C}"/>
              </a:ext>
            </a:extLst>
          </p:cNvPr>
          <p:cNvPicPr>
            <a:picLocks noChangeAspect="1"/>
          </p:cNvPicPr>
          <p:nvPr/>
        </p:nvPicPr>
        <p:blipFill rotWithShape="1">
          <a:blip r:embed="rId5"/>
          <a:srcRect r="17243"/>
          <a:stretch/>
        </p:blipFill>
        <p:spPr>
          <a:xfrm>
            <a:off x="6055448" y="1351220"/>
            <a:ext cx="3516560" cy="3456732"/>
          </a:xfrm>
          <a:prstGeom prst="rect">
            <a:avLst/>
          </a:prstGeom>
        </p:spPr>
      </p:pic>
      <p:pic>
        <p:nvPicPr>
          <p:cNvPr id="40" name="Grafik 39">
            <a:extLst>
              <a:ext uri="{FF2B5EF4-FFF2-40B4-BE49-F238E27FC236}">
                <a16:creationId xmlns:a16="http://schemas.microsoft.com/office/drawing/2014/main" id="{F14F0B97-BF52-B736-7727-4EAD8057C0DE}"/>
              </a:ext>
            </a:extLst>
          </p:cNvPr>
          <p:cNvPicPr>
            <a:picLocks noChangeAspect="1"/>
          </p:cNvPicPr>
          <p:nvPr/>
        </p:nvPicPr>
        <p:blipFill rotWithShape="1">
          <a:blip r:embed="rId5"/>
          <a:srcRect l="82757"/>
          <a:stretch/>
        </p:blipFill>
        <p:spPr>
          <a:xfrm>
            <a:off x="9934916" y="1351220"/>
            <a:ext cx="732720" cy="3456732"/>
          </a:xfrm>
          <a:prstGeom prst="rect">
            <a:avLst/>
          </a:prstGeom>
        </p:spPr>
      </p:pic>
      <p:sp>
        <p:nvSpPr>
          <p:cNvPr id="41" name="Abgerundete rechteckige Legende 40">
            <a:extLst>
              <a:ext uri="{FF2B5EF4-FFF2-40B4-BE49-F238E27FC236}">
                <a16:creationId xmlns:a16="http://schemas.microsoft.com/office/drawing/2014/main" id="{3C9F21DE-EA77-DD53-1533-3A947F294D53}"/>
              </a:ext>
            </a:extLst>
          </p:cNvPr>
          <p:cNvSpPr/>
          <p:nvPr/>
        </p:nvSpPr>
        <p:spPr>
          <a:xfrm>
            <a:off x="6773997" y="5036574"/>
            <a:ext cx="2916697" cy="759733"/>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und zwei 10er-Reihen und fünf und zwei 2er-Reihen .</a:t>
            </a:r>
          </a:p>
        </p:txBody>
      </p:sp>
      <p:sp>
        <p:nvSpPr>
          <p:cNvPr id="42" name="Titel 1">
            <a:extLst>
              <a:ext uri="{FF2B5EF4-FFF2-40B4-BE49-F238E27FC236}">
                <a16:creationId xmlns:a16="http://schemas.microsoft.com/office/drawing/2014/main" id="{3378D167-6DB3-9521-F423-1706B2233FF7}"/>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beider Faktoren</a:t>
            </a:r>
          </a:p>
        </p:txBody>
      </p:sp>
    </p:spTree>
    <p:extLst>
      <p:ext uri="{BB962C8B-B14F-4D97-AF65-F5344CB8AC3E}">
        <p14:creationId xmlns:p14="http://schemas.microsoft.com/office/powerpoint/2010/main" val="34328196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065E8679-9C75-7813-E457-0BFF2756E8F6}"/>
              </a:ext>
            </a:extLst>
          </p:cNvPr>
          <p:cNvSpPr/>
          <p:nvPr/>
        </p:nvSpPr>
        <p:spPr>
          <a:xfrm>
            <a:off x="6861592" y="1683201"/>
            <a:ext cx="2390398" cy="369332"/>
          </a:xfrm>
          <a:prstGeom prst="rect">
            <a:avLst/>
          </a:prstGeom>
        </p:spPr>
        <p:txBody>
          <a:bodyPr wrap="none">
            <a:spAutoFit/>
          </a:bodyPr>
          <a:lstStyle/>
          <a:p>
            <a:r>
              <a:rPr lang="de-DE" dirty="0"/>
              <a:t>50 + 10 + 20 + 4</a:t>
            </a:r>
          </a:p>
        </p:txBody>
      </p:sp>
      <mc:AlternateContent xmlns:mc="http://schemas.openxmlformats.org/markup-compatibility/2006" xmlns:a14="http://schemas.microsoft.com/office/drawing/2010/main">
        <mc:Choice Requires="a14">
          <p:sp>
            <p:nvSpPr>
              <p:cNvPr id="3" name="Textfeld 2"/>
              <p:cNvSpPr txBox="1"/>
              <p:nvPr/>
            </p:nvSpPr>
            <p:spPr>
              <a:xfrm>
                <a:off x="528150" y="1404309"/>
                <a:ext cx="4369981" cy="369332"/>
              </a:xfrm>
              <a:prstGeom prst="rect">
                <a:avLst/>
              </a:prstGeom>
              <a:noFill/>
            </p:spPr>
            <p:txBody>
              <a:bodyPr wrap="square" rtlCol="0">
                <a:spAutoFit/>
              </a:bodyPr>
              <a:lstStyle/>
              <a:p>
                <a:r>
                  <a:rPr lang="de-DE" dirty="0"/>
                  <a:t>5 </a:t>
                </a:r>
                <a14:m>
                  <m:oMath xmlns:m="http://schemas.openxmlformats.org/officeDocument/2006/math">
                    <m:r>
                      <a:rPr lang="de-DE">
                        <a:latin typeface="Cambria Math" panose="02040503050406030204" pitchFamily="18" charset="0"/>
                      </a:rPr>
                      <m:t>⋅</m:t>
                    </m:r>
                  </m:oMath>
                </a14:m>
                <a:r>
                  <a:rPr lang="de-DE" dirty="0"/>
                  <a:t> 10 + 5 </a:t>
                </a:r>
                <a14:m>
                  <m:oMath xmlns:m="http://schemas.openxmlformats.org/officeDocument/2006/math">
                    <m:r>
                      <a:rPr lang="de-DE">
                        <a:latin typeface="Cambria Math" panose="02040503050406030204" pitchFamily="18" charset="0"/>
                      </a:rPr>
                      <m:t>⋅</m:t>
                    </m:r>
                  </m:oMath>
                </a14:m>
                <a:r>
                  <a:rPr lang="de-DE" dirty="0"/>
                  <a:t> 2 + 2 </a:t>
                </a:r>
                <a14:m>
                  <m:oMath xmlns:m="http://schemas.openxmlformats.org/officeDocument/2006/math">
                    <m:r>
                      <a:rPr lang="de-DE">
                        <a:latin typeface="Cambria Math" panose="02040503050406030204" pitchFamily="18" charset="0"/>
                      </a:rPr>
                      <m:t>⋅</m:t>
                    </m:r>
                  </m:oMath>
                </a14:m>
                <a:r>
                  <a:rPr lang="de-DE" dirty="0"/>
                  <a:t> 10 + 2 </a:t>
                </a:r>
                <a14:m>
                  <m:oMath xmlns:m="http://schemas.openxmlformats.org/officeDocument/2006/math">
                    <m:r>
                      <a:rPr lang="de-DE">
                        <a:latin typeface="Cambria Math" panose="02040503050406030204" pitchFamily="18" charset="0"/>
                      </a:rPr>
                      <m:t>⋅</m:t>
                    </m:r>
                  </m:oMath>
                </a14:m>
                <a:r>
                  <a:rPr lang="de-DE" dirty="0"/>
                  <a:t> 2</a:t>
                </a:r>
              </a:p>
            </p:txBody>
          </p:sp>
        </mc:Choice>
        <mc:Fallback xmlns="">
          <p:sp>
            <p:nvSpPr>
              <p:cNvPr id="3" name="Textfeld 2"/>
              <p:cNvSpPr txBox="1">
                <a:spLocks noRot="1" noChangeAspect="1" noMove="1" noResize="1" noEditPoints="1" noAdjustHandles="1" noChangeArrowheads="1" noChangeShapeType="1" noTextEdit="1"/>
              </p:cNvSpPr>
              <p:nvPr/>
            </p:nvSpPr>
            <p:spPr>
              <a:xfrm>
                <a:off x="528150" y="1404309"/>
                <a:ext cx="4369981" cy="369332"/>
              </a:xfrm>
              <a:prstGeom prst="rect">
                <a:avLst/>
              </a:prstGeom>
              <a:blipFill>
                <a:blip r:embed="rId2"/>
                <a:stretch>
                  <a:fillRect l="-1159" t="-6667" b="-26667"/>
                </a:stretch>
              </a:blipFill>
            </p:spPr>
            <p:txBody>
              <a:bodyPr/>
              <a:lstStyle/>
              <a:p>
                <a:r>
                  <a:rPr lang="de-DE">
                    <a:noFill/>
                  </a:rPr>
                  <a:t> </a:t>
                </a:r>
              </a:p>
            </p:txBody>
          </p:sp>
        </mc:Fallback>
      </mc:AlternateContent>
      <p:grpSp>
        <p:nvGrpSpPr>
          <p:cNvPr id="75" name="Gruppieren 74"/>
          <p:cNvGrpSpPr/>
          <p:nvPr/>
        </p:nvGrpSpPr>
        <p:grpSpPr>
          <a:xfrm>
            <a:off x="5979434" y="2242529"/>
            <a:ext cx="5248969" cy="2977568"/>
            <a:chOff x="186816" y="4515549"/>
            <a:chExt cx="4938627" cy="2801521"/>
          </a:xfrm>
        </p:grpSpPr>
        <p:pic>
          <p:nvPicPr>
            <p:cNvPr id="15" name="Grafik 14"/>
            <p:cNvPicPr>
              <a:picLocks noChangeAspect="1"/>
            </p:cNvPicPr>
            <p:nvPr/>
          </p:nvPicPr>
          <p:blipFill rotWithShape="1">
            <a:blip r:embed="rId3"/>
            <a:srcRect t="28554"/>
            <a:stretch/>
          </p:blipFill>
          <p:spPr>
            <a:xfrm>
              <a:off x="186816" y="4515549"/>
              <a:ext cx="4938627" cy="1984744"/>
            </a:xfrm>
            <a:prstGeom prst="rect">
              <a:avLst/>
            </a:prstGeom>
          </p:spPr>
        </p:pic>
        <p:sp>
          <p:nvSpPr>
            <p:cNvPr id="14" name="Rechteck 13"/>
            <p:cNvSpPr/>
            <p:nvPr/>
          </p:nvSpPr>
          <p:spPr>
            <a:xfrm>
              <a:off x="353727"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6" name="Rechteck 15"/>
            <p:cNvSpPr/>
            <p:nvPr/>
          </p:nvSpPr>
          <p:spPr>
            <a:xfrm>
              <a:off x="702320"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p:cNvSpPr/>
            <p:nvPr/>
          </p:nvSpPr>
          <p:spPr>
            <a:xfrm>
              <a:off x="1050913"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p:cNvSpPr/>
            <p:nvPr/>
          </p:nvSpPr>
          <p:spPr>
            <a:xfrm>
              <a:off x="1399506"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hteck 18"/>
            <p:cNvSpPr/>
            <p:nvPr/>
          </p:nvSpPr>
          <p:spPr>
            <a:xfrm>
              <a:off x="1748099"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Rechteck 19"/>
            <p:cNvSpPr/>
            <p:nvPr/>
          </p:nvSpPr>
          <p:spPr>
            <a:xfrm>
              <a:off x="2096692"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p:cNvSpPr/>
            <p:nvPr/>
          </p:nvSpPr>
          <p:spPr>
            <a:xfrm>
              <a:off x="2445285"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Rechteck 21"/>
            <p:cNvSpPr/>
            <p:nvPr/>
          </p:nvSpPr>
          <p:spPr>
            <a:xfrm>
              <a:off x="2806070"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Rechteck 22"/>
            <p:cNvSpPr/>
            <p:nvPr/>
          </p:nvSpPr>
          <p:spPr>
            <a:xfrm>
              <a:off x="3166855"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hteck 23"/>
            <p:cNvSpPr/>
            <p:nvPr/>
          </p:nvSpPr>
          <p:spPr>
            <a:xfrm>
              <a:off x="3527640" y="6602020"/>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5" name="Rechteck 24"/>
            <p:cNvSpPr/>
            <p:nvPr/>
          </p:nvSpPr>
          <p:spPr>
            <a:xfrm>
              <a:off x="353727"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6" name="Rechteck 25"/>
            <p:cNvSpPr/>
            <p:nvPr/>
          </p:nvSpPr>
          <p:spPr>
            <a:xfrm>
              <a:off x="702320"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7" name="Rechteck 26"/>
            <p:cNvSpPr/>
            <p:nvPr/>
          </p:nvSpPr>
          <p:spPr>
            <a:xfrm>
              <a:off x="1050913"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8" name="Rechteck 27"/>
            <p:cNvSpPr/>
            <p:nvPr/>
          </p:nvSpPr>
          <p:spPr>
            <a:xfrm>
              <a:off x="1399506"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Rechteck 28"/>
            <p:cNvSpPr/>
            <p:nvPr/>
          </p:nvSpPr>
          <p:spPr>
            <a:xfrm>
              <a:off x="1748099"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Rechteck 29"/>
            <p:cNvSpPr/>
            <p:nvPr/>
          </p:nvSpPr>
          <p:spPr>
            <a:xfrm>
              <a:off x="2096692"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Rechteck 30"/>
            <p:cNvSpPr/>
            <p:nvPr/>
          </p:nvSpPr>
          <p:spPr>
            <a:xfrm>
              <a:off x="2445285"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Rechteck 31"/>
            <p:cNvSpPr/>
            <p:nvPr/>
          </p:nvSpPr>
          <p:spPr>
            <a:xfrm>
              <a:off x="2793878"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3160759"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3527640" y="6959545"/>
              <a:ext cx="348593" cy="357525"/>
            </a:xfrm>
            <a:prstGeom prst="rect">
              <a:avLst/>
            </a:prstGeom>
            <a:solidFill>
              <a:schemeClr val="accent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4376105" y="6611891"/>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4736890" y="6611936"/>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4376105" y="6959500"/>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4736890" y="6959545"/>
              <a:ext cx="348593" cy="357525"/>
            </a:xfrm>
            <a:prstGeom prst="rect">
              <a:avLst/>
            </a:prstGeom>
            <a:solidFill>
              <a:srgbClr val="FFFF00"/>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pic>
        <p:nvPicPr>
          <p:cNvPr id="73" name="Grafik 72"/>
          <p:cNvPicPr>
            <a:picLocks noChangeAspect="1"/>
          </p:cNvPicPr>
          <p:nvPr/>
        </p:nvPicPr>
        <p:blipFill rotWithShape="1">
          <a:blip r:embed="rId4"/>
          <a:srcRect r="17243"/>
          <a:stretch/>
        </p:blipFill>
        <p:spPr>
          <a:xfrm>
            <a:off x="459185" y="1879922"/>
            <a:ext cx="3516560" cy="3456732"/>
          </a:xfrm>
          <a:prstGeom prst="rect">
            <a:avLst/>
          </a:prstGeom>
        </p:spPr>
      </p:pic>
      <p:pic>
        <p:nvPicPr>
          <p:cNvPr id="74" name="Grafik 73"/>
          <p:cNvPicPr>
            <a:picLocks noChangeAspect="1"/>
          </p:cNvPicPr>
          <p:nvPr/>
        </p:nvPicPr>
        <p:blipFill rotWithShape="1">
          <a:blip r:embed="rId4"/>
          <a:srcRect l="82757"/>
          <a:stretch/>
        </p:blipFill>
        <p:spPr>
          <a:xfrm>
            <a:off x="4338653" y="1879922"/>
            <a:ext cx="732720" cy="3456732"/>
          </a:xfrm>
          <a:prstGeom prst="rect">
            <a:avLst/>
          </a:prstGeom>
        </p:spPr>
      </p:pic>
      <p:sp>
        <p:nvSpPr>
          <p:cNvPr id="2" name="Titel 1">
            <a:extLst>
              <a:ext uri="{FF2B5EF4-FFF2-40B4-BE49-F238E27FC236}">
                <a16:creationId xmlns:a16="http://schemas.microsoft.com/office/drawing/2014/main" id="{FAD0B3B7-EF47-8ED7-8B00-4A00ACD8C3EC}"/>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Zerlegung beider Faktoren</a:t>
            </a:r>
          </a:p>
        </p:txBody>
      </p:sp>
      <p:sp>
        <p:nvSpPr>
          <p:cNvPr id="7" name="Textfeld 6">
            <a:extLst>
              <a:ext uri="{FF2B5EF4-FFF2-40B4-BE49-F238E27FC236}">
                <a16:creationId xmlns:a16="http://schemas.microsoft.com/office/drawing/2014/main" id="{4787D46E-20B3-57B8-74F3-1D8EB0AC7FA5}"/>
              </a:ext>
            </a:extLst>
          </p:cNvPr>
          <p:cNvSpPr txBox="1"/>
          <p:nvPr/>
        </p:nvSpPr>
        <p:spPr>
          <a:xfrm>
            <a:off x="-559833" y="4215687"/>
            <a:ext cx="1312219" cy="307777"/>
          </a:xfrm>
          <a:prstGeom prst="rect">
            <a:avLst/>
          </a:prstGeom>
          <a:noFill/>
        </p:spPr>
        <p:txBody>
          <a:bodyPr wrap="none" rtlCol="0">
            <a:spAutoFit/>
          </a:bodyPr>
          <a:lstStyle/>
          <a:p>
            <a:r>
              <a:rPr lang="de-DE" sz="1400" dirty="0"/>
              <a:t>Größere Lücke</a:t>
            </a:r>
          </a:p>
        </p:txBody>
      </p:sp>
      <p:sp>
        <p:nvSpPr>
          <p:cNvPr id="9" name="Abgerundete rechteckige Legende 8">
            <a:extLst>
              <a:ext uri="{FF2B5EF4-FFF2-40B4-BE49-F238E27FC236}">
                <a16:creationId xmlns:a16="http://schemas.microsoft.com/office/drawing/2014/main" id="{9D863F9E-AEE3-14FE-3148-ED74F8D91586}"/>
              </a:ext>
            </a:extLst>
          </p:cNvPr>
          <p:cNvSpPr/>
          <p:nvPr/>
        </p:nvSpPr>
        <p:spPr>
          <a:xfrm>
            <a:off x="1059048" y="5453691"/>
            <a:ext cx="2916697" cy="762805"/>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fünf 10er und fünf 2er und zwei 10er und zwei 2er .</a:t>
            </a:r>
          </a:p>
        </p:txBody>
      </p:sp>
      <p:sp>
        <p:nvSpPr>
          <p:cNvPr id="10" name="Abgerundete rechteckige Legende 9">
            <a:extLst>
              <a:ext uri="{FF2B5EF4-FFF2-40B4-BE49-F238E27FC236}">
                <a16:creationId xmlns:a16="http://schemas.microsoft.com/office/drawing/2014/main" id="{E33B5DBA-C37B-AAC9-6732-EE1E4055340C}"/>
              </a:ext>
            </a:extLst>
          </p:cNvPr>
          <p:cNvSpPr/>
          <p:nvPr/>
        </p:nvSpPr>
        <p:spPr>
          <a:xfrm>
            <a:off x="6712581" y="5494120"/>
            <a:ext cx="3272077" cy="762805"/>
          </a:xfrm>
          <a:prstGeom prst="wedgeRoundRectCallout">
            <a:avLst>
              <a:gd name="adj1" fmla="val -21551"/>
              <a:gd name="adj2" fmla="val 79376"/>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sz="1600" dirty="0">
                <a:solidFill>
                  <a:schemeClr val="tx1"/>
                </a:solidFill>
              </a:rPr>
              <a:t>Ich sehe eine 50er-Gruppe und eine 10er-Gruppe und eine 20er-Gruppe und eine 4er-Gruppe.</a:t>
            </a:r>
          </a:p>
        </p:txBody>
      </p:sp>
    </p:spTree>
    <p:extLst>
      <p:ext uri="{BB962C8B-B14F-4D97-AF65-F5344CB8AC3E}">
        <p14:creationId xmlns:p14="http://schemas.microsoft.com/office/powerpoint/2010/main" val="1018527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79355-DE53-54AF-7525-8904D299665C}"/>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42DC9D01-B790-3568-D73D-BC28AE7B5B80}"/>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Wünschenswerte Features</a:t>
            </a:r>
          </a:p>
        </p:txBody>
      </p:sp>
      <p:sp>
        <p:nvSpPr>
          <p:cNvPr id="2" name="Inhaltsplatzhalter 2">
            <a:extLst>
              <a:ext uri="{FF2B5EF4-FFF2-40B4-BE49-F238E27FC236}">
                <a16:creationId xmlns:a16="http://schemas.microsoft.com/office/drawing/2014/main" id="{47E517F6-C316-08B8-C7C3-1ADC616E22E0}"/>
              </a:ext>
            </a:extLst>
          </p:cNvPr>
          <p:cNvSpPr txBox="1">
            <a:spLocks/>
          </p:cNvSpPr>
          <p:nvPr/>
        </p:nvSpPr>
        <p:spPr>
          <a:xfrm>
            <a:off x="264041" y="1253331"/>
            <a:ext cx="11686953"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dirty="0"/>
              <a:t>Stiftfunktion, um selbst Markierungen vorzunehmen?</a:t>
            </a:r>
          </a:p>
          <a:p>
            <a:r>
              <a:rPr lang="de-DE" sz="2400" dirty="0">
                <a:solidFill>
                  <a:schemeClr val="tx1"/>
                </a:solidFill>
              </a:rPr>
              <a:t>Evtl. auch weitere Farben falls eine Zahl 3-teilig  zerlegt werden soll? Z.B. wenn ich 6*21 in 6*10+6*10+6*1 zerlege. Oder für Multiplikation von zwei zweistelligen Zahlen (23*15 zerlegt in 20 * (10 + 5) + 3 * (10 + 5) )</a:t>
            </a:r>
          </a:p>
          <a:p>
            <a:r>
              <a:rPr lang="de-DE" sz="2400" dirty="0"/>
              <a:t>Einzelne Darstellungen innerhalb einer </a:t>
            </a:r>
            <a:r>
              <a:rPr lang="de-DE" sz="2400" dirty="0" err="1"/>
              <a:t>Darstellungsebe</a:t>
            </a:r>
            <a:r>
              <a:rPr lang="de-DE" sz="2400" dirty="0"/>
              <a:t> ausblenden können? Oder Hervorhebungen? </a:t>
            </a:r>
            <a:r>
              <a:rPr lang="de-DE" sz="2400" dirty="0" err="1"/>
              <a:t>Bsp</a:t>
            </a:r>
            <a:r>
              <a:rPr lang="de-DE" sz="2400" dirty="0"/>
              <a:t>: auf symbolischer Ebene sieht man nur 7*6 fokussiert (also (5+2)*6 und 5*6+2*6 sind nicht sichtbar)</a:t>
            </a:r>
          </a:p>
          <a:p>
            <a:pPr lvl="1"/>
            <a:r>
              <a:rPr lang="de-DE" sz="2000" dirty="0"/>
              <a:t> Einerseits, damit Lernende im Klassengespräch selbst andere Terme aufstellen, nicht direkt alles vorgegeben ist</a:t>
            </a:r>
          </a:p>
          <a:p>
            <a:pPr lvl="1"/>
            <a:r>
              <a:rPr lang="de-DE" sz="2000" dirty="0"/>
              <a:t>Je nach Veränderungen würde dann nur ein Term am besten passen</a:t>
            </a:r>
          </a:p>
          <a:p>
            <a:pPr lvl="1"/>
            <a:endParaRPr lang="de-DE" sz="2000" dirty="0"/>
          </a:p>
          <a:p>
            <a:endParaRPr lang="de-DE" sz="2400" dirty="0"/>
          </a:p>
          <a:p>
            <a:endParaRPr lang="de-DE" sz="2400" dirty="0">
              <a:solidFill>
                <a:schemeClr val="tx1"/>
              </a:solidFill>
            </a:endParaRPr>
          </a:p>
          <a:p>
            <a:endParaRPr lang="de-DE" sz="2400" dirty="0"/>
          </a:p>
          <a:p>
            <a:endParaRPr lang="de-DE" sz="2400" dirty="0"/>
          </a:p>
          <a:p>
            <a:endParaRPr lang="de-DE" sz="2400" dirty="0"/>
          </a:p>
        </p:txBody>
      </p:sp>
    </p:spTree>
    <p:extLst>
      <p:ext uri="{BB962C8B-B14F-4D97-AF65-F5344CB8AC3E}">
        <p14:creationId xmlns:p14="http://schemas.microsoft.com/office/powerpoint/2010/main" val="34067946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5A56F-2360-516B-255E-1549BB0CA60A}"/>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A581BA34-714F-8B07-517F-FC8B4C7AF6AE}"/>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Technik</a:t>
            </a:r>
          </a:p>
        </p:txBody>
      </p:sp>
      <p:sp>
        <p:nvSpPr>
          <p:cNvPr id="2" name="Inhaltsplatzhalter 2">
            <a:extLst>
              <a:ext uri="{FF2B5EF4-FFF2-40B4-BE49-F238E27FC236}">
                <a16:creationId xmlns:a16="http://schemas.microsoft.com/office/drawing/2014/main" id="{906CA38C-147A-AD11-FC3F-1E62A0BA0BB5}"/>
              </a:ext>
            </a:extLst>
          </p:cNvPr>
          <p:cNvSpPr txBox="1">
            <a:spLocks/>
          </p:cNvSpPr>
          <p:nvPr/>
        </p:nvSpPr>
        <p:spPr>
          <a:xfrm>
            <a:off x="365744" y="1359656"/>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e-DE" sz="2400" dirty="0"/>
              <a:t>Die Zerlegungsfunktion ist aktuell nicht intuitiv, lieber aktives Zerschneiden (z.B. mit dem Finger Linie ziehen) wie in </a:t>
            </a:r>
            <a:r>
              <a:rPr lang="de-DE" sz="2400" dirty="0" err="1"/>
              <a:t>divomath</a:t>
            </a:r>
            <a:r>
              <a:rPr lang="de-DE" sz="2400" dirty="0"/>
              <a:t> </a:t>
            </a:r>
          </a:p>
          <a:p>
            <a:r>
              <a:rPr lang="de-DE" sz="2400" dirty="0"/>
              <a:t>Markierung der Reihen (Quadrate formieren sich zu horizontalen Reihen) auch nicht intuitiv</a:t>
            </a:r>
          </a:p>
          <a:p>
            <a:r>
              <a:rPr lang="de-DE" sz="2400" dirty="0">
                <a:solidFill>
                  <a:schemeClr val="tx1"/>
                </a:solidFill>
              </a:rPr>
              <a:t>Funktion der Markierung der Spalten bräuchten wir nicht mehr</a:t>
            </a:r>
          </a:p>
          <a:p>
            <a:endParaRPr lang="de-DE" sz="2400" dirty="0">
              <a:solidFill>
                <a:schemeClr val="tx1"/>
              </a:solidFill>
            </a:endParaRPr>
          </a:p>
          <a:p>
            <a:endParaRPr lang="de-DE" sz="2400" dirty="0"/>
          </a:p>
        </p:txBody>
      </p:sp>
    </p:spTree>
    <p:extLst>
      <p:ext uri="{BB962C8B-B14F-4D97-AF65-F5344CB8AC3E}">
        <p14:creationId xmlns:p14="http://schemas.microsoft.com/office/powerpoint/2010/main" val="2471362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E561A-00F7-5E1C-E3E8-92A44EF6E93F}"/>
            </a:ext>
          </a:extLst>
        </p:cNvPr>
        <p:cNvGrpSpPr/>
        <p:nvPr/>
      </p:nvGrpSpPr>
      <p:grpSpPr>
        <a:xfrm>
          <a:off x="0" y="0"/>
          <a:ext cx="0" cy="0"/>
          <a:chOff x="0" y="0"/>
          <a:chExt cx="0" cy="0"/>
        </a:xfrm>
      </p:grpSpPr>
      <p:sp>
        <p:nvSpPr>
          <p:cNvPr id="5" name="Titel 1">
            <a:extLst>
              <a:ext uri="{FF2B5EF4-FFF2-40B4-BE49-F238E27FC236}">
                <a16:creationId xmlns:a16="http://schemas.microsoft.com/office/drawing/2014/main" id="{FF1D0BD1-D8D7-010B-B5DD-96CB95A3FEE3}"/>
              </a:ext>
            </a:extLst>
          </p:cNvPr>
          <p:cNvSpPr txBox="1">
            <a:spLocks/>
          </p:cNvSpPr>
          <p:nvPr/>
        </p:nvSpPr>
        <p:spPr>
          <a:xfrm>
            <a:off x="178981" y="163107"/>
            <a:ext cx="10515600" cy="64496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de-DE" sz="3600" dirty="0"/>
              <a:t>Mögliche weitere Funktionen</a:t>
            </a:r>
          </a:p>
        </p:txBody>
      </p:sp>
      <mc:AlternateContent xmlns:mc="http://schemas.openxmlformats.org/markup-compatibility/2006" xmlns:a14="http://schemas.microsoft.com/office/drawing/2010/main">
        <mc:Choice Requires="a14">
          <p:sp>
            <p:nvSpPr>
              <p:cNvPr id="3" name="Textfeld 2">
                <a:extLst>
                  <a:ext uri="{FF2B5EF4-FFF2-40B4-BE49-F238E27FC236}">
                    <a16:creationId xmlns:a16="http://schemas.microsoft.com/office/drawing/2014/main" id="{E49342DC-2606-EC95-0DD6-FBC7EDC50186}"/>
                  </a:ext>
                </a:extLst>
              </p:cNvPr>
              <p:cNvSpPr txBox="1"/>
              <p:nvPr/>
            </p:nvSpPr>
            <p:spPr>
              <a:xfrm>
                <a:off x="362494" y="1407663"/>
                <a:ext cx="7867105" cy="369332"/>
              </a:xfrm>
              <a:prstGeom prst="rect">
                <a:avLst/>
              </a:prstGeom>
              <a:noFill/>
            </p:spPr>
            <p:txBody>
              <a:bodyPr wrap="square">
                <a:spAutoFit/>
              </a:bodyPr>
              <a:lstStyle/>
              <a:p>
                <a:pPr marL="285750" indent="-285750">
                  <a:buFont typeface="Arial" panose="020B0604020202020204" pitchFamily="34" charset="0"/>
                  <a:buChar char="•"/>
                </a:pPr>
                <a:r>
                  <a:rPr lang="de-DE" dirty="0">
                    <a:solidFill>
                      <a:srgbClr val="000000"/>
                    </a:solidFill>
                    <a:effectLst/>
                  </a:rPr>
                  <a:t>aus (3+2) </a:t>
                </a:r>
                <a14:m>
                  <m:oMath xmlns:m="http://schemas.openxmlformats.org/officeDocument/2006/math">
                    <m:r>
                      <a:rPr lang="de-DE" smtClean="0">
                        <a:solidFill>
                          <a:schemeClr val="tx1"/>
                        </a:solidFill>
                        <a:latin typeface="Cambria Math" panose="02040503050406030204" pitchFamily="18" charset="0"/>
                      </a:rPr>
                      <m:t>⋅</m:t>
                    </m:r>
                  </m:oMath>
                </a14:m>
                <a:r>
                  <a:rPr lang="de-DE" dirty="0"/>
                  <a:t> </a:t>
                </a:r>
                <a:r>
                  <a:rPr lang="de-DE" dirty="0">
                    <a:solidFill>
                      <a:srgbClr val="000000"/>
                    </a:solidFill>
                    <a:effectLst/>
                  </a:rPr>
                  <a:t>6 durch Klicken 6</a:t>
                </a:r>
                <a:r>
                  <a:rPr lang="de-DE" dirty="0"/>
                  <a:t> </a:t>
                </a:r>
                <a14:m>
                  <m:oMath xmlns:m="http://schemas.openxmlformats.org/officeDocument/2006/math">
                    <m:r>
                      <a:rPr lang="de-DE" smtClean="0">
                        <a:solidFill>
                          <a:schemeClr val="tx1"/>
                        </a:solidFill>
                        <a:latin typeface="Cambria Math" panose="02040503050406030204" pitchFamily="18" charset="0"/>
                      </a:rPr>
                      <m:t>⋅</m:t>
                    </m:r>
                  </m:oMath>
                </a14:m>
                <a:r>
                  <a:rPr lang="de-DE" dirty="0"/>
                  <a:t> </a:t>
                </a:r>
                <a:r>
                  <a:rPr lang="de-DE" dirty="0">
                    <a:solidFill>
                      <a:srgbClr val="000000"/>
                    </a:solidFill>
                    <a:effectLst/>
                  </a:rPr>
                  <a:t> (3+ 2) machen (für Kommutativität)</a:t>
                </a:r>
              </a:p>
            </p:txBody>
          </p:sp>
        </mc:Choice>
        <mc:Fallback xmlns="">
          <p:sp>
            <p:nvSpPr>
              <p:cNvPr id="3" name="Textfeld 2">
                <a:extLst>
                  <a:ext uri="{FF2B5EF4-FFF2-40B4-BE49-F238E27FC236}">
                    <a16:creationId xmlns:a16="http://schemas.microsoft.com/office/drawing/2014/main" id="{E49342DC-2606-EC95-0DD6-FBC7EDC50186}"/>
                  </a:ext>
                </a:extLst>
              </p:cNvPr>
              <p:cNvSpPr txBox="1">
                <a:spLocks noRot="1" noChangeAspect="1" noMove="1" noResize="1" noEditPoints="1" noAdjustHandles="1" noChangeArrowheads="1" noChangeShapeType="1" noTextEdit="1"/>
              </p:cNvSpPr>
              <p:nvPr/>
            </p:nvSpPr>
            <p:spPr>
              <a:xfrm>
                <a:off x="362494" y="1407663"/>
                <a:ext cx="7867105" cy="369332"/>
              </a:xfrm>
              <a:prstGeom prst="rect">
                <a:avLst/>
              </a:prstGeom>
              <a:blipFill>
                <a:blip r:embed="rId2"/>
                <a:stretch>
                  <a:fillRect l="-484" t="-6452" b="-22581"/>
                </a:stretch>
              </a:blipFill>
            </p:spPr>
            <p:txBody>
              <a:bodyPr/>
              <a:lstStyle/>
              <a:p>
                <a:r>
                  <a:rPr lang="de-DE">
                    <a:noFill/>
                  </a:rPr>
                  <a:t> </a:t>
                </a:r>
              </a:p>
            </p:txBody>
          </p:sp>
        </mc:Fallback>
      </mc:AlternateContent>
      <p:pic>
        <p:nvPicPr>
          <p:cNvPr id="6" name="Grafik 5">
            <a:extLst>
              <a:ext uri="{FF2B5EF4-FFF2-40B4-BE49-F238E27FC236}">
                <a16:creationId xmlns:a16="http://schemas.microsoft.com/office/drawing/2014/main" id="{F1A2A783-1D8C-3EB6-D3B7-57FC379A128B}"/>
              </a:ext>
            </a:extLst>
          </p:cNvPr>
          <p:cNvPicPr>
            <a:picLocks noChangeAspect="1"/>
          </p:cNvPicPr>
          <p:nvPr/>
        </p:nvPicPr>
        <p:blipFill>
          <a:blip r:embed="rId3"/>
          <a:stretch>
            <a:fillRect/>
          </a:stretch>
        </p:blipFill>
        <p:spPr>
          <a:xfrm>
            <a:off x="458362" y="2376584"/>
            <a:ext cx="3437574" cy="2845944"/>
          </a:xfrm>
          <a:prstGeom prst="rect">
            <a:avLst/>
          </a:prstGeom>
        </p:spPr>
      </p:pic>
      <p:pic>
        <p:nvPicPr>
          <p:cNvPr id="8" name="Grafik 7">
            <a:extLst>
              <a:ext uri="{FF2B5EF4-FFF2-40B4-BE49-F238E27FC236}">
                <a16:creationId xmlns:a16="http://schemas.microsoft.com/office/drawing/2014/main" id="{C88E8D45-FD85-05F4-20A4-1B637DCEACFC}"/>
              </a:ext>
            </a:extLst>
          </p:cNvPr>
          <p:cNvPicPr>
            <a:picLocks noChangeAspect="1"/>
          </p:cNvPicPr>
          <p:nvPr/>
        </p:nvPicPr>
        <p:blipFill>
          <a:blip r:embed="rId4"/>
          <a:stretch>
            <a:fillRect/>
          </a:stretch>
        </p:blipFill>
        <p:spPr>
          <a:xfrm>
            <a:off x="6635238" y="2232332"/>
            <a:ext cx="2567127" cy="3134448"/>
          </a:xfrm>
          <a:prstGeom prst="rect">
            <a:avLst/>
          </a:prstGeom>
        </p:spPr>
      </p:pic>
      <p:sp>
        <p:nvSpPr>
          <p:cNvPr id="9" name="Pfeil nach unten 8">
            <a:extLst>
              <a:ext uri="{FF2B5EF4-FFF2-40B4-BE49-F238E27FC236}">
                <a16:creationId xmlns:a16="http://schemas.microsoft.com/office/drawing/2014/main" id="{23F59B3E-EB51-5667-E8BC-22ECC6116CDA}"/>
              </a:ext>
            </a:extLst>
          </p:cNvPr>
          <p:cNvSpPr/>
          <p:nvPr/>
        </p:nvSpPr>
        <p:spPr>
          <a:xfrm rot="16200000">
            <a:off x="4872597" y="3488971"/>
            <a:ext cx="538159" cy="830173"/>
          </a:xfrm>
          <a:prstGeom prst="downArrow">
            <a:avLst>
              <a:gd name="adj1" fmla="val 50000"/>
              <a:gd name="adj2" fmla="val 51781"/>
            </a:avLst>
          </a:prstGeom>
          <a:solidFill>
            <a:srgbClr val="CFDD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154730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llipse 4">
            <a:extLst>
              <a:ext uri="{FF2B5EF4-FFF2-40B4-BE49-F238E27FC236}">
                <a16:creationId xmlns:a16="http://schemas.microsoft.com/office/drawing/2014/main" id="{52AF89C1-57C5-DB4D-B81A-0A1C79C521EA}"/>
              </a:ext>
            </a:extLst>
          </p:cNvPr>
          <p:cNvSpPr/>
          <p:nvPr/>
        </p:nvSpPr>
        <p:spPr>
          <a:xfrm>
            <a:off x="843313" y="129289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Ellipse 5">
            <a:extLst>
              <a:ext uri="{FF2B5EF4-FFF2-40B4-BE49-F238E27FC236}">
                <a16:creationId xmlns:a16="http://schemas.microsoft.com/office/drawing/2014/main" id="{0A049B13-40EF-DBE5-542C-CCEB961AE618}"/>
              </a:ext>
            </a:extLst>
          </p:cNvPr>
          <p:cNvSpPr/>
          <p:nvPr/>
        </p:nvSpPr>
        <p:spPr>
          <a:xfrm>
            <a:off x="1189823" y="129289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Ellipse 6">
            <a:extLst>
              <a:ext uri="{FF2B5EF4-FFF2-40B4-BE49-F238E27FC236}">
                <a16:creationId xmlns:a16="http://schemas.microsoft.com/office/drawing/2014/main" id="{6AF8D6A5-F993-80AA-ED32-B1790081EA9A}"/>
              </a:ext>
            </a:extLst>
          </p:cNvPr>
          <p:cNvSpPr/>
          <p:nvPr/>
        </p:nvSpPr>
        <p:spPr>
          <a:xfrm>
            <a:off x="1536333" y="129289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Ellipse 7">
            <a:extLst>
              <a:ext uri="{FF2B5EF4-FFF2-40B4-BE49-F238E27FC236}">
                <a16:creationId xmlns:a16="http://schemas.microsoft.com/office/drawing/2014/main" id="{14FAD74D-4C13-0326-51F1-242615AAE487}"/>
              </a:ext>
            </a:extLst>
          </p:cNvPr>
          <p:cNvSpPr/>
          <p:nvPr/>
        </p:nvSpPr>
        <p:spPr>
          <a:xfrm>
            <a:off x="1882843" y="129289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Ellipse 8">
            <a:extLst>
              <a:ext uri="{FF2B5EF4-FFF2-40B4-BE49-F238E27FC236}">
                <a16:creationId xmlns:a16="http://schemas.microsoft.com/office/drawing/2014/main" id="{716ADADE-E9FD-8BB6-B0AE-B15276E99363}"/>
              </a:ext>
            </a:extLst>
          </p:cNvPr>
          <p:cNvSpPr/>
          <p:nvPr/>
        </p:nvSpPr>
        <p:spPr>
          <a:xfrm>
            <a:off x="2229353" y="129289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Ellipse 9">
            <a:extLst>
              <a:ext uri="{FF2B5EF4-FFF2-40B4-BE49-F238E27FC236}">
                <a16:creationId xmlns:a16="http://schemas.microsoft.com/office/drawing/2014/main" id="{A17C27AA-CC2A-4CA4-B5FE-3FE0A54C1BB7}"/>
              </a:ext>
            </a:extLst>
          </p:cNvPr>
          <p:cNvSpPr/>
          <p:nvPr/>
        </p:nvSpPr>
        <p:spPr>
          <a:xfrm>
            <a:off x="2575863" y="129289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Ellipse 10">
            <a:extLst>
              <a:ext uri="{FF2B5EF4-FFF2-40B4-BE49-F238E27FC236}">
                <a16:creationId xmlns:a16="http://schemas.microsoft.com/office/drawing/2014/main" id="{78AEF2DD-D997-06F8-32C5-668C0463B1DC}"/>
              </a:ext>
            </a:extLst>
          </p:cNvPr>
          <p:cNvSpPr/>
          <p:nvPr/>
        </p:nvSpPr>
        <p:spPr>
          <a:xfrm>
            <a:off x="2922373" y="1292893"/>
            <a:ext cx="346510" cy="3465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Ellipse 11">
            <a:extLst>
              <a:ext uri="{FF2B5EF4-FFF2-40B4-BE49-F238E27FC236}">
                <a16:creationId xmlns:a16="http://schemas.microsoft.com/office/drawing/2014/main" id="{17E0A016-261B-238D-71ED-3506D6349CB1}"/>
              </a:ext>
            </a:extLst>
          </p:cNvPr>
          <p:cNvSpPr/>
          <p:nvPr/>
        </p:nvSpPr>
        <p:spPr>
          <a:xfrm>
            <a:off x="3268883" y="1292893"/>
            <a:ext cx="346510" cy="3465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Ellipse 16">
            <a:extLst>
              <a:ext uri="{FF2B5EF4-FFF2-40B4-BE49-F238E27FC236}">
                <a16:creationId xmlns:a16="http://schemas.microsoft.com/office/drawing/2014/main" id="{655130CA-C00A-D156-69BA-7A67D1CB5119}"/>
              </a:ext>
            </a:extLst>
          </p:cNvPr>
          <p:cNvSpPr/>
          <p:nvPr/>
        </p:nvSpPr>
        <p:spPr>
          <a:xfrm>
            <a:off x="843313" y="163940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Ellipse 17">
            <a:extLst>
              <a:ext uri="{FF2B5EF4-FFF2-40B4-BE49-F238E27FC236}">
                <a16:creationId xmlns:a16="http://schemas.microsoft.com/office/drawing/2014/main" id="{EF57E0D7-6FDD-E587-D10C-33434C6F67D6}"/>
              </a:ext>
            </a:extLst>
          </p:cNvPr>
          <p:cNvSpPr/>
          <p:nvPr/>
        </p:nvSpPr>
        <p:spPr>
          <a:xfrm>
            <a:off x="1189823" y="163940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Ellipse 18">
            <a:extLst>
              <a:ext uri="{FF2B5EF4-FFF2-40B4-BE49-F238E27FC236}">
                <a16:creationId xmlns:a16="http://schemas.microsoft.com/office/drawing/2014/main" id="{0FAD6A06-1067-8F60-4784-27DD5DD6C977}"/>
              </a:ext>
            </a:extLst>
          </p:cNvPr>
          <p:cNvSpPr/>
          <p:nvPr/>
        </p:nvSpPr>
        <p:spPr>
          <a:xfrm>
            <a:off x="1536333" y="163940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Ellipse 19">
            <a:extLst>
              <a:ext uri="{FF2B5EF4-FFF2-40B4-BE49-F238E27FC236}">
                <a16:creationId xmlns:a16="http://schemas.microsoft.com/office/drawing/2014/main" id="{D7A45B30-626B-0A1A-DB86-307395927C6A}"/>
              </a:ext>
            </a:extLst>
          </p:cNvPr>
          <p:cNvSpPr/>
          <p:nvPr/>
        </p:nvSpPr>
        <p:spPr>
          <a:xfrm>
            <a:off x="1882843" y="163940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Ellipse 20">
            <a:extLst>
              <a:ext uri="{FF2B5EF4-FFF2-40B4-BE49-F238E27FC236}">
                <a16:creationId xmlns:a16="http://schemas.microsoft.com/office/drawing/2014/main" id="{8B64F045-7899-C193-5E1D-22850E90B6DB}"/>
              </a:ext>
            </a:extLst>
          </p:cNvPr>
          <p:cNvSpPr/>
          <p:nvPr/>
        </p:nvSpPr>
        <p:spPr>
          <a:xfrm>
            <a:off x="2229353" y="163940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Ellipse 21">
            <a:extLst>
              <a:ext uri="{FF2B5EF4-FFF2-40B4-BE49-F238E27FC236}">
                <a16:creationId xmlns:a16="http://schemas.microsoft.com/office/drawing/2014/main" id="{FCDE8659-59A2-54B9-136F-77839D747194}"/>
              </a:ext>
            </a:extLst>
          </p:cNvPr>
          <p:cNvSpPr/>
          <p:nvPr/>
        </p:nvSpPr>
        <p:spPr>
          <a:xfrm>
            <a:off x="2575863" y="163940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3" name="Ellipse 22">
            <a:extLst>
              <a:ext uri="{FF2B5EF4-FFF2-40B4-BE49-F238E27FC236}">
                <a16:creationId xmlns:a16="http://schemas.microsoft.com/office/drawing/2014/main" id="{7A160F9A-4E3E-779E-FD28-38EE02C1DA0C}"/>
              </a:ext>
            </a:extLst>
          </p:cNvPr>
          <p:cNvSpPr/>
          <p:nvPr/>
        </p:nvSpPr>
        <p:spPr>
          <a:xfrm>
            <a:off x="2922373" y="1639403"/>
            <a:ext cx="346510" cy="3465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Ellipse 23">
            <a:extLst>
              <a:ext uri="{FF2B5EF4-FFF2-40B4-BE49-F238E27FC236}">
                <a16:creationId xmlns:a16="http://schemas.microsoft.com/office/drawing/2014/main" id="{831DEA8F-D8AA-0394-EEF6-DA899B240614}"/>
              </a:ext>
            </a:extLst>
          </p:cNvPr>
          <p:cNvSpPr/>
          <p:nvPr/>
        </p:nvSpPr>
        <p:spPr>
          <a:xfrm>
            <a:off x="3268883" y="1639403"/>
            <a:ext cx="346510" cy="3465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9" name="Ellipse 28">
            <a:extLst>
              <a:ext uri="{FF2B5EF4-FFF2-40B4-BE49-F238E27FC236}">
                <a16:creationId xmlns:a16="http://schemas.microsoft.com/office/drawing/2014/main" id="{4A938822-7150-2BAE-6574-AD54EDB7C339}"/>
              </a:ext>
            </a:extLst>
          </p:cNvPr>
          <p:cNvSpPr/>
          <p:nvPr/>
        </p:nvSpPr>
        <p:spPr>
          <a:xfrm>
            <a:off x="843313" y="198591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Ellipse 29">
            <a:extLst>
              <a:ext uri="{FF2B5EF4-FFF2-40B4-BE49-F238E27FC236}">
                <a16:creationId xmlns:a16="http://schemas.microsoft.com/office/drawing/2014/main" id="{D775F2A7-9A5B-0CEB-B766-6B56883F8F1A}"/>
              </a:ext>
            </a:extLst>
          </p:cNvPr>
          <p:cNvSpPr/>
          <p:nvPr/>
        </p:nvSpPr>
        <p:spPr>
          <a:xfrm>
            <a:off x="1189823" y="198591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1" name="Ellipse 30">
            <a:extLst>
              <a:ext uri="{FF2B5EF4-FFF2-40B4-BE49-F238E27FC236}">
                <a16:creationId xmlns:a16="http://schemas.microsoft.com/office/drawing/2014/main" id="{A058FF76-DC5C-DE99-480E-7081E0B875CF}"/>
              </a:ext>
            </a:extLst>
          </p:cNvPr>
          <p:cNvSpPr/>
          <p:nvPr/>
        </p:nvSpPr>
        <p:spPr>
          <a:xfrm>
            <a:off x="1536333" y="198591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2" name="Ellipse 31">
            <a:extLst>
              <a:ext uri="{FF2B5EF4-FFF2-40B4-BE49-F238E27FC236}">
                <a16:creationId xmlns:a16="http://schemas.microsoft.com/office/drawing/2014/main" id="{544FA671-105B-1BF6-3C5A-BA6BDBC8B0FD}"/>
              </a:ext>
            </a:extLst>
          </p:cNvPr>
          <p:cNvSpPr/>
          <p:nvPr/>
        </p:nvSpPr>
        <p:spPr>
          <a:xfrm>
            <a:off x="1882843" y="198591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Ellipse 32">
            <a:extLst>
              <a:ext uri="{FF2B5EF4-FFF2-40B4-BE49-F238E27FC236}">
                <a16:creationId xmlns:a16="http://schemas.microsoft.com/office/drawing/2014/main" id="{B880E8E3-D230-77D6-31AE-22B964BB6992}"/>
              </a:ext>
            </a:extLst>
          </p:cNvPr>
          <p:cNvSpPr/>
          <p:nvPr/>
        </p:nvSpPr>
        <p:spPr>
          <a:xfrm>
            <a:off x="2229353" y="198591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Ellipse 33">
            <a:extLst>
              <a:ext uri="{FF2B5EF4-FFF2-40B4-BE49-F238E27FC236}">
                <a16:creationId xmlns:a16="http://schemas.microsoft.com/office/drawing/2014/main" id="{0E0B70E3-79D7-A10B-B6B2-7DDBE23F334C}"/>
              </a:ext>
            </a:extLst>
          </p:cNvPr>
          <p:cNvSpPr/>
          <p:nvPr/>
        </p:nvSpPr>
        <p:spPr>
          <a:xfrm>
            <a:off x="2575863" y="1985913"/>
            <a:ext cx="346510" cy="346510"/>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Ellipse 34">
            <a:extLst>
              <a:ext uri="{FF2B5EF4-FFF2-40B4-BE49-F238E27FC236}">
                <a16:creationId xmlns:a16="http://schemas.microsoft.com/office/drawing/2014/main" id="{6972B7EE-0B30-E324-3E02-2851DB3D673E}"/>
              </a:ext>
            </a:extLst>
          </p:cNvPr>
          <p:cNvSpPr/>
          <p:nvPr/>
        </p:nvSpPr>
        <p:spPr>
          <a:xfrm>
            <a:off x="2922373" y="1985913"/>
            <a:ext cx="346510" cy="3465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Ellipse 35">
            <a:extLst>
              <a:ext uri="{FF2B5EF4-FFF2-40B4-BE49-F238E27FC236}">
                <a16:creationId xmlns:a16="http://schemas.microsoft.com/office/drawing/2014/main" id="{828A8688-E081-8DC9-67A0-2698669E1AFB}"/>
              </a:ext>
            </a:extLst>
          </p:cNvPr>
          <p:cNvSpPr/>
          <p:nvPr/>
        </p:nvSpPr>
        <p:spPr>
          <a:xfrm>
            <a:off x="3268883" y="1985913"/>
            <a:ext cx="346510" cy="346510"/>
          </a:xfrm>
          <a:prstGeom prst="ellipse">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1" name="Ellipse 40">
            <a:extLst>
              <a:ext uri="{FF2B5EF4-FFF2-40B4-BE49-F238E27FC236}">
                <a16:creationId xmlns:a16="http://schemas.microsoft.com/office/drawing/2014/main" id="{B7A90EE1-E487-5FC7-6DC9-FD0632D9262E}"/>
              </a:ext>
            </a:extLst>
          </p:cNvPr>
          <p:cNvSpPr/>
          <p:nvPr/>
        </p:nvSpPr>
        <p:spPr>
          <a:xfrm>
            <a:off x="843313" y="233242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2" name="Ellipse 41">
            <a:extLst>
              <a:ext uri="{FF2B5EF4-FFF2-40B4-BE49-F238E27FC236}">
                <a16:creationId xmlns:a16="http://schemas.microsoft.com/office/drawing/2014/main" id="{12EDF301-8891-1E75-4D9D-2FB6A23604A3}"/>
              </a:ext>
            </a:extLst>
          </p:cNvPr>
          <p:cNvSpPr/>
          <p:nvPr/>
        </p:nvSpPr>
        <p:spPr>
          <a:xfrm>
            <a:off x="1189823" y="233242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3" name="Ellipse 42">
            <a:extLst>
              <a:ext uri="{FF2B5EF4-FFF2-40B4-BE49-F238E27FC236}">
                <a16:creationId xmlns:a16="http://schemas.microsoft.com/office/drawing/2014/main" id="{0B2A5CFB-0CEF-4203-6D93-0B78640588AA}"/>
              </a:ext>
            </a:extLst>
          </p:cNvPr>
          <p:cNvSpPr/>
          <p:nvPr/>
        </p:nvSpPr>
        <p:spPr>
          <a:xfrm>
            <a:off x="1536333" y="233242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4" name="Ellipse 43">
            <a:extLst>
              <a:ext uri="{FF2B5EF4-FFF2-40B4-BE49-F238E27FC236}">
                <a16:creationId xmlns:a16="http://schemas.microsoft.com/office/drawing/2014/main" id="{891C348F-DAB4-D589-76E2-B1BE74E04B7A}"/>
              </a:ext>
            </a:extLst>
          </p:cNvPr>
          <p:cNvSpPr/>
          <p:nvPr/>
        </p:nvSpPr>
        <p:spPr>
          <a:xfrm>
            <a:off x="1882843" y="233242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5" name="Ellipse 44">
            <a:extLst>
              <a:ext uri="{FF2B5EF4-FFF2-40B4-BE49-F238E27FC236}">
                <a16:creationId xmlns:a16="http://schemas.microsoft.com/office/drawing/2014/main" id="{81CF414F-4DC3-A1DC-6BBF-CF10BD41B04E}"/>
              </a:ext>
            </a:extLst>
          </p:cNvPr>
          <p:cNvSpPr/>
          <p:nvPr/>
        </p:nvSpPr>
        <p:spPr>
          <a:xfrm>
            <a:off x="2229353" y="233242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6" name="Ellipse 45">
            <a:extLst>
              <a:ext uri="{FF2B5EF4-FFF2-40B4-BE49-F238E27FC236}">
                <a16:creationId xmlns:a16="http://schemas.microsoft.com/office/drawing/2014/main" id="{757E17F0-6FA4-A58E-5712-48DF135FD034}"/>
              </a:ext>
            </a:extLst>
          </p:cNvPr>
          <p:cNvSpPr/>
          <p:nvPr/>
        </p:nvSpPr>
        <p:spPr>
          <a:xfrm>
            <a:off x="2575863" y="233242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7" name="Ellipse 46">
            <a:extLst>
              <a:ext uri="{FF2B5EF4-FFF2-40B4-BE49-F238E27FC236}">
                <a16:creationId xmlns:a16="http://schemas.microsoft.com/office/drawing/2014/main" id="{4FB89967-BC73-318A-D70E-FECEFC97A68E}"/>
              </a:ext>
            </a:extLst>
          </p:cNvPr>
          <p:cNvSpPr/>
          <p:nvPr/>
        </p:nvSpPr>
        <p:spPr>
          <a:xfrm>
            <a:off x="2922373" y="2332423"/>
            <a:ext cx="346510" cy="34651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8" name="Ellipse 47">
            <a:extLst>
              <a:ext uri="{FF2B5EF4-FFF2-40B4-BE49-F238E27FC236}">
                <a16:creationId xmlns:a16="http://schemas.microsoft.com/office/drawing/2014/main" id="{1355A83D-096D-D6BC-5027-58DA24BE429A}"/>
              </a:ext>
            </a:extLst>
          </p:cNvPr>
          <p:cNvSpPr/>
          <p:nvPr/>
        </p:nvSpPr>
        <p:spPr>
          <a:xfrm>
            <a:off x="3268883" y="2332423"/>
            <a:ext cx="346510" cy="34651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3" name="Ellipse 52">
            <a:extLst>
              <a:ext uri="{FF2B5EF4-FFF2-40B4-BE49-F238E27FC236}">
                <a16:creationId xmlns:a16="http://schemas.microsoft.com/office/drawing/2014/main" id="{DCD52D2F-D9BA-2DDC-845E-41122F936AD3}"/>
              </a:ext>
            </a:extLst>
          </p:cNvPr>
          <p:cNvSpPr/>
          <p:nvPr/>
        </p:nvSpPr>
        <p:spPr>
          <a:xfrm>
            <a:off x="843313" y="267893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Ellipse 53">
            <a:extLst>
              <a:ext uri="{FF2B5EF4-FFF2-40B4-BE49-F238E27FC236}">
                <a16:creationId xmlns:a16="http://schemas.microsoft.com/office/drawing/2014/main" id="{6E385A8F-8BB6-D492-EA28-DB5DBB3110E7}"/>
              </a:ext>
            </a:extLst>
          </p:cNvPr>
          <p:cNvSpPr/>
          <p:nvPr/>
        </p:nvSpPr>
        <p:spPr>
          <a:xfrm>
            <a:off x="1189823" y="267893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Ellipse 54">
            <a:extLst>
              <a:ext uri="{FF2B5EF4-FFF2-40B4-BE49-F238E27FC236}">
                <a16:creationId xmlns:a16="http://schemas.microsoft.com/office/drawing/2014/main" id="{CB7D9D7B-06F5-CB0A-25E1-5751815B4567}"/>
              </a:ext>
            </a:extLst>
          </p:cNvPr>
          <p:cNvSpPr/>
          <p:nvPr/>
        </p:nvSpPr>
        <p:spPr>
          <a:xfrm>
            <a:off x="1536333" y="267893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Ellipse 55">
            <a:extLst>
              <a:ext uri="{FF2B5EF4-FFF2-40B4-BE49-F238E27FC236}">
                <a16:creationId xmlns:a16="http://schemas.microsoft.com/office/drawing/2014/main" id="{A6CCAA3B-21BC-C846-5D98-78E0D4BB9F63}"/>
              </a:ext>
            </a:extLst>
          </p:cNvPr>
          <p:cNvSpPr/>
          <p:nvPr/>
        </p:nvSpPr>
        <p:spPr>
          <a:xfrm>
            <a:off x="1882843" y="267893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Ellipse 56">
            <a:extLst>
              <a:ext uri="{FF2B5EF4-FFF2-40B4-BE49-F238E27FC236}">
                <a16:creationId xmlns:a16="http://schemas.microsoft.com/office/drawing/2014/main" id="{C3A10B29-5C33-7328-3C96-FEDDCCCE2B11}"/>
              </a:ext>
            </a:extLst>
          </p:cNvPr>
          <p:cNvSpPr/>
          <p:nvPr/>
        </p:nvSpPr>
        <p:spPr>
          <a:xfrm>
            <a:off x="2229353" y="267893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Ellipse 57">
            <a:extLst>
              <a:ext uri="{FF2B5EF4-FFF2-40B4-BE49-F238E27FC236}">
                <a16:creationId xmlns:a16="http://schemas.microsoft.com/office/drawing/2014/main" id="{2439326E-3C55-227C-D0AB-93225184E5EE}"/>
              </a:ext>
            </a:extLst>
          </p:cNvPr>
          <p:cNvSpPr/>
          <p:nvPr/>
        </p:nvSpPr>
        <p:spPr>
          <a:xfrm>
            <a:off x="2575863" y="2678933"/>
            <a:ext cx="346510" cy="346510"/>
          </a:xfrm>
          <a:prstGeom prst="ellipse">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Ellipse 58">
            <a:extLst>
              <a:ext uri="{FF2B5EF4-FFF2-40B4-BE49-F238E27FC236}">
                <a16:creationId xmlns:a16="http://schemas.microsoft.com/office/drawing/2014/main" id="{0A5C5FAB-84F3-7E28-B2E4-75964E0A7F31}"/>
              </a:ext>
            </a:extLst>
          </p:cNvPr>
          <p:cNvSpPr/>
          <p:nvPr/>
        </p:nvSpPr>
        <p:spPr>
          <a:xfrm>
            <a:off x="2922373" y="2678933"/>
            <a:ext cx="346510" cy="34651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Ellipse 59">
            <a:extLst>
              <a:ext uri="{FF2B5EF4-FFF2-40B4-BE49-F238E27FC236}">
                <a16:creationId xmlns:a16="http://schemas.microsoft.com/office/drawing/2014/main" id="{CD289E5E-225C-2E06-ED29-8842B49567B1}"/>
              </a:ext>
            </a:extLst>
          </p:cNvPr>
          <p:cNvSpPr/>
          <p:nvPr/>
        </p:nvSpPr>
        <p:spPr>
          <a:xfrm>
            <a:off x="3268883" y="2678933"/>
            <a:ext cx="346510" cy="346510"/>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805452861"/>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826</Words>
  <Application>Microsoft Office PowerPoint</Application>
  <PresentationFormat>Breitbild</PresentationFormat>
  <Paragraphs>95</Paragraphs>
  <Slides>17</Slides>
  <Notes>3</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17</vt:i4>
      </vt:variant>
    </vt:vector>
  </HeadingPairs>
  <TitlesOfParts>
    <vt:vector size="23" baseType="lpstr">
      <vt:lpstr>Aptos</vt:lpstr>
      <vt:lpstr>Aptos Display</vt:lpstr>
      <vt:lpstr>Arial</vt:lpstr>
      <vt:lpstr>Be Vietnam</vt:lpstr>
      <vt:lpstr>Cambria Math</vt:lpstr>
      <vt:lpstr>Office</vt:lpstr>
      <vt:lpstr>Anmerkungen zum Distributivfeld</vt:lpstr>
      <vt:lpstr>Allgemeines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Lena 2727</dc:creator>
  <cp:lastModifiedBy>Marcus Röhming</cp:lastModifiedBy>
  <cp:revision>23</cp:revision>
  <dcterms:created xsi:type="dcterms:W3CDTF">2025-04-29T05:48:40Z</dcterms:created>
  <dcterms:modified xsi:type="dcterms:W3CDTF">2025-06-27T10:05:14Z</dcterms:modified>
</cp:coreProperties>
</file>