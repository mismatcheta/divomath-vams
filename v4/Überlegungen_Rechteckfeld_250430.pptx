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29.png" ContentType="image/png"/>
  <Override PartName="/ppt/media/image28.png" ContentType="image/png"/>
  <Override PartName="/ppt/media/image27.png" ContentType="image/png"/>
  <Override PartName="/ppt/media/image26.png" ContentType="image/png"/>
  <Override PartName="/ppt/media/image25.png" ContentType="image/png"/>
  <Override PartName="/ppt/media/image12.svg" ContentType="image/svg"/>
  <Override PartName="/ppt/media/image24.png" ContentType="image/png"/>
  <Override PartName="/ppt/media/image7.png" ContentType="image/png"/>
  <Override PartName="/ppt/media/image11.png" ContentType="image/png"/>
  <Override PartName="/ppt/media/image34.png" ContentType="image/png"/>
  <Override PartName="/ppt/media/image2.png" ContentType="image/png"/>
  <Override PartName="/ppt/media/image18.png" ContentType="image/png"/>
  <Override PartName="/ppt/media/image9.png" ContentType="image/png"/>
  <Override PartName="/ppt/media/image20.png" ContentType="image/png"/>
  <Override PartName="/ppt/media/image13.png" ContentType="image/png"/>
  <Override PartName="/ppt/media/image36.png" ContentType="image/png"/>
  <Override PartName="/ppt/media/image4.png" ContentType="image/png"/>
  <Override PartName="/ppt/media/image30.png" ContentType="image/png"/>
  <Override PartName="/ppt/media/image31.png" ContentType="image/png"/>
  <Override PartName="/ppt/media/image32.png" ContentType="image/png"/>
  <Override PartName="/ppt/media/image16.png" ContentType="image/png"/>
  <Override PartName="/ppt/media/image8.svg" ContentType="image/svg"/>
  <Override PartName="/ppt/media/image6.png" ContentType="image/png"/>
  <Override PartName="/ppt/media/image15.png" ContentType="image/png"/>
  <Override PartName="/ppt/media/image5.png" ContentType="image/png"/>
  <Override PartName="/ppt/media/image14.png" ContentType="image/png"/>
  <Override PartName="/ppt/media/image35.png" ContentType="image/png"/>
  <Override PartName="/ppt/media/image3.png" ContentType="image/png"/>
  <Override PartName="/ppt/media/image33.png" ContentType="image/png"/>
  <Override PartName="/ppt/media/image1.png" ContentType="image/png"/>
  <Override PartName="/ppt/media/image17.png" ContentType="image/png"/>
  <Override PartName="/ppt/media/image19.png" ContentType="image/png"/>
  <Override PartName="/ppt/media/image21.png" ContentType="image/png"/>
  <Override PartName="/ppt/media/image22.png" ContentType="image/png"/>
  <Override PartName="/ppt/media/image10.svg" ContentType="image/svg"/>
  <Override PartName="/ppt/media/image23.png" ContentType="image/png"/>
  <Override PartName="/ppt/slides/_rels/slide5.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24.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notesSlides/_rels/notesSlide20.xml.rels" ContentType="application/vnd.openxmlformats-package.relationships+xml"/>
  <Override PartName="/ppt/notesSlides/_rels/notesSlide14.xml.rels" ContentType="application/vnd.openxmlformats-package.relationships+xml"/>
  <Override PartName="/ppt/notesSlides/_rels/notesSlide12.xml.rels" ContentType="application/vnd.openxmlformats-package.relationships+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20.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1" r:id="rId3"/>
    <p:sldMasterId id="2147483653" r:id="rId4"/>
    <p:sldMasterId id="2147483655" r:id="rId5"/>
    <p:sldMasterId id="2147483658" r:id="rId6"/>
    <p:sldMasterId id="2147483660" r:id="rId7"/>
    <p:sldMasterId id="2147483662" r:id="rId8"/>
    <p:sldMasterId id="2147483664" r:id="rId9"/>
    <p:sldMasterId id="2147483666" r:id="rId10"/>
    <p:sldMasterId id="2147483668" r:id="rId11"/>
    <p:sldMasterId id="2147483669"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de-DE" sz="1800" strike="noStrike" u="none">
                <a:solidFill>
                  <a:schemeClr val="dk1"/>
                </a:solidFill>
                <a:effectLst/>
                <a:uFillTx/>
                <a:latin typeface="Aptos"/>
              </a:rPr>
              <a:t>Folie mittels Klicken verschieben</a:t>
            </a:r>
            <a:endParaRPr b="0" lang="de-DE" sz="1800" strike="noStrike" u="none">
              <a:solidFill>
                <a:schemeClr val="dk1"/>
              </a:solidFill>
              <a:effectLst/>
              <a:uFillTx/>
              <a:latin typeface="Aptos"/>
            </a:endParaRPr>
          </a:p>
        </p:txBody>
      </p:sp>
      <p:sp>
        <p:nvSpPr>
          <p:cNvPr id="7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de-DE" sz="2000" strike="noStrike" u="none">
                <a:solidFill>
                  <a:srgbClr val="000000"/>
                </a:solidFill>
                <a:effectLst/>
                <a:uFillTx/>
                <a:latin typeface="Arial"/>
              </a:rPr>
              <a:t>Format der Notizen mittels Klicken bearbeiten</a:t>
            </a:r>
            <a:endParaRPr b="0" lang="de-DE" sz="2000" strike="noStrike" u="none">
              <a:solidFill>
                <a:srgbClr val="000000"/>
              </a:solidFill>
              <a:effectLst/>
              <a:uFillTx/>
              <a:latin typeface="Arial"/>
            </a:endParaRPr>
          </a:p>
        </p:txBody>
      </p:sp>
      <p:sp>
        <p:nvSpPr>
          <p:cNvPr id="75"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de-DE" sz="1400" strike="noStrike" u="none">
                <a:solidFill>
                  <a:srgbClr val="000000"/>
                </a:solidFill>
                <a:effectLst/>
                <a:uFillTx/>
                <a:latin typeface="Times New Roman"/>
              </a:rPr>
              <a:t>&lt;Kopfzeile&gt;</a:t>
            </a:r>
            <a:endParaRPr b="0" lang="de-DE" sz="1400" strike="noStrike" u="none">
              <a:solidFill>
                <a:srgbClr val="000000"/>
              </a:solidFill>
              <a:effectLst/>
              <a:uFillTx/>
              <a:latin typeface="Times New Roman"/>
            </a:endParaRPr>
          </a:p>
        </p:txBody>
      </p:sp>
      <p:sp>
        <p:nvSpPr>
          <p:cNvPr id="76"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de-DE" sz="1400" strike="noStrike" u="none">
                <a:solidFill>
                  <a:srgbClr val="000000"/>
                </a:solidFill>
                <a:effectLst/>
                <a:uFillTx/>
                <a:latin typeface="Times New Roman"/>
              </a:defRPr>
            </a:lvl1pPr>
          </a:lstStyle>
          <a:p>
            <a:pPr indent="0" algn="r">
              <a:buNone/>
            </a:pPr>
            <a:r>
              <a:rPr b="0" lang="de-DE" sz="1400" strike="noStrike" u="none">
                <a:solidFill>
                  <a:srgbClr val="000000"/>
                </a:solidFill>
                <a:effectLst/>
                <a:uFillTx/>
                <a:latin typeface="Times New Roman"/>
              </a:rPr>
              <a:t>&lt;Datum/Uhrzeit&gt;</a:t>
            </a:r>
            <a:endParaRPr b="0" lang="de-DE" sz="1400" strike="noStrike" u="none">
              <a:solidFill>
                <a:srgbClr val="000000"/>
              </a:solidFill>
              <a:effectLst/>
              <a:uFillTx/>
              <a:latin typeface="Times New Roman"/>
            </a:endParaRPr>
          </a:p>
        </p:txBody>
      </p:sp>
      <p:sp>
        <p:nvSpPr>
          <p:cNvPr id="77"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de-DE" sz="1400" strike="noStrike" u="none">
                <a:solidFill>
                  <a:srgbClr val="000000"/>
                </a:solidFill>
                <a:effectLst/>
                <a:uFillTx/>
                <a:latin typeface="Times New Roman"/>
              </a:defRPr>
            </a:lvl1pPr>
          </a:lstStyle>
          <a:p>
            <a:pPr indent="0">
              <a:buNone/>
            </a:pPr>
            <a:r>
              <a:rPr b="0" lang="de-DE" sz="1400" strike="noStrike" u="none">
                <a:solidFill>
                  <a:srgbClr val="000000"/>
                </a:solidFill>
                <a:effectLst/>
                <a:uFillTx/>
                <a:latin typeface="Times New Roman"/>
              </a:rPr>
              <a:t>&lt;Fußzeile&gt;</a:t>
            </a:r>
            <a:endParaRPr b="0" lang="de-DE" sz="1400" strike="noStrike" u="none">
              <a:solidFill>
                <a:srgbClr val="000000"/>
              </a:solidFill>
              <a:effectLst/>
              <a:uFillTx/>
              <a:latin typeface="Times New Roman"/>
            </a:endParaRPr>
          </a:p>
        </p:txBody>
      </p:sp>
      <p:sp>
        <p:nvSpPr>
          <p:cNvPr id="78"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de-DE" sz="1400" strike="noStrike" u="none">
                <a:solidFill>
                  <a:srgbClr val="000000"/>
                </a:solidFill>
                <a:effectLst/>
                <a:uFillTx/>
                <a:latin typeface="Times New Roman"/>
              </a:defRPr>
            </a:lvl1pPr>
          </a:lstStyle>
          <a:p>
            <a:pPr indent="0" algn="r">
              <a:buNone/>
            </a:pPr>
            <a:fld id="{AA107EEA-82D9-40A3-AA2E-3A51C521D9E1}" type="slidenum">
              <a:rPr b="0" lang="de-DE" sz="1400" strike="noStrike" u="none">
                <a:solidFill>
                  <a:srgbClr val="000000"/>
                </a:solidFill>
                <a:effectLst/>
                <a:uFillTx/>
                <a:latin typeface="Times New Roman"/>
              </a:rPr>
              <a:t>&lt;Foliennummer&gt;</a:t>
            </a:fld>
            <a:endParaRPr b="0" lang="de-DE"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sldImg"/>
          </p:nvPr>
        </p:nvSpPr>
        <p:spPr>
          <a:xfrm>
            <a:off x="685800" y="1143000"/>
            <a:ext cx="5486040" cy="3085920"/>
          </a:xfrm>
          <a:prstGeom prst="rect">
            <a:avLst/>
          </a:prstGeom>
          <a:ln w="0">
            <a:noFill/>
          </a:ln>
        </p:spPr>
      </p:sp>
      <p:sp>
        <p:nvSpPr>
          <p:cNvPr id="35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de-DE" sz="1800" strike="noStrike" u="none">
              <a:solidFill>
                <a:srgbClr val="000000"/>
              </a:solidFill>
              <a:effectLst/>
              <a:uFillTx/>
              <a:latin typeface="Arial"/>
            </a:endParaRPr>
          </a:p>
        </p:txBody>
      </p:sp>
      <p:sp>
        <p:nvSpPr>
          <p:cNvPr id="351" name="PlaceHolder 3"/>
          <p:cNvSpPr>
            <a:spLocks noGrp="1"/>
          </p:cNvSpPr>
          <p:nvPr>
            <p:ph type="sldNum" idx="3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de-DE" sz="1200" strike="noStrike" u="none">
                <a:solidFill>
                  <a:srgbClr val="000000"/>
                </a:solidFill>
                <a:effectLst/>
                <a:uFillTx/>
                <a:latin typeface="Times New Roman"/>
              </a:defRPr>
            </a:lvl1pPr>
          </a:lstStyle>
          <a:p>
            <a:pPr indent="0" algn="r">
              <a:lnSpc>
                <a:spcPct val="100000"/>
              </a:lnSpc>
              <a:buNone/>
            </a:pPr>
            <a:fld id="{60299147-407B-4CAC-BB07-6B6AA51B976D}" type="slidenum">
              <a:rPr b="0" lang="de-DE" sz="1200" strike="noStrike" u="none">
                <a:solidFill>
                  <a:srgbClr val="000000"/>
                </a:solidFill>
                <a:effectLst/>
                <a:uFillTx/>
                <a:latin typeface="Times New Roman"/>
              </a:rPr>
              <a:t>&lt;Foliennummer&gt;</a:t>
            </a:fld>
            <a:endParaRPr b="0" lang="de-DE" sz="1200" strike="noStrike" u="non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PlaceHolder 1"/>
          <p:cNvSpPr>
            <a:spLocks noGrp="1"/>
          </p:cNvSpPr>
          <p:nvPr>
            <p:ph type="sldImg"/>
          </p:nvPr>
        </p:nvSpPr>
        <p:spPr>
          <a:xfrm>
            <a:off x="685800" y="1143000"/>
            <a:ext cx="5486040" cy="3085920"/>
          </a:xfrm>
          <a:prstGeom prst="rect">
            <a:avLst/>
          </a:prstGeom>
          <a:ln w="0">
            <a:noFill/>
          </a:ln>
        </p:spPr>
      </p:sp>
      <p:sp>
        <p:nvSpPr>
          <p:cNvPr id="35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de-DE" sz="1800" strike="noStrike" u="none">
              <a:solidFill>
                <a:srgbClr val="000000"/>
              </a:solidFill>
              <a:effectLst/>
              <a:uFillTx/>
              <a:latin typeface="Arial"/>
            </a:endParaRPr>
          </a:p>
        </p:txBody>
      </p:sp>
      <p:sp>
        <p:nvSpPr>
          <p:cNvPr id="354" name="PlaceHolder 3"/>
          <p:cNvSpPr>
            <a:spLocks noGrp="1"/>
          </p:cNvSpPr>
          <p:nvPr>
            <p:ph type="sldNum" idx="38"/>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de-DE" sz="1200" strike="noStrike" u="none">
                <a:solidFill>
                  <a:srgbClr val="000000"/>
                </a:solidFill>
                <a:effectLst/>
                <a:uFillTx/>
                <a:latin typeface="Times New Roman"/>
              </a:defRPr>
            </a:lvl1pPr>
          </a:lstStyle>
          <a:p>
            <a:pPr indent="0" algn="r">
              <a:lnSpc>
                <a:spcPct val="100000"/>
              </a:lnSpc>
              <a:buNone/>
            </a:pPr>
            <a:fld id="{E497B201-AF4B-4D26-8571-4A667422841B}" type="slidenum">
              <a:rPr b="0" lang="de-DE" sz="1200" strike="noStrike" u="none">
                <a:solidFill>
                  <a:srgbClr val="000000"/>
                </a:solidFill>
                <a:effectLst/>
                <a:uFillTx/>
                <a:latin typeface="Times New Roman"/>
              </a:rPr>
              <a:t>&lt;Foliennummer&gt;</a:t>
            </a:fld>
            <a:endParaRPr b="0" lang="de-DE" sz="1200" strike="noStrike" u="non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PlaceHolder 1"/>
          <p:cNvSpPr>
            <a:spLocks noGrp="1"/>
          </p:cNvSpPr>
          <p:nvPr>
            <p:ph type="sldImg"/>
          </p:nvPr>
        </p:nvSpPr>
        <p:spPr>
          <a:xfrm>
            <a:off x="685800" y="1143000"/>
            <a:ext cx="5486040" cy="3085920"/>
          </a:xfrm>
          <a:prstGeom prst="rect">
            <a:avLst/>
          </a:prstGeom>
          <a:ln w="0">
            <a:noFill/>
          </a:ln>
        </p:spPr>
      </p:sp>
      <p:sp>
        <p:nvSpPr>
          <p:cNvPr id="35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de-DE" sz="1800" strike="noStrike" u="none">
              <a:solidFill>
                <a:srgbClr val="000000"/>
              </a:solidFill>
              <a:effectLst/>
              <a:uFillTx/>
              <a:latin typeface="Arial"/>
            </a:endParaRPr>
          </a:p>
        </p:txBody>
      </p:sp>
      <p:sp>
        <p:nvSpPr>
          <p:cNvPr id="357" name="PlaceHolder 3"/>
          <p:cNvSpPr>
            <a:spLocks noGrp="1"/>
          </p:cNvSpPr>
          <p:nvPr>
            <p:ph type="sldNum" idx="3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de-DE" sz="1200" strike="noStrike" u="none">
                <a:solidFill>
                  <a:schemeClr val="dk1"/>
                </a:solidFill>
                <a:effectLst/>
                <a:uFillTx/>
                <a:latin typeface="+mn-lt"/>
                <a:ea typeface="+mn-ea"/>
              </a:defRPr>
            </a:lvl1pPr>
          </a:lstStyle>
          <a:p>
            <a:pPr indent="0" algn="r" defTabSz="914400">
              <a:lnSpc>
                <a:spcPct val="100000"/>
              </a:lnSpc>
              <a:buNone/>
            </a:pPr>
            <a:fld id="{336845C6-17C2-4AFD-8B52-EEED7701CB31}" type="slidenum">
              <a:rPr b="0" lang="de-DE" sz="1200" strike="noStrike" u="none">
                <a:solidFill>
                  <a:schemeClr val="dk1"/>
                </a:solidFill>
                <a:effectLst/>
                <a:uFillTx/>
                <a:latin typeface="+mn-lt"/>
                <a:ea typeface="+mn-ea"/>
              </a:rPr>
              <a:t>&lt;Foliennummer&gt;</a:t>
            </a:fld>
            <a:endParaRPr b="0" lang="de-DE"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9.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elfoli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a:noFill/>
          <a:ln w="0">
            <a:noFill/>
          </a:ln>
        </p:spPr>
        <p:txBody>
          <a:bodyPr lIns="0" rIns="0" tIns="0" bIns="0" anchor="ctr">
            <a:spAutoFit/>
          </a:bodyPr>
          <a:p>
            <a:pPr indent="0">
              <a:buNone/>
            </a:pPr>
            <a:endParaRPr b="0" lang="de-DE" sz="1800" strike="noStrike" u="none">
              <a:solidFill>
                <a:schemeClr val="dk1"/>
              </a:solidFill>
              <a:effectLst/>
              <a:uFillTx/>
              <a:latin typeface="Aptos"/>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358821A7-F2B5-42F1-8E8E-1FE1399614BE}" type="slidenum">
              <a:t>&lt;#&gt;</a:t>
            </a:fld>
          </a:p>
        </p:txBody>
      </p:sp>
      <p:sp>
        <p:nvSpPr>
          <p:cNvPr id="5" name="PlaceHolder 4"/>
          <p:cNvSpPr>
            <a:spLocks noGrp="1"/>
          </p:cNvSpPr>
          <p:nvPr>
            <p:ph type="dt" idx="1"/>
          </p:nvPr>
        </p:nvSpPr>
        <p:spPr/>
        <p:txBody>
          <a:bodyPr/>
          <a:p>
            <a:r>
              <a:rPr lang="de-DE"/>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elfolie">
    <p:spTree>
      <p:nvGrpSpPr>
        <p:cNvPr id="1" name=""/>
        <p:cNvGrpSpPr/>
        <p:nvPr/>
      </p:nvGrpSpPr>
      <p:grpSpPr>
        <a:xfrm>
          <a:off x="0" y="0"/>
          <a:ext cx="0" cy="0"/>
          <a:chOff x="0" y="0"/>
          <a:chExt cx="0" cy="0"/>
        </a:xfrm>
      </p:grpSpPr>
      <p:sp>
        <p:nvSpPr>
          <p:cNvPr id="6" name="PlaceHolder 1"/>
          <p:cNvSpPr>
            <a:spLocks noGrp="1"/>
          </p:cNvSpPr>
          <p:nvPr>
            <p:ph type="title"/>
          </p:nvPr>
        </p:nvSpPr>
        <p:spPr>
          <a:xfrm>
            <a:off x="838080" y="365040"/>
            <a:ext cx="10515240" cy="1325160"/>
          </a:xfrm>
          <a:prstGeom prst="rect">
            <a:avLst/>
          </a:prstGeom>
          <a:noFill/>
          <a:ln w="0">
            <a:noFill/>
          </a:ln>
        </p:spPr>
        <p:txBody>
          <a:bodyPr lIns="0" rIns="0" tIns="0" bIns="0" anchor="ctr">
            <a:spAutoFit/>
          </a:bodyPr>
          <a:p>
            <a:pPr indent="0">
              <a:buNone/>
            </a:pPr>
            <a:endParaRPr b="0" lang="de-DE" sz="1800" strike="noStrike" u="none">
              <a:solidFill>
                <a:schemeClr val="dk1"/>
              </a:solidFill>
              <a:effectLst/>
              <a:uFillTx/>
              <a:latin typeface="Aptos"/>
            </a:endParaRPr>
          </a:p>
        </p:txBody>
      </p:sp>
      <p:sp>
        <p:nvSpPr>
          <p:cNvPr id="7" name="PlaceHolder 2"/>
          <p:cNvSpPr>
            <a:spLocks noGrp="1"/>
          </p:cNvSpPr>
          <p:nvPr>
            <p:ph type="subTitle"/>
          </p:nvPr>
        </p:nvSpPr>
        <p:spPr>
          <a:xfrm>
            <a:off x="609480" y="1604520"/>
            <a:ext cx="10972440" cy="3977280"/>
          </a:xfrm>
          <a:prstGeom prst="rect">
            <a:avLst/>
          </a:prstGeom>
          <a:noFill/>
          <a:ln w="0">
            <a:noFill/>
          </a:ln>
        </p:spPr>
        <p:txBody>
          <a:bodyPr lIns="0" rIns="0" tIns="0" bIns="0" anchor="ctr">
            <a:spAutoFit/>
          </a:bodyPr>
          <a:p>
            <a:pPr indent="0" algn="ctr">
              <a:buNone/>
            </a:pPr>
            <a:endParaRPr b="0" lang="de-DE" sz="3200" strike="noStrike" u="none">
              <a:solidFill>
                <a:srgbClr val="000000"/>
              </a:solidFill>
              <a:effectLst/>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089C4014-4C55-4F32-AA08-187A26578385}" type="slidenum">
              <a:t>&lt;#&gt;</a:t>
            </a:fld>
          </a:p>
        </p:txBody>
      </p:sp>
      <p:sp>
        <p:nvSpPr>
          <p:cNvPr id="6" name="PlaceHolder 5"/>
          <p:cNvSpPr>
            <a:spLocks noGrp="1"/>
          </p:cNvSpPr>
          <p:nvPr>
            <p:ph type="dt" idx="1"/>
          </p:nvPr>
        </p:nvSpPr>
        <p:spPr/>
        <p:txBody>
          <a:bodyPr/>
          <a:p>
            <a:r>
              <a:rPr lang="de-DE"/>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el und vertikaler Text">
    <p:spTree>
      <p:nvGrpSpPr>
        <p:cNvPr id="1" name=""/>
        <p:cNvGrpSpPr/>
        <p:nvPr/>
      </p:nvGrpSpPr>
      <p:grpSpPr>
        <a:xfrm>
          <a:off x="0" y="0"/>
          <a:ext cx="0" cy="0"/>
          <a:chOff x="0" y="0"/>
          <a:chExt cx="0" cy="0"/>
        </a:xfrm>
      </p:grpSpPr>
      <p:sp>
        <p:nvSpPr>
          <p:cNvPr id="13" name="PlaceHolder 1"/>
          <p:cNvSpPr>
            <a:spLocks noGrp="1"/>
          </p:cNvSpPr>
          <p:nvPr>
            <p:ph type="title"/>
          </p:nvPr>
        </p:nvSpPr>
        <p:spPr>
          <a:xfrm>
            <a:off x="838080" y="365040"/>
            <a:ext cx="10515240" cy="1325160"/>
          </a:xfrm>
          <a:prstGeom prst="rect">
            <a:avLst/>
          </a:prstGeom>
          <a:noFill/>
          <a:ln w="0">
            <a:noFill/>
          </a:ln>
        </p:spPr>
        <p:txBody>
          <a:bodyPr lIns="0" rIns="0" tIns="0" bIns="0" anchor="ctr">
            <a:spAutoFit/>
          </a:bodyPr>
          <a:p>
            <a:pPr indent="0">
              <a:buNone/>
            </a:pPr>
            <a:endParaRPr b="0" lang="de-DE" sz="1800" strike="noStrike" u="none">
              <a:solidFill>
                <a:schemeClr val="dk1"/>
              </a:solidFill>
              <a:effectLst/>
              <a:uFillTx/>
              <a:latin typeface="Aptos"/>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812AA876-7DC9-491A-A0D9-E42CAC4B7821}" type="slidenum">
              <a:t>&lt;#&gt;</a:t>
            </a:fld>
          </a:p>
        </p:txBody>
      </p:sp>
      <p:sp>
        <p:nvSpPr>
          <p:cNvPr id="5" name="PlaceHolder 4"/>
          <p:cNvSpPr>
            <a:spLocks noGrp="1"/>
          </p:cNvSpPr>
          <p:nvPr>
            <p:ph type="dt" idx="4"/>
          </p:nvPr>
        </p:nvSpPr>
        <p:spPr/>
        <p:txBody>
          <a:bodyPr/>
          <a:p>
            <a:r>
              <a:rPr lang="de-DE"/>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Vertikaler Titel und Text">
    <p:spTree>
      <p:nvGrpSpPr>
        <p:cNvPr id="1" name=""/>
        <p:cNvGrpSpPr/>
        <p:nvPr/>
      </p:nvGrpSpPr>
      <p:grpSpPr>
        <a:xfrm>
          <a:off x="0" y="0"/>
          <a:ext cx="0" cy="0"/>
          <a:chOff x="0" y="0"/>
          <a:chExt cx="0" cy="0"/>
        </a:xfrm>
      </p:grpSpPr>
      <p:sp>
        <p:nvSpPr>
          <p:cNvPr id="19" name="PlaceHolder 1"/>
          <p:cNvSpPr>
            <a:spLocks noGrp="1"/>
          </p:cNvSpPr>
          <p:nvPr>
            <p:ph type="title"/>
          </p:nvPr>
        </p:nvSpPr>
        <p:spPr>
          <a:xfrm>
            <a:off x="838080" y="365040"/>
            <a:ext cx="10515240" cy="1325160"/>
          </a:xfrm>
          <a:prstGeom prst="rect">
            <a:avLst/>
          </a:prstGeom>
          <a:noFill/>
          <a:ln w="0">
            <a:noFill/>
          </a:ln>
        </p:spPr>
        <p:txBody>
          <a:bodyPr lIns="0" rIns="0" tIns="0" bIns="0" anchor="ctr">
            <a:spAutoFit/>
          </a:bodyPr>
          <a:p>
            <a:pPr indent="0">
              <a:buNone/>
            </a:pPr>
            <a:endParaRPr b="0" lang="de-DE" sz="1800" strike="noStrike" u="none">
              <a:solidFill>
                <a:schemeClr val="dk1"/>
              </a:solidFill>
              <a:effectLst/>
              <a:uFillTx/>
              <a:latin typeface="Aptos"/>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43609AC1-E574-4E32-A49F-B8132EA83C28}" type="slidenum">
              <a:t>&lt;#&gt;</a:t>
            </a:fld>
          </a:p>
        </p:txBody>
      </p:sp>
      <p:sp>
        <p:nvSpPr>
          <p:cNvPr id="5" name="PlaceHolder 4"/>
          <p:cNvSpPr>
            <a:spLocks noGrp="1"/>
          </p:cNvSpPr>
          <p:nvPr>
            <p:ph type="dt" idx="7"/>
          </p:nvPr>
        </p:nvSpPr>
        <p:spPr/>
        <p:txBody>
          <a:bodyPr/>
          <a:p>
            <a:r>
              <a:rPr lang="de-DE"/>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el und Inhalt">
    <p:spTree>
      <p:nvGrpSpPr>
        <p:cNvPr id="1" name=""/>
        <p:cNvGrpSpPr/>
        <p:nvPr/>
      </p:nvGrpSpPr>
      <p:grpSpPr>
        <a:xfrm>
          <a:off x="0" y="0"/>
          <a:ext cx="0" cy="0"/>
          <a:chOff x="0" y="0"/>
          <a:chExt cx="0" cy="0"/>
        </a:xfrm>
      </p:grpSpPr>
      <p:sp>
        <p:nvSpPr>
          <p:cNvPr id="25" name="PlaceHolder 1"/>
          <p:cNvSpPr>
            <a:spLocks noGrp="1"/>
          </p:cNvSpPr>
          <p:nvPr>
            <p:ph type="title"/>
          </p:nvPr>
        </p:nvSpPr>
        <p:spPr>
          <a:xfrm>
            <a:off x="838080" y="365040"/>
            <a:ext cx="10515240" cy="1325160"/>
          </a:xfrm>
          <a:prstGeom prst="rect">
            <a:avLst/>
          </a:prstGeom>
          <a:noFill/>
          <a:ln w="0">
            <a:noFill/>
          </a:ln>
        </p:spPr>
        <p:txBody>
          <a:bodyPr lIns="0" rIns="0" tIns="0" bIns="0" anchor="ctr">
            <a:spAutoFit/>
          </a:bodyPr>
          <a:p>
            <a:pPr indent="0">
              <a:buNone/>
            </a:pPr>
            <a:endParaRPr b="0" lang="de-DE" sz="1800" strike="noStrike" u="none">
              <a:solidFill>
                <a:schemeClr val="dk1"/>
              </a:solidFill>
              <a:effectLst/>
              <a:uFillTx/>
              <a:latin typeface="Aptos"/>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5553F3E1-6B63-4C79-B2C9-C06B48A1587F}" type="slidenum">
              <a:t>&lt;#&gt;</a:t>
            </a:fld>
          </a:p>
        </p:txBody>
      </p:sp>
      <p:sp>
        <p:nvSpPr>
          <p:cNvPr id="5" name="PlaceHolder 4"/>
          <p:cNvSpPr>
            <a:spLocks noGrp="1"/>
          </p:cNvSpPr>
          <p:nvPr>
            <p:ph type="dt" idx="10"/>
          </p:nvPr>
        </p:nvSpPr>
        <p:spPr/>
        <p:txBody>
          <a:bodyPr/>
          <a:p>
            <a:r>
              <a:rPr lang="de-DE"/>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el und Inhalt">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a:noFill/>
          <a:ln w="0">
            <a:noFill/>
          </a:ln>
        </p:spPr>
        <p:txBody>
          <a:bodyPr lIns="0" rIns="0" tIns="0" bIns="0" anchor="ctr">
            <a:spAutoFit/>
          </a:bodyPr>
          <a:p>
            <a:pPr indent="0">
              <a:buNone/>
            </a:pPr>
            <a:endParaRPr b="0" lang="de-DE" sz="1800" strike="noStrike" u="none">
              <a:solidFill>
                <a:schemeClr val="dk1"/>
              </a:solidFill>
              <a:effectLst/>
              <a:uFillTx/>
              <a:latin typeface="Aptos"/>
            </a:endParaRPr>
          </a:p>
        </p:txBody>
      </p:sp>
      <p:sp>
        <p:nvSpPr>
          <p:cNvPr id="27"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lnSpc>
                <a:spcPct val="90000"/>
              </a:lnSpc>
              <a:spcBef>
                <a:spcPts val="1417"/>
              </a:spcBef>
              <a:buNone/>
            </a:pPr>
            <a:endParaRPr b="0" lang="de-DE" sz="2800" strike="noStrike" u="none">
              <a:solidFill>
                <a:schemeClr val="dk1"/>
              </a:solidFill>
              <a:effectLst/>
              <a:uFillTx/>
              <a:latin typeface="Aptos"/>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0F3EE3F9-EF17-4445-8345-A672A9981202}" type="slidenum">
              <a:t>&lt;#&gt;</a:t>
            </a:fld>
          </a:p>
        </p:txBody>
      </p:sp>
      <p:sp>
        <p:nvSpPr>
          <p:cNvPr id="6" name="PlaceHolder 5"/>
          <p:cNvSpPr>
            <a:spLocks noGrp="1"/>
          </p:cNvSpPr>
          <p:nvPr>
            <p:ph type="dt" idx="10"/>
          </p:nvPr>
        </p:nvSpPr>
        <p:spPr/>
        <p:txBody>
          <a:bodyPr/>
          <a:p>
            <a:r>
              <a:rPr lang="de-DE"/>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Abschnitts-&#10;überschrift">
    <p:spTree>
      <p:nvGrpSpPr>
        <p:cNvPr id="1" name=""/>
        <p:cNvGrpSpPr/>
        <p:nvPr/>
      </p:nvGrpSpPr>
      <p:grpSpPr>
        <a:xfrm>
          <a:off x="0" y="0"/>
          <a:ext cx="0" cy="0"/>
          <a:chOff x="0" y="0"/>
          <a:chExt cx="0" cy="0"/>
        </a:xfrm>
      </p:grpSpPr>
      <p:sp>
        <p:nvSpPr>
          <p:cNvPr id="33" name="PlaceHolder 1"/>
          <p:cNvSpPr>
            <a:spLocks noGrp="1"/>
          </p:cNvSpPr>
          <p:nvPr>
            <p:ph type="title"/>
          </p:nvPr>
        </p:nvSpPr>
        <p:spPr>
          <a:xfrm>
            <a:off x="838080" y="365040"/>
            <a:ext cx="10515240" cy="1325160"/>
          </a:xfrm>
          <a:prstGeom prst="rect">
            <a:avLst/>
          </a:prstGeom>
          <a:noFill/>
          <a:ln w="0">
            <a:noFill/>
          </a:ln>
        </p:spPr>
        <p:txBody>
          <a:bodyPr lIns="0" rIns="0" tIns="0" bIns="0" anchor="ctr">
            <a:spAutoFit/>
          </a:bodyPr>
          <a:p>
            <a:pPr indent="0">
              <a:buNone/>
            </a:pPr>
            <a:endParaRPr b="0" lang="de-DE" sz="1800" strike="noStrike" u="none">
              <a:solidFill>
                <a:schemeClr val="dk1"/>
              </a:solidFill>
              <a:effectLst/>
              <a:uFillTx/>
              <a:latin typeface="Aptos"/>
            </a:endParaRPr>
          </a:p>
        </p:txBody>
      </p:sp>
      <p:sp>
        <p:nvSpPr>
          <p:cNvPr id="3" name="PlaceHolder 2"/>
          <p:cNvSpPr>
            <a:spLocks noGrp="1"/>
          </p:cNvSpPr>
          <p:nvPr>
            <p:ph type="ftr" idx="14"/>
          </p:nvPr>
        </p:nvSpPr>
        <p:spPr/>
        <p:txBody>
          <a:bodyPr/>
          <a:p>
            <a:r>
              <a:t>Footer</a:t>
            </a:r>
          </a:p>
        </p:txBody>
      </p:sp>
      <p:sp>
        <p:nvSpPr>
          <p:cNvPr id="4" name="PlaceHolder 3"/>
          <p:cNvSpPr>
            <a:spLocks noGrp="1"/>
          </p:cNvSpPr>
          <p:nvPr>
            <p:ph type="sldNum" idx="15"/>
          </p:nvPr>
        </p:nvSpPr>
        <p:spPr/>
        <p:txBody>
          <a:bodyPr/>
          <a:p>
            <a:fld id="{D1AA7AF1-A2FB-4EF0-9D12-DB130A434301}" type="slidenum">
              <a:t>&lt;#&gt;</a:t>
            </a:fld>
          </a:p>
        </p:txBody>
      </p:sp>
      <p:sp>
        <p:nvSpPr>
          <p:cNvPr id="5" name="PlaceHolder 4"/>
          <p:cNvSpPr>
            <a:spLocks noGrp="1"/>
          </p:cNvSpPr>
          <p:nvPr>
            <p:ph type="dt" idx="13"/>
          </p:nvPr>
        </p:nvSpPr>
        <p:spPr/>
        <p:txBody>
          <a:bodyPr/>
          <a:p>
            <a:r>
              <a:rPr lang="de-DE"/>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Zwei Inhalte">
    <p:spTree>
      <p:nvGrpSpPr>
        <p:cNvPr id="1" name=""/>
        <p:cNvGrpSpPr/>
        <p:nvPr/>
      </p:nvGrpSpPr>
      <p:grpSpPr>
        <a:xfrm>
          <a:off x="0" y="0"/>
          <a:ext cx="0" cy="0"/>
          <a:chOff x="0" y="0"/>
          <a:chExt cx="0" cy="0"/>
        </a:xfrm>
      </p:grpSpPr>
      <p:sp>
        <p:nvSpPr>
          <p:cNvPr id="40" name="PlaceHolder 1"/>
          <p:cNvSpPr>
            <a:spLocks noGrp="1"/>
          </p:cNvSpPr>
          <p:nvPr>
            <p:ph type="title"/>
          </p:nvPr>
        </p:nvSpPr>
        <p:spPr>
          <a:xfrm>
            <a:off x="838080" y="365040"/>
            <a:ext cx="10515240" cy="1325160"/>
          </a:xfrm>
          <a:prstGeom prst="rect">
            <a:avLst/>
          </a:prstGeom>
          <a:noFill/>
          <a:ln w="0">
            <a:noFill/>
          </a:ln>
        </p:spPr>
        <p:txBody>
          <a:bodyPr lIns="0" rIns="0" tIns="0" bIns="0" anchor="ctr">
            <a:spAutoFit/>
          </a:bodyPr>
          <a:p>
            <a:pPr indent="0">
              <a:buNone/>
            </a:pPr>
            <a:endParaRPr b="0" lang="de-DE" sz="1800" strike="noStrike" u="none">
              <a:solidFill>
                <a:schemeClr val="dk1"/>
              </a:solidFill>
              <a:effectLst/>
              <a:uFillTx/>
              <a:latin typeface="Aptos"/>
            </a:endParaRPr>
          </a:p>
        </p:txBody>
      </p:sp>
      <p:sp>
        <p:nvSpPr>
          <p:cNvPr id="3" name="PlaceHolder 2"/>
          <p:cNvSpPr>
            <a:spLocks noGrp="1"/>
          </p:cNvSpPr>
          <p:nvPr>
            <p:ph type="ftr" idx="17"/>
          </p:nvPr>
        </p:nvSpPr>
        <p:spPr/>
        <p:txBody>
          <a:bodyPr/>
          <a:p>
            <a:r>
              <a:t>Footer</a:t>
            </a:r>
          </a:p>
        </p:txBody>
      </p:sp>
      <p:sp>
        <p:nvSpPr>
          <p:cNvPr id="4" name="PlaceHolder 3"/>
          <p:cNvSpPr>
            <a:spLocks noGrp="1"/>
          </p:cNvSpPr>
          <p:nvPr>
            <p:ph type="sldNum" idx="18"/>
          </p:nvPr>
        </p:nvSpPr>
        <p:spPr/>
        <p:txBody>
          <a:bodyPr/>
          <a:p>
            <a:fld id="{A066029D-9A1D-4A16-BAC4-D61B64EDF506}" type="slidenum">
              <a:t>&lt;#&gt;</a:t>
            </a:fld>
          </a:p>
        </p:txBody>
      </p:sp>
      <p:sp>
        <p:nvSpPr>
          <p:cNvPr id="5" name="PlaceHolder 4"/>
          <p:cNvSpPr>
            <a:spLocks noGrp="1"/>
          </p:cNvSpPr>
          <p:nvPr>
            <p:ph type="dt" idx="16"/>
          </p:nvPr>
        </p:nvSpPr>
        <p:spPr/>
        <p:txBody>
          <a:bodyPr/>
          <a:p>
            <a:r>
              <a:rPr lang="de-DE"/>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Vergleich">
    <p:spTree>
      <p:nvGrpSpPr>
        <p:cNvPr id="1" name=""/>
        <p:cNvGrpSpPr/>
        <p:nvPr/>
      </p:nvGrpSpPr>
      <p:grpSpPr>
        <a:xfrm>
          <a:off x="0" y="0"/>
          <a:ext cx="0" cy="0"/>
          <a:chOff x="0" y="0"/>
          <a:chExt cx="0" cy="0"/>
        </a:xfrm>
      </p:grpSpPr>
      <p:sp>
        <p:nvSpPr>
          <p:cNvPr id="49" name="PlaceHolder 1"/>
          <p:cNvSpPr>
            <a:spLocks noGrp="1"/>
          </p:cNvSpPr>
          <p:nvPr>
            <p:ph type="title"/>
          </p:nvPr>
        </p:nvSpPr>
        <p:spPr>
          <a:xfrm>
            <a:off x="838080" y="365040"/>
            <a:ext cx="10515240" cy="1325160"/>
          </a:xfrm>
          <a:prstGeom prst="rect">
            <a:avLst/>
          </a:prstGeom>
          <a:noFill/>
          <a:ln w="0">
            <a:noFill/>
          </a:ln>
        </p:spPr>
        <p:txBody>
          <a:bodyPr lIns="0" rIns="0" tIns="0" bIns="0" anchor="ctr">
            <a:spAutoFit/>
          </a:bodyPr>
          <a:p>
            <a:pPr indent="0">
              <a:buNone/>
            </a:pPr>
            <a:endParaRPr b="0" lang="de-DE" sz="1800" strike="noStrike" u="none">
              <a:solidFill>
                <a:schemeClr val="dk1"/>
              </a:solidFill>
              <a:effectLst/>
              <a:uFillTx/>
              <a:latin typeface="Aptos"/>
            </a:endParaRPr>
          </a:p>
        </p:txBody>
      </p:sp>
      <p:sp>
        <p:nvSpPr>
          <p:cNvPr id="3" name="PlaceHolder 2"/>
          <p:cNvSpPr>
            <a:spLocks noGrp="1"/>
          </p:cNvSpPr>
          <p:nvPr>
            <p:ph type="ftr" idx="20"/>
          </p:nvPr>
        </p:nvSpPr>
        <p:spPr/>
        <p:txBody>
          <a:bodyPr/>
          <a:p>
            <a:r>
              <a:t>Footer</a:t>
            </a:r>
          </a:p>
        </p:txBody>
      </p:sp>
      <p:sp>
        <p:nvSpPr>
          <p:cNvPr id="4" name="PlaceHolder 3"/>
          <p:cNvSpPr>
            <a:spLocks noGrp="1"/>
          </p:cNvSpPr>
          <p:nvPr>
            <p:ph type="sldNum" idx="21"/>
          </p:nvPr>
        </p:nvSpPr>
        <p:spPr/>
        <p:txBody>
          <a:bodyPr/>
          <a:p>
            <a:fld id="{59C9BFA6-AA30-406A-9B47-9DB46A3DDEA0}" type="slidenum">
              <a:t>&lt;#&gt;</a:t>
            </a:fld>
          </a:p>
        </p:txBody>
      </p:sp>
      <p:sp>
        <p:nvSpPr>
          <p:cNvPr id="5" name="PlaceHolder 4"/>
          <p:cNvSpPr>
            <a:spLocks noGrp="1"/>
          </p:cNvSpPr>
          <p:nvPr>
            <p:ph type="dt" idx="19"/>
          </p:nvPr>
        </p:nvSpPr>
        <p:spPr/>
        <p:txBody>
          <a:bodyPr/>
          <a:p>
            <a:r>
              <a:rPr lang="de-DE"/>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Nur Titel">
    <p:spTree>
      <p:nvGrpSpPr>
        <p:cNvPr id="1" name=""/>
        <p:cNvGrpSpPr/>
        <p:nvPr/>
      </p:nvGrpSpPr>
      <p:grpSpPr>
        <a:xfrm>
          <a:off x="0" y="0"/>
          <a:ext cx="0" cy="0"/>
          <a:chOff x="0" y="0"/>
          <a:chExt cx="0" cy="0"/>
        </a:xfrm>
      </p:grpSpPr>
      <p:sp>
        <p:nvSpPr>
          <p:cNvPr id="55" name="PlaceHolder 1"/>
          <p:cNvSpPr>
            <a:spLocks noGrp="1"/>
          </p:cNvSpPr>
          <p:nvPr>
            <p:ph type="title"/>
          </p:nvPr>
        </p:nvSpPr>
        <p:spPr>
          <a:xfrm>
            <a:off x="838080" y="365040"/>
            <a:ext cx="10515240" cy="1325160"/>
          </a:xfrm>
          <a:prstGeom prst="rect">
            <a:avLst/>
          </a:prstGeom>
          <a:noFill/>
          <a:ln w="0">
            <a:noFill/>
          </a:ln>
        </p:spPr>
        <p:txBody>
          <a:bodyPr lIns="0" rIns="0" tIns="0" bIns="0" anchor="ctr">
            <a:spAutoFit/>
          </a:bodyPr>
          <a:p>
            <a:pPr indent="0">
              <a:buNone/>
            </a:pPr>
            <a:endParaRPr b="0" lang="de-DE" sz="1800" strike="noStrike" u="none">
              <a:solidFill>
                <a:schemeClr val="dk1"/>
              </a:solidFill>
              <a:effectLst/>
              <a:uFillTx/>
              <a:latin typeface="Aptos"/>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60DFFB18-744A-49AA-A2B7-D9ABB6330C1F}" type="slidenum">
              <a:t>&lt;#&gt;</a:t>
            </a:fld>
          </a:p>
        </p:txBody>
      </p:sp>
      <p:sp>
        <p:nvSpPr>
          <p:cNvPr id="5" name="PlaceHolder 4"/>
          <p:cNvSpPr>
            <a:spLocks noGrp="1"/>
          </p:cNvSpPr>
          <p:nvPr>
            <p:ph type="dt" idx="22"/>
          </p:nvPr>
        </p:nvSpPr>
        <p:spPr/>
        <p:txBody>
          <a:bodyPr/>
          <a:p>
            <a:r>
              <a:rPr lang="de-DE"/>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Leer">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0D89A2F6-895C-4F2A-A01A-D9B647E5D7B8}" type="slidenum">
              <a:t>&lt;#&gt;</a:t>
            </a:fld>
          </a:p>
        </p:txBody>
      </p:sp>
      <p:sp>
        <p:nvSpPr>
          <p:cNvPr id="4" name="PlaceHolder 3"/>
          <p:cNvSpPr>
            <a:spLocks noGrp="1"/>
          </p:cNvSpPr>
          <p:nvPr>
            <p:ph type="dt" idx="25"/>
          </p:nvPr>
        </p:nvSpPr>
        <p:spPr/>
        <p:txBody>
          <a:bodyPr/>
          <a:p>
            <a:r>
              <a:rPr lang="de-DE"/>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3.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4.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5.xml"/><Relationship Id="rId3" Type="http://schemas.openxmlformats.org/officeDocument/2006/relationships/slideLayout" Target="../slideLayouts/slideLayout6.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7.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8.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9.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10.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11.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523880" y="1122480"/>
            <a:ext cx="9143640" cy="2387160"/>
          </a:xfrm>
          <a:prstGeom prst="rect">
            <a:avLst/>
          </a:prstGeom>
          <a:noFill/>
          <a:ln w="0">
            <a:noFill/>
          </a:ln>
        </p:spPr>
        <p:txBody>
          <a:bodyPr lIns="91440" rIns="91440" tIns="45720" bIns="45720" anchor="b">
            <a:noAutofit/>
          </a:bodyPr>
          <a:p>
            <a:pPr indent="0" algn="ctr" defTabSz="914400">
              <a:lnSpc>
                <a:spcPct val="90000"/>
              </a:lnSpc>
              <a:buNone/>
            </a:pPr>
            <a:r>
              <a:rPr b="0" lang="de-DE" sz="6000" strike="noStrike" u="none">
                <a:solidFill>
                  <a:schemeClr val="dk1"/>
                </a:solidFill>
                <a:effectLst/>
                <a:uFillTx/>
                <a:latin typeface="Aptos Display"/>
              </a:rPr>
              <a:t>Mastertitelformat bearbeiten</a:t>
            </a:r>
            <a:endParaRPr b="0" lang="de-DE" sz="6000" strike="noStrike" u="none">
              <a:solidFill>
                <a:schemeClr val="dk1"/>
              </a:solidFill>
              <a:effectLst/>
              <a:uFillTx/>
              <a:latin typeface="Aptos"/>
            </a:endParaRPr>
          </a:p>
        </p:txBody>
      </p:sp>
      <p:sp>
        <p:nvSpPr>
          <p:cNvPr id="1" name="PlaceHolder 2"/>
          <p:cNvSpPr>
            <a:spLocks noGrp="1"/>
          </p:cNvSpPr>
          <p:nvPr>
            <p:ph type="dt" idx="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de-DE" sz="1200" strike="noStrike" u="none">
                <a:solidFill>
                  <a:schemeClr val="dk1">
                    <a:tint val="82000"/>
                  </a:schemeClr>
                </a:solidFill>
                <a:effectLst/>
                <a:uFillTx/>
                <a:latin typeface="Aptos"/>
              </a:defRPr>
            </a:lvl1pPr>
          </a:lstStyle>
          <a:p>
            <a:pPr indent="0" defTabSz="914400">
              <a:lnSpc>
                <a:spcPct val="100000"/>
              </a:lnSpc>
              <a:buNone/>
            </a:pPr>
            <a:r>
              <a:rPr b="0" lang="de-DE" sz="1200" strike="noStrike" u="none">
                <a:solidFill>
                  <a:schemeClr val="dk1">
                    <a:tint val="82000"/>
                  </a:schemeClr>
                </a:solidFill>
                <a:effectLst/>
                <a:uFillTx/>
                <a:latin typeface="Aptos"/>
              </a:rPr>
              <a:t>&lt;Datum/Uhrzeit&gt;</a:t>
            </a:r>
            <a:endParaRPr b="0" lang="de-DE" sz="1200" strike="noStrike" u="none">
              <a:solidFill>
                <a:srgbClr val="000000"/>
              </a:solidFill>
              <a:effectLst/>
              <a:uFillTx/>
              <a:latin typeface="Times New Roman"/>
            </a:endParaRPr>
          </a:p>
        </p:txBody>
      </p:sp>
      <p:sp>
        <p:nvSpPr>
          <p:cNvPr id="2" name="PlaceHolder 3"/>
          <p:cNvSpPr>
            <a:spLocks noGrp="1"/>
          </p:cNvSpPr>
          <p:nvPr>
            <p:ph type="ftr" idx="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de-DE" sz="1400" strike="noStrike" u="none">
                <a:solidFill>
                  <a:srgbClr val="000000"/>
                </a:solidFill>
                <a:effectLst/>
                <a:uFillTx/>
                <a:latin typeface="Times New Roman"/>
              </a:defRPr>
            </a:lvl1pPr>
          </a:lstStyle>
          <a:p>
            <a:pPr indent="0" algn="ctr">
              <a:buNone/>
            </a:pPr>
            <a:r>
              <a:rPr b="0" lang="de-DE" sz="1400" strike="noStrike" u="none">
                <a:solidFill>
                  <a:srgbClr val="000000"/>
                </a:solidFill>
                <a:effectLst/>
                <a:uFillTx/>
                <a:latin typeface="Times New Roman"/>
              </a:rPr>
              <a:t>&lt;Fußzeile&gt;</a:t>
            </a:r>
            <a:endParaRPr b="0" lang="de-DE" sz="1400" strike="noStrike" u="none">
              <a:solidFill>
                <a:srgbClr val="000000"/>
              </a:solidFill>
              <a:effectLst/>
              <a:uFillTx/>
              <a:latin typeface="Times New Roman"/>
            </a:endParaRPr>
          </a:p>
        </p:txBody>
      </p:sp>
      <p:sp>
        <p:nvSpPr>
          <p:cNvPr id="3" name="PlaceHolder 4"/>
          <p:cNvSpPr>
            <a:spLocks noGrp="1"/>
          </p:cNvSpPr>
          <p:nvPr>
            <p:ph type="sldNum" idx="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de-DE" sz="1200" strike="noStrike" u="none">
                <a:solidFill>
                  <a:schemeClr val="dk1">
                    <a:tint val="82000"/>
                  </a:schemeClr>
                </a:solidFill>
                <a:effectLst/>
                <a:uFillTx/>
                <a:latin typeface="Aptos"/>
              </a:defRPr>
            </a:lvl1pPr>
          </a:lstStyle>
          <a:p>
            <a:pPr indent="0" algn="r" defTabSz="914400">
              <a:lnSpc>
                <a:spcPct val="100000"/>
              </a:lnSpc>
              <a:buNone/>
            </a:pPr>
            <a:fld id="{4BAE96FB-4F80-43A6-A916-08A0558B878B}" type="slidenum">
              <a:rPr b="0" lang="de-DE" sz="1200" strike="noStrike" u="none">
                <a:solidFill>
                  <a:schemeClr val="dk1">
                    <a:tint val="82000"/>
                  </a:schemeClr>
                </a:solidFill>
                <a:effectLst/>
                <a:uFillTx/>
                <a:latin typeface="Aptos"/>
              </a:rPr>
              <a:t>&lt;Foliennummer&gt;</a:t>
            </a:fld>
            <a:endParaRPr b="0" lang="de-DE" sz="1200" strike="noStrike" u="none">
              <a:solidFill>
                <a:srgbClr val="000000"/>
              </a:solidFill>
              <a:effectLst/>
              <a:uFillTx/>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de-DE" sz="2800" strike="noStrike" u="none">
                <a:solidFill>
                  <a:schemeClr val="dk1"/>
                </a:solidFill>
                <a:effectLst/>
                <a:uFillTx/>
                <a:latin typeface="Aptos"/>
              </a:rPr>
              <a:t>Format des Gliederungstextes durch Klicken bearbeiten</a:t>
            </a:r>
            <a:endParaRPr b="0" lang="de-DE" sz="2800" strike="noStrike" u="none">
              <a:solidFill>
                <a:schemeClr val="dk1"/>
              </a:solidFill>
              <a:effectLst/>
              <a:uFillTx/>
              <a:latin typeface="Aptos"/>
            </a:endParaRPr>
          </a:p>
          <a:p>
            <a:pPr lvl="1" marL="864000" indent="-324000">
              <a:lnSpc>
                <a:spcPct val="90000"/>
              </a:lnSpc>
              <a:spcBef>
                <a:spcPts val="1134"/>
              </a:spcBef>
              <a:buClr>
                <a:srgbClr val="000000"/>
              </a:buClr>
              <a:buSzPct val="75000"/>
              <a:buFont typeface="Symbol" charset="2"/>
              <a:buChar char=""/>
            </a:pPr>
            <a:r>
              <a:rPr b="0" lang="de-DE" sz="2000" strike="noStrike" u="none">
                <a:solidFill>
                  <a:schemeClr val="dk1"/>
                </a:solidFill>
                <a:effectLst/>
                <a:uFillTx/>
                <a:latin typeface="Aptos"/>
              </a:rPr>
              <a:t>Zweite Gliederungsebene</a:t>
            </a:r>
            <a:endParaRPr b="0" lang="de-DE" sz="2000" strike="noStrike" u="none">
              <a:solidFill>
                <a:schemeClr val="dk1"/>
              </a:solidFill>
              <a:effectLst/>
              <a:uFillTx/>
              <a:latin typeface="Aptos"/>
            </a:endParaRPr>
          </a:p>
          <a:p>
            <a:pPr lvl="2" marL="1296000" indent="-288000">
              <a:lnSpc>
                <a:spcPct val="90000"/>
              </a:lnSpc>
              <a:spcBef>
                <a:spcPts val="850"/>
              </a:spcBef>
              <a:buClr>
                <a:srgbClr val="000000"/>
              </a:buClr>
              <a:buSzPct val="45000"/>
              <a:buFont typeface="Wingdings" charset="2"/>
              <a:buChar char=""/>
            </a:pPr>
            <a:r>
              <a:rPr b="0" lang="de-DE" sz="1800" strike="noStrike" u="none">
                <a:solidFill>
                  <a:schemeClr val="dk1"/>
                </a:solidFill>
                <a:effectLst/>
                <a:uFillTx/>
                <a:latin typeface="Aptos"/>
              </a:rPr>
              <a:t>Dritte Gliederungsebene</a:t>
            </a:r>
            <a:endParaRPr b="0" lang="de-DE" sz="1800" strike="noStrike" u="none">
              <a:solidFill>
                <a:schemeClr val="dk1"/>
              </a:solidFill>
              <a:effectLst/>
              <a:uFillTx/>
              <a:latin typeface="Aptos"/>
            </a:endParaRPr>
          </a:p>
          <a:p>
            <a:pPr lvl="3" marL="1728000" indent="-216000">
              <a:lnSpc>
                <a:spcPct val="90000"/>
              </a:lnSpc>
              <a:spcBef>
                <a:spcPts val="567"/>
              </a:spcBef>
              <a:buClr>
                <a:srgbClr val="000000"/>
              </a:buClr>
              <a:buSzPct val="75000"/>
              <a:buFont typeface="Symbol" charset="2"/>
              <a:buChar char=""/>
            </a:pPr>
            <a:r>
              <a:rPr b="0" lang="de-DE" sz="1800" strike="noStrike" u="none">
                <a:solidFill>
                  <a:schemeClr val="dk1"/>
                </a:solidFill>
                <a:effectLst/>
                <a:uFillTx/>
                <a:latin typeface="Aptos"/>
              </a:rPr>
              <a:t>Vierte Gliederungsebene</a:t>
            </a:r>
            <a:endParaRPr b="0" lang="de-DE" sz="1800" strike="noStrike" u="none">
              <a:solidFill>
                <a:schemeClr val="dk1"/>
              </a:solidFill>
              <a:effectLst/>
              <a:uFillTx/>
              <a:latin typeface="Aptos"/>
            </a:endParaRPr>
          </a:p>
          <a:p>
            <a:pPr lvl="4" marL="2160000" indent="-216000">
              <a:lnSpc>
                <a:spcPct val="90000"/>
              </a:lnSpc>
              <a:spcBef>
                <a:spcPts val="283"/>
              </a:spcBef>
              <a:buClr>
                <a:srgbClr val="000000"/>
              </a:buClr>
              <a:buSzPct val="45000"/>
              <a:buFont typeface="Wingdings" charset="2"/>
              <a:buChar char=""/>
            </a:pPr>
            <a:r>
              <a:rPr b="0" lang="de-DE" sz="2000" strike="noStrike" u="none">
                <a:solidFill>
                  <a:schemeClr val="dk1"/>
                </a:solidFill>
                <a:effectLst/>
                <a:uFillTx/>
                <a:latin typeface="Aptos"/>
              </a:rPr>
              <a:t>Fünfte Gliederungsebene</a:t>
            </a:r>
            <a:endParaRPr b="0" lang="de-DE" sz="2000" strike="noStrike" u="none">
              <a:solidFill>
                <a:schemeClr val="dk1"/>
              </a:solidFill>
              <a:effectLst/>
              <a:uFillTx/>
              <a:latin typeface="Aptos"/>
            </a:endParaRPr>
          </a:p>
          <a:p>
            <a:pPr lvl="5" marL="2592000" indent="-216000">
              <a:lnSpc>
                <a:spcPct val="90000"/>
              </a:lnSpc>
              <a:spcBef>
                <a:spcPts val="283"/>
              </a:spcBef>
              <a:buClr>
                <a:srgbClr val="000000"/>
              </a:buClr>
              <a:buSzPct val="45000"/>
              <a:buFont typeface="Wingdings" charset="2"/>
              <a:buChar char=""/>
            </a:pPr>
            <a:r>
              <a:rPr b="0" lang="de-DE" sz="2000" strike="noStrike" u="none">
                <a:solidFill>
                  <a:schemeClr val="dk1"/>
                </a:solidFill>
                <a:effectLst/>
                <a:uFillTx/>
                <a:latin typeface="Aptos"/>
              </a:rPr>
              <a:t>Sechste Gliederungsebene</a:t>
            </a:r>
            <a:endParaRPr b="0" lang="de-DE" sz="2000" strike="noStrike" u="none">
              <a:solidFill>
                <a:schemeClr val="dk1"/>
              </a:solidFill>
              <a:effectLst/>
              <a:uFillTx/>
              <a:latin typeface="Aptos"/>
            </a:endParaRPr>
          </a:p>
          <a:p>
            <a:pPr lvl="6" marL="3024000" indent="-216000">
              <a:lnSpc>
                <a:spcPct val="90000"/>
              </a:lnSpc>
              <a:spcBef>
                <a:spcPts val="283"/>
              </a:spcBef>
              <a:buClr>
                <a:srgbClr val="000000"/>
              </a:buClr>
              <a:buSzPct val="45000"/>
              <a:buFont typeface="Wingdings" charset="2"/>
              <a:buChar char=""/>
            </a:pPr>
            <a:r>
              <a:rPr b="0" lang="de-DE" sz="2000" strike="noStrike" u="none">
                <a:solidFill>
                  <a:schemeClr val="dk1"/>
                </a:solidFill>
                <a:effectLst/>
                <a:uFillTx/>
                <a:latin typeface="Aptos"/>
              </a:rPr>
              <a:t>Siebte Gliederungsebene</a:t>
            </a:r>
            <a:endParaRPr b="0" lang="de-DE" sz="2000" strike="noStrike" u="none">
              <a:solidFill>
                <a:schemeClr val="dk1"/>
              </a:solidFill>
              <a:effectLst/>
              <a:uFillTx/>
              <a:latin typeface="Aptos"/>
            </a:endParaRP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de-DE" sz="4400" strike="noStrike" u="none">
                <a:solidFill>
                  <a:schemeClr val="dk1"/>
                </a:solidFill>
                <a:effectLst/>
                <a:uFillTx/>
                <a:latin typeface="Aptos Display"/>
              </a:rPr>
              <a:t>Mastertitelformat bearbeiten</a:t>
            </a:r>
            <a:endParaRPr b="0" lang="de-DE" sz="4400" strike="noStrike" u="none">
              <a:solidFill>
                <a:schemeClr val="dk1"/>
              </a:solidFill>
              <a:effectLst/>
              <a:uFillTx/>
              <a:latin typeface="Aptos"/>
            </a:endParaRPr>
          </a:p>
        </p:txBody>
      </p:sp>
      <p:sp>
        <p:nvSpPr>
          <p:cNvPr id="9"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vert="eaVert">
            <a:noAutofit/>
          </a:bodyPr>
          <a:p>
            <a:pPr marL="432000" indent="-324000" defTabSz="914400">
              <a:lnSpc>
                <a:spcPct val="90000"/>
              </a:lnSpc>
              <a:spcBef>
                <a:spcPts val="1001"/>
              </a:spcBef>
              <a:buClr>
                <a:srgbClr val="000000"/>
              </a:buClr>
              <a:buSzPct val="45000"/>
              <a:buFont typeface="Wingdings" charset="2"/>
              <a:buChar char=""/>
            </a:pPr>
            <a:r>
              <a:rPr b="0" lang="de-DE" sz="2800" strike="noStrike" u="none">
                <a:solidFill>
                  <a:schemeClr val="dk1"/>
                </a:solidFill>
                <a:effectLst/>
                <a:uFillTx/>
                <a:latin typeface="Aptos"/>
              </a:rPr>
              <a:t>Mastertextformat bearbeiten</a:t>
            </a:r>
            <a:endParaRPr b="0" lang="de-DE" sz="2800" strike="noStrike" u="none">
              <a:solidFill>
                <a:schemeClr val="dk1"/>
              </a:solidFill>
              <a:effectLst/>
              <a:uFillTx/>
              <a:latin typeface="Aptos"/>
            </a:endParaRPr>
          </a:p>
          <a:p>
            <a:pPr lvl="1" marL="864000" indent="-324000" defTabSz="914400">
              <a:lnSpc>
                <a:spcPct val="90000"/>
              </a:lnSpc>
              <a:spcBef>
                <a:spcPts val="499"/>
              </a:spcBef>
              <a:buClr>
                <a:srgbClr val="000000"/>
              </a:buClr>
              <a:buSzPct val="75000"/>
              <a:buFont typeface="Symbol" charset="2"/>
              <a:buChar char=""/>
            </a:pPr>
            <a:r>
              <a:rPr b="0" lang="de-DE" sz="2400" strike="noStrike" u="none">
                <a:solidFill>
                  <a:schemeClr val="dk1"/>
                </a:solidFill>
                <a:effectLst/>
                <a:uFillTx/>
                <a:latin typeface="Aptos"/>
              </a:rPr>
              <a:t>Zweite Ebene</a:t>
            </a:r>
            <a:endParaRPr b="0" lang="de-DE" sz="2400" strike="noStrike" u="none">
              <a:solidFill>
                <a:schemeClr val="dk1"/>
              </a:solidFill>
              <a:effectLst/>
              <a:uFillTx/>
              <a:latin typeface="Aptos"/>
            </a:endParaRPr>
          </a:p>
          <a:p>
            <a:pPr lvl="2" marL="1296000" indent="-288000" defTabSz="914400">
              <a:lnSpc>
                <a:spcPct val="90000"/>
              </a:lnSpc>
              <a:spcBef>
                <a:spcPts val="499"/>
              </a:spcBef>
              <a:buClr>
                <a:srgbClr val="000000"/>
              </a:buClr>
              <a:buSzPct val="45000"/>
              <a:buFont typeface="Wingdings" charset="2"/>
              <a:buChar char=""/>
            </a:pPr>
            <a:r>
              <a:rPr b="0" lang="de-DE" sz="2000" strike="noStrike" u="none">
                <a:solidFill>
                  <a:schemeClr val="dk1"/>
                </a:solidFill>
                <a:effectLst/>
                <a:uFillTx/>
                <a:latin typeface="Aptos"/>
              </a:rPr>
              <a:t>Dritte Ebene</a:t>
            </a:r>
            <a:endParaRPr b="0" lang="de-DE" sz="2000" strike="noStrike" u="none">
              <a:solidFill>
                <a:schemeClr val="dk1"/>
              </a:solidFill>
              <a:effectLst/>
              <a:uFillTx/>
              <a:latin typeface="Aptos"/>
            </a:endParaRPr>
          </a:p>
          <a:p>
            <a:pPr lvl="3" marL="1728000" indent="-216000" defTabSz="914400">
              <a:lnSpc>
                <a:spcPct val="90000"/>
              </a:lnSpc>
              <a:spcBef>
                <a:spcPts val="499"/>
              </a:spcBef>
              <a:buClr>
                <a:srgbClr val="000000"/>
              </a:buClr>
              <a:buSzPct val="75000"/>
              <a:buFont typeface="Symbol" charset="2"/>
              <a:buChar char=""/>
            </a:pPr>
            <a:r>
              <a:rPr b="0" lang="de-DE" sz="1800" strike="noStrike" u="none">
                <a:solidFill>
                  <a:schemeClr val="dk1"/>
                </a:solidFill>
                <a:effectLst/>
                <a:uFillTx/>
                <a:latin typeface="Aptos"/>
              </a:rPr>
              <a:t>Vierte Ebene</a:t>
            </a:r>
            <a:endParaRPr b="0" lang="de-DE" sz="1800" strike="noStrike" u="none">
              <a:solidFill>
                <a:schemeClr val="dk1"/>
              </a:solidFill>
              <a:effectLst/>
              <a:uFillTx/>
              <a:latin typeface="Aptos"/>
            </a:endParaRPr>
          </a:p>
          <a:p>
            <a:pPr lvl="4" marL="2160000" indent="-216000" defTabSz="914400">
              <a:lnSpc>
                <a:spcPct val="90000"/>
              </a:lnSpc>
              <a:spcBef>
                <a:spcPts val="499"/>
              </a:spcBef>
              <a:buClr>
                <a:srgbClr val="000000"/>
              </a:buClr>
              <a:buSzPct val="45000"/>
              <a:buFont typeface="Wingdings" charset="2"/>
              <a:buChar char=""/>
            </a:pPr>
            <a:r>
              <a:rPr b="0" lang="de-DE" sz="1800" strike="noStrike" u="none">
                <a:solidFill>
                  <a:schemeClr val="dk1"/>
                </a:solidFill>
                <a:effectLst/>
                <a:uFillTx/>
                <a:latin typeface="Aptos"/>
              </a:rPr>
              <a:t>Fünfte Ebene</a:t>
            </a:r>
            <a:endParaRPr b="0" lang="de-DE" sz="1800" strike="noStrike" u="none">
              <a:solidFill>
                <a:schemeClr val="dk1"/>
              </a:solidFill>
              <a:effectLst/>
              <a:uFillTx/>
              <a:latin typeface="Aptos"/>
            </a:endParaRPr>
          </a:p>
        </p:txBody>
      </p:sp>
      <p:sp>
        <p:nvSpPr>
          <p:cNvPr id="10" name="PlaceHolder 3"/>
          <p:cNvSpPr>
            <a:spLocks noGrp="1"/>
          </p:cNvSpPr>
          <p:nvPr>
            <p:ph type="dt" idx="4"/>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de-DE" sz="1200" strike="noStrike" u="none">
                <a:solidFill>
                  <a:schemeClr val="dk1">
                    <a:tint val="82000"/>
                  </a:schemeClr>
                </a:solidFill>
                <a:effectLst/>
                <a:uFillTx/>
                <a:latin typeface="Aptos"/>
              </a:defRPr>
            </a:lvl1pPr>
          </a:lstStyle>
          <a:p>
            <a:pPr indent="0" defTabSz="914400">
              <a:lnSpc>
                <a:spcPct val="100000"/>
              </a:lnSpc>
              <a:buNone/>
            </a:pPr>
            <a:r>
              <a:rPr b="0" lang="de-DE" sz="1200" strike="noStrike" u="none">
                <a:solidFill>
                  <a:schemeClr val="dk1">
                    <a:tint val="82000"/>
                  </a:schemeClr>
                </a:solidFill>
                <a:effectLst/>
                <a:uFillTx/>
                <a:latin typeface="Aptos"/>
              </a:rPr>
              <a:t>&lt;Datum/Uhrzeit&gt;</a:t>
            </a:r>
            <a:endParaRPr b="0" lang="de-DE" sz="1200" strike="noStrike" u="none">
              <a:solidFill>
                <a:srgbClr val="000000"/>
              </a:solidFill>
              <a:effectLst/>
              <a:uFillTx/>
              <a:latin typeface="Times New Roman"/>
            </a:endParaRPr>
          </a:p>
        </p:txBody>
      </p:sp>
      <p:sp>
        <p:nvSpPr>
          <p:cNvPr id="11" name="PlaceHolder 4"/>
          <p:cNvSpPr>
            <a:spLocks noGrp="1"/>
          </p:cNvSpPr>
          <p:nvPr>
            <p:ph type="ftr" idx="5"/>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de-DE" sz="1400" strike="noStrike" u="none">
                <a:solidFill>
                  <a:srgbClr val="000000"/>
                </a:solidFill>
                <a:effectLst/>
                <a:uFillTx/>
                <a:latin typeface="Times New Roman"/>
              </a:defRPr>
            </a:lvl1pPr>
          </a:lstStyle>
          <a:p>
            <a:pPr indent="0" algn="ctr">
              <a:buNone/>
            </a:pPr>
            <a:r>
              <a:rPr b="0" lang="de-DE" sz="1400" strike="noStrike" u="none">
                <a:solidFill>
                  <a:srgbClr val="000000"/>
                </a:solidFill>
                <a:effectLst/>
                <a:uFillTx/>
                <a:latin typeface="Times New Roman"/>
              </a:rPr>
              <a:t>&lt;Fußzeile&gt;</a:t>
            </a:r>
            <a:endParaRPr b="0" lang="de-DE" sz="1400" strike="noStrike" u="none">
              <a:solidFill>
                <a:srgbClr val="000000"/>
              </a:solidFill>
              <a:effectLst/>
              <a:uFillTx/>
              <a:latin typeface="Times New Roman"/>
            </a:endParaRPr>
          </a:p>
        </p:txBody>
      </p:sp>
      <p:sp>
        <p:nvSpPr>
          <p:cNvPr id="12" name="PlaceHolder 5"/>
          <p:cNvSpPr>
            <a:spLocks noGrp="1"/>
          </p:cNvSpPr>
          <p:nvPr>
            <p:ph type="sldNum" idx="6"/>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de-DE" sz="1200" strike="noStrike" u="none">
                <a:solidFill>
                  <a:schemeClr val="dk1">
                    <a:tint val="82000"/>
                  </a:schemeClr>
                </a:solidFill>
                <a:effectLst/>
                <a:uFillTx/>
                <a:latin typeface="Aptos"/>
              </a:defRPr>
            </a:lvl1pPr>
          </a:lstStyle>
          <a:p>
            <a:pPr indent="0" algn="r" defTabSz="914400">
              <a:lnSpc>
                <a:spcPct val="100000"/>
              </a:lnSpc>
              <a:buNone/>
            </a:pPr>
            <a:fld id="{FC1C81BD-E48F-4B16-A57C-7BF16601654E}" type="slidenum">
              <a:rPr b="0" lang="de-DE" sz="1200" strike="noStrike" u="none">
                <a:solidFill>
                  <a:schemeClr val="dk1">
                    <a:tint val="82000"/>
                  </a:schemeClr>
                </a:solidFill>
                <a:effectLst/>
                <a:uFillTx/>
                <a:latin typeface="Aptos"/>
              </a:rPr>
              <a:t>&lt;Foliennummer&gt;</a:t>
            </a:fld>
            <a:endParaRPr b="0" lang="de-DE"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2"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8724960" y="365040"/>
            <a:ext cx="2628720" cy="5811480"/>
          </a:xfrm>
          <a:prstGeom prst="rect">
            <a:avLst/>
          </a:prstGeom>
          <a:noFill/>
          <a:ln w="0">
            <a:noFill/>
          </a:ln>
        </p:spPr>
        <p:txBody>
          <a:bodyPr lIns="91440" rIns="91440" tIns="45720" bIns="45720" anchor="ctr" vert="eaVert">
            <a:noAutofit/>
          </a:bodyPr>
          <a:p>
            <a:pPr indent="0" defTabSz="914400">
              <a:lnSpc>
                <a:spcPct val="90000"/>
              </a:lnSpc>
              <a:buNone/>
            </a:pPr>
            <a:r>
              <a:rPr b="0" lang="de-DE" sz="4400" strike="noStrike" u="none">
                <a:solidFill>
                  <a:schemeClr val="dk1"/>
                </a:solidFill>
                <a:effectLst/>
                <a:uFillTx/>
                <a:latin typeface="Aptos Display"/>
              </a:rPr>
              <a:t>Mastertitelformat bearbeiten</a:t>
            </a:r>
            <a:endParaRPr b="0" lang="de-DE" sz="4400" strike="noStrike" u="none">
              <a:solidFill>
                <a:schemeClr val="dk1"/>
              </a:solidFill>
              <a:effectLst/>
              <a:uFillTx/>
              <a:latin typeface="Aptos"/>
            </a:endParaRPr>
          </a:p>
        </p:txBody>
      </p:sp>
      <p:sp>
        <p:nvSpPr>
          <p:cNvPr id="15" name="PlaceHolder 2"/>
          <p:cNvSpPr>
            <a:spLocks noGrp="1"/>
          </p:cNvSpPr>
          <p:nvPr>
            <p:ph type="body"/>
          </p:nvPr>
        </p:nvSpPr>
        <p:spPr>
          <a:xfrm>
            <a:off x="838080" y="365040"/>
            <a:ext cx="7733880" cy="5811480"/>
          </a:xfrm>
          <a:prstGeom prst="rect">
            <a:avLst/>
          </a:prstGeom>
          <a:noFill/>
          <a:ln w="0">
            <a:noFill/>
          </a:ln>
        </p:spPr>
        <p:txBody>
          <a:bodyPr lIns="91440" rIns="91440" tIns="45720" bIns="45720" anchor="t" vert="eaVert">
            <a:noAutofit/>
          </a:bodyPr>
          <a:p>
            <a:pPr marL="432000" indent="-324000" defTabSz="914400">
              <a:lnSpc>
                <a:spcPct val="90000"/>
              </a:lnSpc>
              <a:spcBef>
                <a:spcPts val="1001"/>
              </a:spcBef>
              <a:buClr>
                <a:srgbClr val="000000"/>
              </a:buClr>
              <a:buSzPct val="45000"/>
              <a:buFont typeface="Wingdings" charset="2"/>
              <a:buChar char=""/>
            </a:pPr>
            <a:r>
              <a:rPr b="0" lang="de-DE" sz="2800" strike="noStrike" u="none">
                <a:solidFill>
                  <a:schemeClr val="dk1"/>
                </a:solidFill>
                <a:effectLst/>
                <a:uFillTx/>
                <a:latin typeface="Aptos"/>
              </a:rPr>
              <a:t>Mastertextformat bearbeiten</a:t>
            </a:r>
            <a:endParaRPr b="0" lang="de-DE" sz="2800" strike="noStrike" u="none">
              <a:solidFill>
                <a:schemeClr val="dk1"/>
              </a:solidFill>
              <a:effectLst/>
              <a:uFillTx/>
              <a:latin typeface="Aptos"/>
            </a:endParaRPr>
          </a:p>
          <a:p>
            <a:pPr lvl="1" marL="864000" indent="-324000" defTabSz="914400">
              <a:lnSpc>
                <a:spcPct val="90000"/>
              </a:lnSpc>
              <a:spcBef>
                <a:spcPts val="499"/>
              </a:spcBef>
              <a:buClr>
                <a:srgbClr val="000000"/>
              </a:buClr>
              <a:buSzPct val="75000"/>
              <a:buFont typeface="Symbol" charset="2"/>
              <a:buChar char=""/>
            </a:pPr>
            <a:r>
              <a:rPr b="0" lang="de-DE" sz="2400" strike="noStrike" u="none">
                <a:solidFill>
                  <a:schemeClr val="dk1"/>
                </a:solidFill>
                <a:effectLst/>
                <a:uFillTx/>
                <a:latin typeface="Aptos"/>
              </a:rPr>
              <a:t>Zweite Ebene</a:t>
            </a:r>
            <a:endParaRPr b="0" lang="de-DE" sz="2400" strike="noStrike" u="none">
              <a:solidFill>
                <a:schemeClr val="dk1"/>
              </a:solidFill>
              <a:effectLst/>
              <a:uFillTx/>
              <a:latin typeface="Aptos"/>
            </a:endParaRPr>
          </a:p>
          <a:p>
            <a:pPr lvl="2" marL="1296000" indent="-288000" defTabSz="914400">
              <a:lnSpc>
                <a:spcPct val="90000"/>
              </a:lnSpc>
              <a:spcBef>
                <a:spcPts val="499"/>
              </a:spcBef>
              <a:buClr>
                <a:srgbClr val="000000"/>
              </a:buClr>
              <a:buSzPct val="45000"/>
              <a:buFont typeface="Wingdings" charset="2"/>
              <a:buChar char=""/>
            </a:pPr>
            <a:r>
              <a:rPr b="0" lang="de-DE" sz="2000" strike="noStrike" u="none">
                <a:solidFill>
                  <a:schemeClr val="dk1"/>
                </a:solidFill>
                <a:effectLst/>
                <a:uFillTx/>
                <a:latin typeface="Aptos"/>
              </a:rPr>
              <a:t>Dritte Ebene</a:t>
            </a:r>
            <a:endParaRPr b="0" lang="de-DE" sz="2000" strike="noStrike" u="none">
              <a:solidFill>
                <a:schemeClr val="dk1"/>
              </a:solidFill>
              <a:effectLst/>
              <a:uFillTx/>
              <a:latin typeface="Aptos"/>
            </a:endParaRPr>
          </a:p>
          <a:p>
            <a:pPr lvl="3" marL="1728000" indent="-216000" defTabSz="914400">
              <a:lnSpc>
                <a:spcPct val="90000"/>
              </a:lnSpc>
              <a:spcBef>
                <a:spcPts val="499"/>
              </a:spcBef>
              <a:buClr>
                <a:srgbClr val="000000"/>
              </a:buClr>
              <a:buSzPct val="75000"/>
              <a:buFont typeface="Symbol" charset="2"/>
              <a:buChar char=""/>
            </a:pPr>
            <a:r>
              <a:rPr b="0" lang="de-DE" sz="1800" strike="noStrike" u="none">
                <a:solidFill>
                  <a:schemeClr val="dk1"/>
                </a:solidFill>
                <a:effectLst/>
                <a:uFillTx/>
                <a:latin typeface="Aptos"/>
              </a:rPr>
              <a:t>Vierte Ebene</a:t>
            </a:r>
            <a:endParaRPr b="0" lang="de-DE" sz="1800" strike="noStrike" u="none">
              <a:solidFill>
                <a:schemeClr val="dk1"/>
              </a:solidFill>
              <a:effectLst/>
              <a:uFillTx/>
              <a:latin typeface="Aptos"/>
            </a:endParaRPr>
          </a:p>
          <a:p>
            <a:pPr lvl="4" marL="2160000" indent="-216000" defTabSz="914400">
              <a:lnSpc>
                <a:spcPct val="90000"/>
              </a:lnSpc>
              <a:spcBef>
                <a:spcPts val="499"/>
              </a:spcBef>
              <a:buClr>
                <a:srgbClr val="000000"/>
              </a:buClr>
              <a:buSzPct val="45000"/>
              <a:buFont typeface="Wingdings" charset="2"/>
              <a:buChar char=""/>
            </a:pPr>
            <a:r>
              <a:rPr b="0" lang="de-DE" sz="1800" strike="noStrike" u="none">
                <a:solidFill>
                  <a:schemeClr val="dk1"/>
                </a:solidFill>
                <a:effectLst/>
                <a:uFillTx/>
                <a:latin typeface="Aptos"/>
              </a:rPr>
              <a:t>Fünfte Ebene</a:t>
            </a:r>
            <a:endParaRPr b="0" lang="de-DE" sz="1800" strike="noStrike" u="none">
              <a:solidFill>
                <a:schemeClr val="dk1"/>
              </a:solidFill>
              <a:effectLst/>
              <a:uFillTx/>
              <a:latin typeface="Aptos"/>
            </a:endParaRPr>
          </a:p>
        </p:txBody>
      </p:sp>
      <p:sp>
        <p:nvSpPr>
          <p:cNvPr id="16" name="PlaceHolder 3"/>
          <p:cNvSpPr>
            <a:spLocks noGrp="1"/>
          </p:cNvSpPr>
          <p:nvPr>
            <p:ph type="dt" idx="7"/>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de-DE" sz="1200" strike="noStrike" u="none">
                <a:solidFill>
                  <a:schemeClr val="dk1">
                    <a:tint val="82000"/>
                  </a:schemeClr>
                </a:solidFill>
                <a:effectLst/>
                <a:uFillTx/>
                <a:latin typeface="Aptos"/>
              </a:defRPr>
            </a:lvl1pPr>
          </a:lstStyle>
          <a:p>
            <a:pPr indent="0" defTabSz="914400">
              <a:lnSpc>
                <a:spcPct val="100000"/>
              </a:lnSpc>
              <a:buNone/>
            </a:pPr>
            <a:r>
              <a:rPr b="0" lang="de-DE" sz="1200" strike="noStrike" u="none">
                <a:solidFill>
                  <a:schemeClr val="dk1">
                    <a:tint val="82000"/>
                  </a:schemeClr>
                </a:solidFill>
                <a:effectLst/>
                <a:uFillTx/>
                <a:latin typeface="Aptos"/>
              </a:rPr>
              <a:t>&lt;Datum/Uhrzeit&gt;</a:t>
            </a:r>
            <a:endParaRPr b="0" lang="de-DE" sz="1200" strike="noStrike" u="none">
              <a:solidFill>
                <a:srgbClr val="000000"/>
              </a:solidFill>
              <a:effectLst/>
              <a:uFillTx/>
              <a:latin typeface="Times New Roman"/>
            </a:endParaRPr>
          </a:p>
        </p:txBody>
      </p:sp>
      <p:sp>
        <p:nvSpPr>
          <p:cNvPr id="17" name="PlaceHolder 4"/>
          <p:cNvSpPr>
            <a:spLocks noGrp="1"/>
          </p:cNvSpPr>
          <p:nvPr>
            <p:ph type="ftr" idx="8"/>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de-DE" sz="1400" strike="noStrike" u="none">
                <a:solidFill>
                  <a:srgbClr val="000000"/>
                </a:solidFill>
                <a:effectLst/>
                <a:uFillTx/>
                <a:latin typeface="Times New Roman"/>
              </a:defRPr>
            </a:lvl1pPr>
          </a:lstStyle>
          <a:p>
            <a:pPr indent="0" algn="ctr">
              <a:buNone/>
            </a:pPr>
            <a:r>
              <a:rPr b="0" lang="de-DE" sz="1400" strike="noStrike" u="none">
                <a:solidFill>
                  <a:srgbClr val="000000"/>
                </a:solidFill>
                <a:effectLst/>
                <a:uFillTx/>
                <a:latin typeface="Times New Roman"/>
              </a:rPr>
              <a:t>&lt;Fußzeile&gt;</a:t>
            </a:r>
            <a:endParaRPr b="0" lang="de-DE" sz="1400" strike="noStrike" u="none">
              <a:solidFill>
                <a:srgbClr val="000000"/>
              </a:solidFill>
              <a:effectLst/>
              <a:uFillTx/>
              <a:latin typeface="Times New Roman"/>
            </a:endParaRPr>
          </a:p>
        </p:txBody>
      </p:sp>
      <p:sp>
        <p:nvSpPr>
          <p:cNvPr id="18" name="PlaceHolder 5"/>
          <p:cNvSpPr>
            <a:spLocks noGrp="1"/>
          </p:cNvSpPr>
          <p:nvPr>
            <p:ph type="sldNum" idx="9"/>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de-DE" sz="1200" strike="noStrike" u="none">
                <a:solidFill>
                  <a:schemeClr val="dk1">
                    <a:tint val="82000"/>
                  </a:schemeClr>
                </a:solidFill>
                <a:effectLst/>
                <a:uFillTx/>
                <a:latin typeface="Aptos"/>
              </a:defRPr>
            </a:lvl1pPr>
          </a:lstStyle>
          <a:p>
            <a:pPr indent="0" algn="r" defTabSz="914400">
              <a:lnSpc>
                <a:spcPct val="100000"/>
              </a:lnSpc>
              <a:buNone/>
            </a:pPr>
            <a:fld id="{F0945307-7C02-401F-A227-3A4845BE8B50}" type="slidenum">
              <a:rPr b="0" lang="de-DE" sz="1200" strike="noStrike" u="none">
                <a:solidFill>
                  <a:schemeClr val="dk1">
                    <a:tint val="82000"/>
                  </a:schemeClr>
                </a:solidFill>
                <a:effectLst/>
                <a:uFillTx/>
                <a:latin typeface="Aptos"/>
              </a:rPr>
              <a:t>&lt;Foliennummer&gt;</a:t>
            </a:fld>
            <a:endParaRPr b="0" lang="de-DE"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4"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de-DE" sz="4400" strike="noStrike" u="none">
                <a:solidFill>
                  <a:schemeClr val="dk1"/>
                </a:solidFill>
                <a:effectLst/>
                <a:uFillTx/>
                <a:latin typeface="Aptos Display"/>
              </a:rPr>
              <a:t>Mastertitelformat bearbeiten</a:t>
            </a:r>
            <a:endParaRPr b="0" lang="de-DE" sz="4400" strike="noStrike" u="none">
              <a:solidFill>
                <a:schemeClr val="dk1"/>
              </a:solidFill>
              <a:effectLst/>
              <a:uFillTx/>
              <a:latin typeface="Aptos"/>
            </a:endParaRPr>
          </a:p>
        </p:txBody>
      </p:sp>
      <p:sp>
        <p:nvSpPr>
          <p:cNvPr id="21"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a:noAutofit/>
          </a:bodyPr>
          <a:p>
            <a:pPr marL="432000" indent="-324000" defTabSz="914400">
              <a:lnSpc>
                <a:spcPct val="90000"/>
              </a:lnSpc>
              <a:spcBef>
                <a:spcPts val="1001"/>
              </a:spcBef>
              <a:buClr>
                <a:srgbClr val="000000"/>
              </a:buClr>
              <a:buSzPct val="45000"/>
              <a:buFont typeface="Wingdings" charset="2"/>
              <a:buChar char=""/>
            </a:pPr>
            <a:r>
              <a:rPr b="0" lang="de-DE" sz="2800" strike="noStrike" u="none">
                <a:solidFill>
                  <a:schemeClr val="dk1"/>
                </a:solidFill>
                <a:effectLst/>
                <a:uFillTx/>
                <a:latin typeface="Aptos"/>
              </a:rPr>
              <a:t>Mastertextformat bearbeiten</a:t>
            </a:r>
            <a:endParaRPr b="0" lang="de-DE" sz="2800" strike="noStrike" u="none">
              <a:solidFill>
                <a:schemeClr val="dk1"/>
              </a:solidFill>
              <a:effectLst/>
              <a:uFillTx/>
              <a:latin typeface="Aptos"/>
            </a:endParaRPr>
          </a:p>
          <a:p>
            <a:pPr lvl="1" marL="864000" indent="-324000" defTabSz="914400">
              <a:lnSpc>
                <a:spcPct val="90000"/>
              </a:lnSpc>
              <a:spcBef>
                <a:spcPts val="499"/>
              </a:spcBef>
              <a:buClr>
                <a:srgbClr val="000000"/>
              </a:buClr>
              <a:buSzPct val="75000"/>
              <a:buFont typeface="Symbol" charset="2"/>
              <a:buChar char=""/>
            </a:pPr>
            <a:r>
              <a:rPr b="0" lang="de-DE" sz="2400" strike="noStrike" u="none">
                <a:solidFill>
                  <a:schemeClr val="dk1"/>
                </a:solidFill>
                <a:effectLst/>
                <a:uFillTx/>
                <a:latin typeface="Aptos"/>
              </a:rPr>
              <a:t>Zweite Ebene</a:t>
            </a:r>
            <a:endParaRPr b="0" lang="de-DE" sz="2400" strike="noStrike" u="none">
              <a:solidFill>
                <a:schemeClr val="dk1"/>
              </a:solidFill>
              <a:effectLst/>
              <a:uFillTx/>
              <a:latin typeface="Aptos"/>
            </a:endParaRPr>
          </a:p>
          <a:p>
            <a:pPr lvl="2" marL="1296000" indent="-288000" defTabSz="914400">
              <a:lnSpc>
                <a:spcPct val="90000"/>
              </a:lnSpc>
              <a:spcBef>
                <a:spcPts val="499"/>
              </a:spcBef>
              <a:buClr>
                <a:srgbClr val="000000"/>
              </a:buClr>
              <a:buSzPct val="45000"/>
              <a:buFont typeface="Wingdings" charset="2"/>
              <a:buChar char=""/>
            </a:pPr>
            <a:r>
              <a:rPr b="0" lang="de-DE" sz="2000" strike="noStrike" u="none">
                <a:solidFill>
                  <a:schemeClr val="dk1"/>
                </a:solidFill>
                <a:effectLst/>
                <a:uFillTx/>
                <a:latin typeface="Aptos"/>
              </a:rPr>
              <a:t>Dritte Ebene</a:t>
            </a:r>
            <a:endParaRPr b="0" lang="de-DE" sz="2000" strike="noStrike" u="none">
              <a:solidFill>
                <a:schemeClr val="dk1"/>
              </a:solidFill>
              <a:effectLst/>
              <a:uFillTx/>
              <a:latin typeface="Aptos"/>
            </a:endParaRPr>
          </a:p>
          <a:p>
            <a:pPr lvl="3" marL="1728000" indent="-216000" defTabSz="914400">
              <a:lnSpc>
                <a:spcPct val="90000"/>
              </a:lnSpc>
              <a:spcBef>
                <a:spcPts val="499"/>
              </a:spcBef>
              <a:buClr>
                <a:srgbClr val="000000"/>
              </a:buClr>
              <a:buSzPct val="75000"/>
              <a:buFont typeface="Symbol" charset="2"/>
              <a:buChar char=""/>
            </a:pPr>
            <a:r>
              <a:rPr b="0" lang="de-DE" sz="1800" strike="noStrike" u="none">
                <a:solidFill>
                  <a:schemeClr val="dk1"/>
                </a:solidFill>
                <a:effectLst/>
                <a:uFillTx/>
                <a:latin typeface="Aptos"/>
              </a:rPr>
              <a:t>Vierte Ebene</a:t>
            </a:r>
            <a:endParaRPr b="0" lang="de-DE" sz="1800" strike="noStrike" u="none">
              <a:solidFill>
                <a:schemeClr val="dk1"/>
              </a:solidFill>
              <a:effectLst/>
              <a:uFillTx/>
              <a:latin typeface="Aptos"/>
            </a:endParaRPr>
          </a:p>
          <a:p>
            <a:pPr lvl="4" marL="2160000" indent="-216000" defTabSz="914400">
              <a:lnSpc>
                <a:spcPct val="90000"/>
              </a:lnSpc>
              <a:spcBef>
                <a:spcPts val="499"/>
              </a:spcBef>
              <a:buClr>
                <a:srgbClr val="000000"/>
              </a:buClr>
              <a:buSzPct val="45000"/>
              <a:buFont typeface="Wingdings" charset="2"/>
              <a:buChar char=""/>
            </a:pPr>
            <a:r>
              <a:rPr b="0" lang="de-DE" sz="1800" strike="noStrike" u="none">
                <a:solidFill>
                  <a:schemeClr val="dk1"/>
                </a:solidFill>
                <a:effectLst/>
                <a:uFillTx/>
                <a:latin typeface="Aptos"/>
              </a:rPr>
              <a:t>Fünfte Ebene</a:t>
            </a:r>
            <a:endParaRPr b="0" lang="de-DE" sz="1800" strike="noStrike" u="none">
              <a:solidFill>
                <a:schemeClr val="dk1"/>
              </a:solidFill>
              <a:effectLst/>
              <a:uFillTx/>
              <a:latin typeface="Aptos"/>
            </a:endParaRPr>
          </a:p>
        </p:txBody>
      </p:sp>
      <p:sp>
        <p:nvSpPr>
          <p:cNvPr id="22" name="PlaceHolder 3"/>
          <p:cNvSpPr>
            <a:spLocks noGrp="1"/>
          </p:cNvSpPr>
          <p:nvPr>
            <p:ph type="dt" idx="10"/>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de-DE" sz="1200" strike="noStrike" u="none">
                <a:solidFill>
                  <a:schemeClr val="dk1">
                    <a:tint val="82000"/>
                  </a:schemeClr>
                </a:solidFill>
                <a:effectLst/>
                <a:uFillTx/>
                <a:latin typeface="Aptos"/>
              </a:defRPr>
            </a:lvl1pPr>
          </a:lstStyle>
          <a:p>
            <a:pPr indent="0" defTabSz="914400">
              <a:lnSpc>
                <a:spcPct val="100000"/>
              </a:lnSpc>
              <a:buNone/>
            </a:pPr>
            <a:r>
              <a:rPr b="0" lang="de-DE" sz="1200" strike="noStrike" u="none">
                <a:solidFill>
                  <a:schemeClr val="dk1">
                    <a:tint val="82000"/>
                  </a:schemeClr>
                </a:solidFill>
                <a:effectLst/>
                <a:uFillTx/>
                <a:latin typeface="Aptos"/>
              </a:rPr>
              <a:t>&lt;Datum/Uhrzeit&gt;</a:t>
            </a:r>
            <a:endParaRPr b="0" lang="de-DE" sz="1200" strike="noStrike" u="none">
              <a:solidFill>
                <a:srgbClr val="000000"/>
              </a:solidFill>
              <a:effectLst/>
              <a:uFillTx/>
              <a:latin typeface="Times New Roman"/>
            </a:endParaRPr>
          </a:p>
        </p:txBody>
      </p:sp>
      <p:sp>
        <p:nvSpPr>
          <p:cNvPr id="23" name="PlaceHolder 4"/>
          <p:cNvSpPr>
            <a:spLocks noGrp="1"/>
          </p:cNvSpPr>
          <p:nvPr>
            <p:ph type="ftr" idx="11"/>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de-DE" sz="1400" strike="noStrike" u="none">
                <a:solidFill>
                  <a:srgbClr val="000000"/>
                </a:solidFill>
                <a:effectLst/>
                <a:uFillTx/>
                <a:latin typeface="Times New Roman"/>
              </a:defRPr>
            </a:lvl1pPr>
          </a:lstStyle>
          <a:p>
            <a:pPr indent="0" algn="ctr">
              <a:buNone/>
            </a:pPr>
            <a:r>
              <a:rPr b="0" lang="de-DE" sz="1400" strike="noStrike" u="none">
                <a:solidFill>
                  <a:srgbClr val="000000"/>
                </a:solidFill>
                <a:effectLst/>
                <a:uFillTx/>
                <a:latin typeface="Times New Roman"/>
              </a:rPr>
              <a:t>&lt;Fußzeile&gt;</a:t>
            </a:r>
            <a:endParaRPr b="0" lang="de-DE" sz="1400" strike="noStrike" u="none">
              <a:solidFill>
                <a:srgbClr val="000000"/>
              </a:solidFill>
              <a:effectLst/>
              <a:uFillTx/>
              <a:latin typeface="Times New Roman"/>
            </a:endParaRPr>
          </a:p>
        </p:txBody>
      </p:sp>
      <p:sp>
        <p:nvSpPr>
          <p:cNvPr id="24" name="PlaceHolder 5"/>
          <p:cNvSpPr>
            <a:spLocks noGrp="1"/>
          </p:cNvSpPr>
          <p:nvPr>
            <p:ph type="sldNum" idx="12"/>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de-DE" sz="1200" strike="noStrike" u="none">
                <a:solidFill>
                  <a:schemeClr val="dk1">
                    <a:tint val="82000"/>
                  </a:schemeClr>
                </a:solidFill>
                <a:effectLst/>
                <a:uFillTx/>
                <a:latin typeface="Aptos"/>
              </a:defRPr>
            </a:lvl1pPr>
          </a:lstStyle>
          <a:p>
            <a:pPr indent="0" algn="r" defTabSz="914400">
              <a:lnSpc>
                <a:spcPct val="100000"/>
              </a:lnSpc>
              <a:buNone/>
            </a:pPr>
            <a:fld id="{A6E7E2D2-3E2B-4BF0-A4A8-4A977A1DD3CC}" type="slidenum">
              <a:rPr b="0" lang="de-DE" sz="1200" strike="noStrike" u="none">
                <a:solidFill>
                  <a:schemeClr val="dk1">
                    <a:tint val="82000"/>
                  </a:schemeClr>
                </a:solidFill>
                <a:effectLst/>
                <a:uFillTx/>
                <a:latin typeface="Aptos"/>
              </a:rPr>
              <a:t>&lt;Foliennummer&gt;</a:t>
            </a:fld>
            <a:endParaRPr b="0" lang="de-DE"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6" r:id="rId2"/>
    <p:sldLayoutId id="2147483657"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831960" y="1709640"/>
            <a:ext cx="10515240" cy="2852280"/>
          </a:xfrm>
          <a:prstGeom prst="rect">
            <a:avLst/>
          </a:prstGeom>
          <a:noFill/>
          <a:ln w="0">
            <a:noFill/>
          </a:ln>
        </p:spPr>
        <p:txBody>
          <a:bodyPr lIns="91440" rIns="91440" tIns="45720" bIns="45720" anchor="b">
            <a:noAutofit/>
          </a:bodyPr>
          <a:p>
            <a:pPr indent="0" defTabSz="914400">
              <a:lnSpc>
                <a:spcPct val="90000"/>
              </a:lnSpc>
              <a:buNone/>
            </a:pPr>
            <a:r>
              <a:rPr b="0" lang="de-DE" sz="6000" strike="noStrike" u="none">
                <a:solidFill>
                  <a:schemeClr val="dk1"/>
                </a:solidFill>
                <a:effectLst/>
                <a:uFillTx/>
                <a:latin typeface="Aptos Display"/>
              </a:rPr>
              <a:t>Mastertitelformat bearbeiten</a:t>
            </a:r>
            <a:endParaRPr b="0" lang="de-DE" sz="6000" strike="noStrike" u="none">
              <a:solidFill>
                <a:schemeClr val="dk1"/>
              </a:solidFill>
              <a:effectLst/>
              <a:uFillTx/>
              <a:latin typeface="Aptos"/>
            </a:endParaRPr>
          </a:p>
        </p:txBody>
      </p:sp>
      <p:sp>
        <p:nvSpPr>
          <p:cNvPr id="29" name="PlaceHolder 2"/>
          <p:cNvSpPr>
            <a:spLocks noGrp="1"/>
          </p:cNvSpPr>
          <p:nvPr>
            <p:ph type="body"/>
          </p:nvPr>
        </p:nvSpPr>
        <p:spPr>
          <a:xfrm>
            <a:off x="831960" y="4589640"/>
            <a:ext cx="10515240" cy="1499760"/>
          </a:xfrm>
          <a:prstGeom prst="rect">
            <a:avLst/>
          </a:prstGeom>
          <a:noFill/>
          <a:ln w="0">
            <a:noFill/>
          </a:ln>
        </p:spPr>
        <p:txBody>
          <a:bodyPr lIns="91440" rIns="91440" tIns="45720" bIns="45720" anchor="t">
            <a:noAutofit/>
          </a:bodyPr>
          <a:p>
            <a:pPr marL="432000" indent="-324000" defTabSz="914400">
              <a:lnSpc>
                <a:spcPct val="90000"/>
              </a:lnSpc>
              <a:spcBef>
                <a:spcPts val="1001"/>
              </a:spcBef>
              <a:buClr>
                <a:srgbClr val="000000"/>
              </a:buClr>
              <a:buSzPct val="45000"/>
              <a:buFont typeface="Wingdings" charset="2"/>
              <a:buChar char=""/>
              <a:tabLst>
                <a:tab algn="l" pos="0"/>
              </a:tabLst>
            </a:pPr>
            <a:r>
              <a:rPr b="0" lang="de-DE" sz="2400" strike="noStrike" u="none">
                <a:solidFill>
                  <a:schemeClr val="dk1">
                    <a:tint val="82000"/>
                  </a:schemeClr>
                </a:solidFill>
                <a:effectLst/>
                <a:uFillTx/>
                <a:latin typeface="Aptos"/>
              </a:rPr>
              <a:t>Mastertextformat bearbeiten</a:t>
            </a:r>
            <a:endParaRPr b="0" lang="de-DE" sz="2400" strike="noStrike" u="none">
              <a:solidFill>
                <a:schemeClr val="dk1"/>
              </a:solidFill>
              <a:effectLst/>
              <a:uFillTx/>
              <a:latin typeface="Aptos"/>
            </a:endParaRPr>
          </a:p>
        </p:txBody>
      </p:sp>
      <p:sp>
        <p:nvSpPr>
          <p:cNvPr id="30" name="PlaceHolder 3"/>
          <p:cNvSpPr>
            <a:spLocks noGrp="1"/>
          </p:cNvSpPr>
          <p:nvPr>
            <p:ph type="dt" idx="13"/>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de-DE" sz="1200" strike="noStrike" u="none">
                <a:solidFill>
                  <a:schemeClr val="dk1">
                    <a:tint val="82000"/>
                  </a:schemeClr>
                </a:solidFill>
                <a:effectLst/>
                <a:uFillTx/>
                <a:latin typeface="Aptos"/>
              </a:defRPr>
            </a:lvl1pPr>
          </a:lstStyle>
          <a:p>
            <a:pPr indent="0" defTabSz="914400">
              <a:lnSpc>
                <a:spcPct val="100000"/>
              </a:lnSpc>
              <a:buNone/>
            </a:pPr>
            <a:r>
              <a:rPr b="0" lang="de-DE" sz="1200" strike="noStrike" u="none">
                <a:solidFill>
                  <a:schemeClr val="dk1">
                    <a:tint val="82000"/>
                  </a:schemeClr>
                </a:solidFill>
                <a:effectLst/>
                <a:uFillTx/>
                <a:latin typeface="Aptos"/>
              </a:rPr>
              <a:t>&lt;Datum/Uhrzeit&gt;</a:t>
            </a:r>
            <a:endParaRPr b="0" lang="de-DE" sz="1200" strike="noStrike" u="none">
              <a:solidFill>
                <a:srgbClr val="000000"/>
              </a:solidFill>
              <a:effectLst/>
              <a:uFillTx/>
              <a:latin typeface="Times New Roman"/>
            </a:endParaRPr>
          </a:p>
        </p:txBody>
      </p:sp>
      <p:sp>
        <p:nvSpPr>
          <p:cNvPr id="31" name="PlaceHolder 4"/>
          <p:cNvSpPr>
            <a:spLocks noGrp="1"/>
          </p:cNvSpPr>
          <p:nvPr>
            <p:ph type="ftr" idx="14"/>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de-DE" sz="1400" strike="noStrike" u="none">
                <a:solidFill>
                  <a:srgbClr val="000000"/>
                </a:solidFill>
                <a:effectLst/>
                <a:uFillTx/>
                <a:latin typeface="Times New Roman"/>
              </a:defRPr>
            </a:lvl1pPr>
          </a:lstStyle>
          <a:p>
            <a:pPr indent="0" algn="ctr">
              <a:buNone/>
            </a:pPr>
            <a:r>
              <a:rPr b="0" lang="de-DE" sz="1400" strike="noStrike" u="none">
                <a:solidFill>
                  <a:srgbClr val="000000"/>
                </a:solidFill>
                <a:effectLst/>
                <a:uFillTx/>
                <a:latin typeface="Times New Roman"/>
              </a:rPr>
              <a:t>&lt;Fußzeile&gt;</a:t>
            </a:r>
            <a:endParaRPr b="0" lang="de-DE" sz="1400" strike="noStrike" u="none">
              <a:solidFill>
                <a:srgbClr val="000000"/>
              </a:solidFill>
              <a:effectLst/>
              <a:uFillTx/>
              <a:latin typeface="Times New Roman"/>
            </a:endParaRPr>
          </a:p>
        </p:txBody>
      </p:sp>
      <p:sp>
        <p:nvSpPr>
          <p:cNvPr id="32" name="PlaceHolder 5"/>
          <p:cNvSpPr>
            <a:spLocks noGrp="1"/>
          </p:cNvSpPr>
          <p:nvPr>
            <p:ph type="sldNum" idx="15"/>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de-DE" sz="1200" strike="noStrike" u="none">
                <a:solidFill>
                  <a:schemeClr val="dk1">
                    <a:tint val="82000"/>
                  </a:schemeClr>
                </a:solidFill>
                <a:effectLst/>
                <a:uFillTx/>
                <a:latin typeface="Aptos"/>
              </a:defRPr>
            </a:lvl1pPr>
          </a:lstStyle>
          <a:p>
            <a:pPr indent="0" algn="r" defTabSz="914400">
              <a:lnSpc>
                <a:spcPct val="100000"/>
              </a:lnSpc>
              <a:buNone/>
            </a:pPr>
            <a:fld id="{E0FD35F6-3633-4A39-9AE8-FB9E09133CE2}" type="slidenum">
              <a:rPr b="0" lang="de-DE" sz="1200" strike="noStrike" u="none">
                <a:solidFill>
                  <a:schemeClr val="dk1">
                    <a:tint val="82000"/>
                  </a:schemeClr>
                </a:solidFill>
                <a:effectLst/>
                <a:uFillTx/>
                <a:latin typeface="Aptos"/>
              </a:rPr>
              <a:t>&lt;Foliennummer&gt;</a:t>
            </a:fld>
            <a:endParaRPr b="0" lang="de-DE"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9"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de-DE" sz="4400" strike="noStrike" u="none">
                <a:solidFill>
                  <a:schemeClr val="dk1"/>
                </a:solidFill>
                <a:effectLst/>
                <a:uFillTx/>
                <a:latin typeface="Aptos Display"/>
              </a:rPr>
              <a:t>Mastertitelformat bearbeiten</a:t>
            </a:r>
            <a:endParaRPr b="0" lang="de-DE" sz="4400" strike="noStrike" u="none">
              <a:solidFill>
                <a:schemeClr val="dk1"/>
              </a:solidFill>
              <a:effectLst/>
              <a:uFillTx/>
              <a:latin typeface="Aptos"/>
            </a:endParaRPr>
          </a:p>
        </p:txBody>
      </p:sp>
      <p:sp>
        <p:nvSpPr>
          <p:cNvPr id="35" name="PlaceHolder 2"/>
          <p:cNvSpPr>
            <a:spLocks noGrp="1"/>
          </p:cNvSpPr>
          <p:nvPr>
            <p:ph type="body"/>
          </p:nvPr>
        </p:nvSpPr>
        <p:spPr>
          <a:xfrm>
            <a:off x="838080" y="1825560"/>
            <a:ext cx="5181120" cy="4350960"/>
          </a:xfrm>
          <a:prstGeom prst="rect">
            <a:avLst/>
          </a:prstGeom>
          <a:noFill/>
          <a:ln w="0">
            <a:noFill/>
          </a:ln>
        </p:spPr>
        <p:txBody>
          <a:bodyPr lIns="91440" rIns="91440" tIns="45720" bIns="45720" anchor="t">
            <a:noAutofit/>
          </a:bodyPr>
          <a:p>
            <a:pPr marL="432000" indent="-324000" defTabSz="914400">
              <a:lnSpc>
                <a:spcPct val="90000"/>
              </a:lnSpc>
              <a:spcBef>
                <a:spcPts val="1001"/>
              </a:spcBef>
              <a:buClr>
                <a:srgbClr val="000000"/>
              </a:buClr>
              <a:buSzPct val="45000"/>
              <a:buFont typeface="Wingdings" charset="2"/>
              <a:buChar char=""/>
            </a:pPr>
            <a:r>
              <a:rPr b="0" lang="de-DE" sz="2800" strike="noStrike" u="none">
                <a:solidFill>
                  <a:schemeClr val="dk1"/>
                </a:solidFill>
                <a:effectLst/>
                <a:uFillTx/>
                <a:latin typeface="Aptos"/>
              </a:rPr>
              <a:t>Mastertextformat bearbeiten</a:t>
            </a:r>
            <a:endParaRPr b="0" lang="de-DE" sz="2800" strike="noStrike" u="none">
              <a:solidFill>
                <a:schemeClr val="dk1"/>
              </a:solidFill>
              <a:effectLst/>
              <a:uFillTx/>
              <a:latin typeface="Aptos"/>
            </a:endParaRPr>
          </a:p>
          <a:p>
            <a:pPr lvl="1" marL="864000" indent="-324000" defTabSz="914400">
              <a:lnSpc>
                <a:spcPct val="90000"/>
              </a:lnSpc>
              <a:spcBef>
                <a:spcPts val="499"/>
              </a:spcBef>
              <a:buClr>
                <a:srgbClr val="000000"/>
              </a:buClr>
              <a:buSzPct val="75000"/>
              <a:buFont typeface="Symbol" charset="2"/>
              <a:buChar char=""/>
            </a:pPr>
            <a:r>
              <a:rPr b="0" lang="de-DE" sz="2400" strike="noStrike" u="none">
                <a:solidFill>
                  <a:schemeClr val="dk1"/>
                </a:solidFill>
                <a:effectLst/>
                <a:uFillTx/>
                <a:latin typeface="Aptos"/>
              </a:rPr>
              <a:t>Zweite Ebene</a:t>
            </a:r>
            <a:endParaRPr b="0" lang="de-DE" sz="2400" strike="noStrike" u="none">
              <a:solidFill>
                <a:schemeClr val="dk1"/>
              </a:solidFill>
              <a:effectLst/>
              <a:uFillTx/>
              <a:latin typeface="Aptos"/>
            </a:endParaRPr>
          </a:p>
          <a:p>
            <a:pPr lvl="2" marL="1296000" indent="-288000" defTabSz="914400">
              <a:lnSpc>
                <a:spcPct val="90000"/>
              </a:lnSpc>
              <a:spcBef>
                <a:spcPts val="499"/>
              </a:spcBef>
              <a:buClr>
                <a:srgbClr val="000000"/>
              </a:buClr>
              <a:buSzPct val="45000"/>
              <a:buFont typeface="Wingdings" charset="2"/>
              <a:buChar char=""/>
            </a:pPr>
            <a:r>
              <a:rPr b="0" lang="de-DE" sz="2000" strike="noStrike" u="none">
                <a:solidFill>
                  <a:schemeClr val="dk1"/>
                </a:solidFill>
                <a:effectLst/>
                <a:uFillTx/>
                <a:latin typeface="Aptos"/>
              </a:rPr>
              <a:t>Dritte Ebene</a:t>
            </a:r>
            <a:endParaRPr b="0" lang="de-DE" sz="2000" strike="noStrike" u="none">
              <a:solidFill>
                <a:schemeClr val="dk1"/>
              </a:solidFill>
              <a:effectLst/>
              <a:uFillTx/>
              <a:latin typeface="Aptos"/>
            </a:endParaRPr>
          </a:p>
          <a:p>
            <a:pPr lvl="3" marL="1728000" indent="-216000" defTabSz="914400">
              <a:lnSpc>
                <a:spcPct val="90000"/>
              </a:lnSpc>
              <a:spcBef>
                <a:spcPts val="499"/>
              </a:spcBef>
              <a:buClr>
                <a:srgbClr val="000000"/>
              </a:buClr>
              <a:buSzPct val="75000"/>
              <a:buFont typeface="Symbol" charset="2"/>
              <a:buChar char=""/>
            </a:pPr>
            <a:r>
              <a:rPr b="0" lang="de-DE" sz="1800" strike="noStrike" u="none">
                <a:solidFill>
                  <a:schemeClr val="dk1"/>
                </a:solidFill>
                <a:effectLst/>
                <a:uFillTx/>
                <a:latin typeface="Aptos"/>
              </a:rPr>
              <a:t>Vierte Ebene</a:t>
            </a:r>
            <a:endParaRPr b="0" lang="de-DE" sz="1800" strike="noStrike" u="none">
              <a:solidFill>
                <a:schemeClr val="dk1"/>
              </a:solidFill>
              <a:effectLst/>
              <a:uFillTx/>
              <a:latin typeface="Aptos"/>
            </a:endParaRPr>
          </a:p>
          <a:p>
            <a:pPr lvl="4" marL="2160000" indent="-216000" defTabSz="914400">
              <a:lnSpc>
                <a:spcPct val="90000"/>
              </a:lnSpc>
              <a:spcBef>
                <a:spcPts val="499"/>
              </a:spcBef>
              <a:buClr>
                <a:srgbClr val="000000"/>
              </a:buClr>
              <a:buSzPct val="45000"/>
              <a:buFont typeface="Wingdings" charset="2"/>
              <a:buChar char=""/>
            </a:pPr>
            <a:r>
              <a:rPr b="0" lang="de-DE" sz="1800" strike="noStrike" u="none">
                <a:solidFill>
                  <a:schemeClr val="dk1"/>
                </a:solidFill>
                <a:effectLst/>
                <a:uFillTx/>
                <a:latin typeface="Aptos"/>
              </a:rPr>
              <a:t>Fünfte Ebene</a:t>
            </a:r>
            <a:endParaRPr b="0" lang="de-DE" sz="1800" strike="noStrike" u="none">
              <a:solidFill>
                <a:schemeClr val="dk1"/>
              </a:solidFill>
              <a:effectLst/>
              <a:uFillTx/>
              <a:latin typeface="Aptos"/>
            </a:endParaRPr>
          </a:p>
        </p:txBody>
      </p:sp>
      <p:sp>
        <p:nvSpPr>
          <p:cNvPr id="36" name="PlaceHolder 3"/>
          <p:cNvSpPr>
            <a:spLocks noGrp="1"/>
          </p:cNvSpPr>
          <p:nvPr>
            <p:ph type="body"/>
          </p:nvPr>
        </p:nvSpPr>
        <p:spPr>
          <a:xfrm>
            <a:off x="617220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de-DE" sz="2800" strike="noStrike" u="none">
                <a:solidFill>
                  <a:schemeClr val="dk1"/>
                </a:solidFill>
                <a:effectLst/>
                <a:uFillTx/>
                <a:latin typeface="Aptos"/>
              </a:rPr>
              <a:t>Mastertextformat bearbeiten</a:t>
            </a:r>
            <a:endParaRPr b="0" lang="de-DE" sz="28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pPr>
            <a:r>
              <a:rPr b="0" lang="de-DE" sz="2400" strike="noStrike" u="none">
                <a:solidFill>
                  <a:schemeClr val="dk1"/>
                </a:solidFill>
                <a:effectLst/>
                <a:uFillTx/>
                <a:latin typeface="Aptos"/>
              </a:rPr>
              <a:t>Zweite Ebene</a:t>
            </a:r>
            <a:endParaRPr b="0" lang="de-DE" sz="2400" strike="noStrike" u="none">
              <a:solidFill>
                <a:schemeClr val="dk1"/>
              </a:solidFill>
              <a:effectLst/>
              <a:uFillTx/>
              <a:latin typeface="Aptos"/>
            </a:endParaRPr>
          </a:p>
          <a:p>
            <a:pPr lvl="2" marL="1143000" indent="-228600" defTabSz="914400">
              <a:lnSpc>
                <a:spcPct val="90000"/>
              </a:lnSpc>
              <a:spcBef>
                <a:spcPts val="499"/>
              </a:spcBef>
              <a:buClr>
                <a:srgbClr val="000000"/>
              </a:buClr>
              <a:buFont typeface="Arial"/>
              <a:buChar char="•"/>
            </a:pPr>
            <a:r>
              <a:rPr b="0" lang="de-DE" sz="2000" strike="noStrike" u="none">
                <a:solidFill>
                  <a:schemeClr val="dk1"/>
                </a:solidFill>
                <a:effectLst/>
                <a:uFillTx/>
                <a:latin typeface="Aptos"/>
              </a:rPr>
              <a:t>Dritte Ebene</a:t>
            </a:r>
            <a:endParaRPr b="0" lang="de-DE" sz="2000" strike="noStrike" u="none">
              <a:solidFill>
                <a:schemeClr val="dk1"/>
              </a:solidFill>
              <a:effectLst/>
              <a:uFillTx/>
              <a:latin typeface="Aptos"/>
            </a:endParaRPr>
          </a:p>
          <a:p>
            <a:pPr lvl="3" marL="1600200" indent="-228600" defTabSz="914400">
              <a:lnSpc>
                <a:spcPct val="90000"/>
              </a:lnSpc>
              <a:spcBef>
                <a:spcPts val="499"/>
              </a:spcBef>
              <a:buClr>
                <a:srgbClr val="000000"/>
              </a:buClr>
              <a:buFont typeface="Arial"/>
              <a:buChar char="•"/>
            </a:pPr>
            <a:r>
              <a:rPr b="0" lang="de-DE" sz="1800" strike="noStrike" u="none">
                <a:solidFill>
                  <a:schemeClr val="dk1"/>
                </a:solidFill>
                <a:effectLst/>
                <a:uFillTx/>
                <a:latin typeface="Aptos"/>
              </a:rPr>
              <a:t>Vierte Ebene</a:t>
            </a:r>
            <a:endParaRPr b="0" lang="de-DE" sz="1800" strike="noStrike" u="none">
              <a:solidFill>
                <a:schemeClr val="dk1"/>
              </a:solidFill>
              <a:effectLst/>
              <a:uFillTx/>
              <a:latin typeface="Aptos"/>
            </a:endParaRPr>
          </a:p>
          <a:p>
            <a:pPr lvl="4" marL="2057400" indent="-228600" defTabSz="914400">
              <a:lnSpc>
                <a:spcPct val="90000"/>
              </a:lnSpc>
              <a:spcBef>
                <a:spcPts val="499"/>
              </a:spcBef>
              <a:buClr>
                <a:srgbClr val="000000"/>
              </a:buClr>
              <a:buFont typeface="Arial"/>
              <a:buChar char="•"/>
            </a:pPr>
            <a:r>
              <a:rPr b="0" lang="de-DE" sz="1800" strike="noStrike" u="none">
                <a:solidFill>
                  <a:schemeClr val="dk1"/>
                </a:solidFill>
                <a:effectLst/>
                <a:uFillTx/>
                <a:latin typeface="Aptos"/>
              </a:rPr>
              <a:t>Fünfte Ebene</a:t>
            </a:r>
            <a:endParaRPr b="0" lang="de-DE" sz="1800" strike="noStrike" u="none">
              <a:solidFill>
                <a:schemeClr val="dk1"/>
              </a:solidFill>
              <a:effectLst/>
              <a:uFillTx/>
              <a:latin typeface="Aptos"/>
            </a:endParaRPr>
          </a:p>
        </p:txBody>
      </p:sp>
      <p:sp>
        <p:nvSpPr>
          <p:cNvPr id="37" name="PlaceHolder 4"/>
          <p:cNvSpPr>
            <a:spLocks noGrp="1"/>
          </p:cNvSpPr>
          <p:nvPr>
            <p:ph type="dt" idx="16"/>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de-DE" sz="1200" strike="noStrike" u="none">
                <a:solidFill>
                  <a:schemeClr val="dk1">
                    <a:tint val="82000"/>
                  </a:schemeClr>
                </a:solidFill>
                <a:effectLst/>
                <a:uFillTx/>
                <a:latin typeface="Aptos"/>
              </a:defRPr>
            </a:lvl1pPr>
          </a:lstStyle>
          <a:p>
            <a:pPr indent="0" defTabSz="914400">
              <a:lnSpc>
                <a:spcPct val="100000"/>
              </a:lnSpc>
              <a:buNone/>
            </a:pPr>
            <a:r>
              <a:rPr b="0" lang="de-DE" sz="1200" strike="noStrike" u="none">
                <a:solidFill>
                  <a:schemeClr val="dk1">
                    <a:tint val="82000"/>
                  </a:schemeClr>
                </a:solidFill>
                <a:effectLst/>
                <a:uFillTx/>
                <a:latin typeface="Aptos"/>
              </a:rPr>
              <a:t>&lt;Datum/Uhrzeit&gt;</a:t>
            </a:r>
            <a:endParaRPr b="0" lang="de-DE" sz="1200" strike="noStrike" u="none">
              <a:solidFill>
                <a:srgbClr val="000000"/>
              </a:solidFill>
              <a:effectLst/>
              <a:uFillTx/>
              <a:latin typeface="Times New Roman"/>
            </a:endParaRPr>
          </a:p>
        </p:txBody>
      </p:sp>
      <p:sp>
        <p:nvSpPr>
          <p:cNvPr id="38" name="PlaceHolder 5"/>
          <p:cNvSpPr>
            <a:spLocks noGrp="1"/>
          </p:cNvSpPr>
          <p:nvPr>
            <p:ph type="ftr" idx="17"/>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de-DE" sz="1400" strike="noStrike" u="none">
                <a:solidFill>
                  <a:srgbClr val="000000"/>
                </a:solidFill>
                <a:effectLst/>
                <a:uFillTx/>
                <a:latin typeface="Times New Roman"/>
              </a:defRPr>
            </a:lvl1pPr>
          </a:lstStyle>
          <a:p>
            <a:pPr indent="0" algn="ctr">
              <a:buNone/>
            </a:pPr>
            <a:r>
              <a:rPr b="0" lang="de-DE" sz="1400" strike="noStrike" u="none">
                <a:solidFill>
                  <a:srgbClr val="000000"/>
                </a:solidFill>
                <a:effectLst/>
                <a:uFillTx/>
                <a:latin typeface="Times New Roman"/>
              </a:rPr>
              <a:t>&lt;Fußzeile&gt;</a:t>
            </a:r>
            <a:endParaRPr b="0" lang="de-DE" sz="1400" strike="noStrike" u="none">
              <a:solidFill>
                <a:srgbClr val="000000"/>
              </a:solidFill>
              <a:effectLst/>
              <a:uFillTx/>
              <a:latin typeface="Times New Roman"/>
            </a:endParaRPr>
          </a:p>
        </p:txBody>
      </p:sp>
      <p:sp>
        <p:nvSpPr>
          <p:cNvPr id="39" name="PlaceHolder 6"/>
          <p:cNvSpPr>
            <a:spLocks noGrp="1"/>
          </p:cNvSpPr>
          <p:nvPr>
            <p:ph type="sldNum" idx="18"/>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de-DE" sz="1200" strike="noStrike" u="none">
                <a:solidFill>
                  <a:schemeClr val="dk1">
                    <a:tint val="82000"/>
                  </a:schemeClr>
                </a:solidFill>
                <a:effectLst/>
                <a:uFillTx/>
                <a:latin typeface="Aptos"/>
              </a:defRPr>
            </a:lvl1pPr>
          </a:lstStyle>
          <a:p>
            <a:pPr indent="0" algn="r" defTabSz="914400">
              <a:lnSpc>
                <a:spcPct val="100000"/>
              </a:lnSpc>
              <a:buNone/>
            </a:pPr>
            <a:fld id="{8623EDEF-6400-4149-B84E-E2937AFFD04E}" type="slidenum">
              <a:rPr b="0" lang="de-DE" sz="1200" strike="noStrike" u="none">
                <a:solidFill>
                  <a:schemeClr val="dk1">
                    <a:tint val="82000"/>
                  </a:schemeClr>
                </a:solidFill>
                <a:effectLst/>
                <a:uFillTx/>
                <a:latin typeface="Aptos"/>
              </a:rPr>
              <a:t>&lt;Foliennummer&gt;</a:t>
            </a:fld>
            <a:endParaRPr b="0" lang="de-DE"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1"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98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de-DE" sz="4400" strike="noStrike" u="none">
                <a:solidFill>
                  <a:schemeClr val="dk1"/>
                </a:solidFill>
                <a:effectLst/>
                <a:uFillTx/>
                <a:latin typeface="Aptos Display"/>
              </a:rPr>
              <a:t>Mastertitelformat bearbeiten</a:t>
            </a:r>
            <a:endParaRPr b="0" lang="de-DE" sz="4400" strike="noStrike" u="none">
              <a:solidFill>
                <a:schemeClr val="dk1"/>
              </a:solidFill>
              <a:effectLst/>
              <a:uFillTx/>
              <a:latin typeface="Aptos"/>
            </a:endParaRPr>
          </a:p>
        </p:txBody>
      </p:sp>
      <p:sp>
        <p:nvSpPr>
          <p:cNvPr id="42" name="PlaceHolder 2"/>
          <p:cNvSpPr>
            <a:spLocks noGrp="1"/>
          </p:cNvSpPr>
          <p:nvPr>
            <p:ph type="body"/>
          </p:nvPr>
        </p:nvSpPr>
        <p:spPr>
          <a:xfrm>
            <a:off x="839880" y="1681200"/>
            <a:ext cx="5157360" cy="823680"/>
          </a:xfrm>
          <a:prstGeom prst="rect">
            <a:avLst/>
          </a:prstGeom>
          <a:noFill/>
          <a:ln w="0">
            <a:noFill/>
          </a:ln>
        </p:spPr>
        <p:txBody>
          <a:bodyPr lIns="91440" rIns="91440" tIns="45720" bIns="45720" anchor="b">
            <a:noAutofit/>
          </a:bodyPr>
          <a:p>
            <a:pPr marL="432000" indent="-324000" defTabSz="914400">
              <a:lnSpc>
                <a:spcPct val="90000"/>
              </a:lnSpc>
              <a:spcBef>
                <a:spcPts val="1001"/>
              </a:spcBef>
              <a:buClr>
                <a:srgbClr val="000000"/>
              </a:buClr>
              <a:buSzPct val="45000"/>
              <a:buFont typeface="Wingdings" charset="2"/>
              <a:buChar char=""/>
              <a:tabLst>
                <a:tab algn="l" pos="0"/>
              </a:tabLst>
            </a:pPr>
            <a:r>
              <a:rPr b="1" lang="de-DE" sz="2400" strike="noStrike" u="none">
                <a:solidFill>
                  <a:schemeClr val="dk1"/>
                </a:solidFill>
                <a:effectLst/>
                <a:uFillTx/>
                <a:latin typeface="Aptos"/>
              </a:rPr>
              <a:t>Mastertextformat bearbeiten</a:t>
            </a:r>
            <a:endParaRPr b="0" lang="de-DE" sz="2400" strike="noStrike" u="none">
              <a:solidFill>
                <a:schemeClr val="dk1"/>
              </a:solidFill>
              <a:effectLst/>
              <a:uFillTx/>
              <a:latin typeface="Aptos"/>
            </a:endParaRPr>
          </a:p>
        </p:txBody>
      </p:sp>
      <p:sp>
        <p:nvSpPr>
          <p:cNvPr id="43" name="PlaceHolder 3"/>
          <p:cNvSpPr>
            <a:spLocks noGrp="1"/>
          </p:cNvSpPr>
          <p:nvPr>
            <p:ph type="body"/>
          </p:nvPr>
        </p:nvSpPr>
        <p:spPr>
          <a:xfrm>
            <a:off x="839880" y="2505240"/>
            <a:ext cx="515736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de-DE" sz="2800" strike="noStrike" u="none">
                <a:solidFill>
                  <a:schemeClr val="dk1"/>
                </a:solidFill>
                <a:effectLst/>
                <a:uFillTx/>
                <a:latin typeface="Aptos"/>
              </a:rPr>
              <a:t>Mastertextformat bearbeiten</a:t>
            </a:r>
            <a:endParaRPr b="0" lang="de-DE" sz="28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pPr>
            <a:r>
              <a:rPr b="0" lang="de-DE" sz="2400" strike="noStrike" u="none">
                <a:solidFill>
                  <a:schemeClr val="dk1"/>
                </a:solidFill>
                <a:effectLst/>
                <a:uFillTx/>
                <a:latin typeface="Aptos"/>
              </a:rPr>
              <a:t>Zweite Ebene</a:t>
            </a:r>
            <a:endParaRPr b="0" lang="de-DE" sz="2400" strike="noStrike" u="none">
              <a:solidFill>
                <a:schemeClr val="dk1"/>
              </a:solidFill>
              <a:effectLst/>
              <a:uFillTx/>
              <a:latin typeface="Aptos"/>
            </a:endParaRPr>
          </a:p>
          <a:p>
            <a:pPr lvl="2" marL="1143000" indent="-228600" defTabSz="914400">
              <a:lnSpc>
                <a:spcPct val="90000"/>
              </a:lnSpc>
              <a:spcBef>
                <a:spcPts val="499"/>
              </a:spcBef>
              <a:buClr>
                <a:srgbClr val="000000"/>
              </a:buClr>
              <a:buFont typeface="Arial"/>
              <a:buChar char="•"/>
            </a:pPr>
            <a:r>
              <a:rPr b="0" lang="de-DE" sz="2000" strike="noStrike" u="none">
                <a:solidFill>
                  <a:schemeClr val="dk1"/>
                </a:solidFill>
                <a:effectLst/>
                <a:uFillTx/>
                <a:latin typeface="Aptos"/>
              </a:rPr>
              <a:t>Dritte Ebene</a:t>
            </a:r>
            <a:endParaRPr b="0" lang="de-DE" sz="2000" strike="noStrike" u="none">
              <a:solidFill>
                <a:schemeClr val="dk1"/>
              </a:solidFill>
              <a:effectLst/>
              <a:uFillTx/>
              <a:latin typeface="Aptos"/>
            </a:endParaRPr>
          </a:p>
          <a:p>
            <a:pPr lvl="3" marL="1600200" indent="-228600" defTabSz="914400">
              <a:lnSpc>
                <a:spcPct val="90000"/>
              </a:lnSpc>
              <a:spcBef>
                <a:spcPts val="499"/>
              </a:spcBef>
              <a:buClr>
                <a:srgbClr val="000000"/>
              </a:buClr>
              <a:buFont typeface="Arial"/>
              <a:buChar char="•"/>
            </a:pPr>
            <a:r>
              <a:rPr b="0" lang="de-DE" sz="1800" strike="noStrike" u="none">
                <a:solidFill>
                  <a:schemeClr val="dk1"/>
                </a:solidFill>
                <a:effectLst/>
                <a:uFillTx/>
                <a:latin typeface="Aptos"/>
              </a:rPr>
              <a:t>Vierte Ebene</a:t>
            </a:r>
            <a:endParaRPr b="0" lang="de-DE" sz="1800" strike="noStrike" u="none">
              <a:solidFill>
                <a:schemeClr val="dk1"/>
              </a:solidFill>
              <a:effectLst/>
              <a:uFillTx/>
              <a:latin typeface="Aptos"/>
            </a:endParaRPr>
          </a:p>
          <a:p>
            <a:pPr lvl="4" marL="2057400" indent="-228600" defTabSz="914400">
              <a:lnSpc>
                <a:spcPct val="90000"/>
              </a:lnSpc>
              <a:spcBef>
                <a:spcPts val="499"/>
              </a:spcBef>
              <a:buClr>
                <a:srgbClr val="000000"/>
              </a:buClr>
              <a:buFont typeface="Arial"/>
              <a:buChar char="•"/>
            </a:pPr>
            <a:r>
              <a:rPr b="0" lang="de-DE" sz="1800" strike="noStrike" u="none">
                <a:solidFill>
                  <a:schemeClr val="dk1"/>
                </a:solidFill>
                <a:effectLst/>
                <a:uFillTx/>
                <a:latin typeface="Aptos"/>
              </a:rPr>
              <a:t>Fünfte Ebene</a:t>
            </a:r>
            <a:endParaRPr b="0" lang="de-DE" sz="1800" strike="noStrike" u="none">
              <a:solidFill>
                <a:schemeClr val="dk1"/>
              </a:solidFill>
              <a:effectLst/>
              <a:uFillTx/>
              <a:latin typeface="Aptos"/>
            </a:endParaRPr>
          </a:p>
        </p:txBody>
      </p:sp>
      <p:sp>
        <p:nvSpPr>
          <p:cNvPr id="44" name="PlaceHolder 4"/>
          <p:cNvSpPr>
            <a:spLocks noGrp="1"/>
          </p:cNvSpPr>
          <p:nvPr>
            <p:ph type="body"/>
          </p:nvPr>
        </p:nvSpPr>
        <p:spPr>
          <a:xfrm>
            <a:off x="6172200" y="1681200"/>
            <a:ext cx="518292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de-DE" sz="2400" strike="noStrike" u="none">
                <a:solidFill>
                  <a:schemeClr val="dk1"/>
                </a:solidFill>
                <a:effectLst/>
                <a:uFillTx/>
                <a:latin typeface="Aptos"/>
              </a:rPr>
              <a:t>Mastertextformat bearbeiten</a:t>
            </a:r>
            <a:endParaRPr b="0" lang="de-DE" sz="2400" strike="noStrike" u="none">
              <a:solidFill>
                <a:schemeClr val="dk1"/>
              </a:solidFill>
              <a:effectLst/>
              <a:uFillTx/>
              <a:latin typeface="Aptos"/>
            </a:endParaRPr>
          </a:p>
        </p:txBody>
      </p:sp>
      <p:sp>
        <p:nvSpPr>
          <p:cNvPr id="45" name="PlaceHolder 5"/>
          <p:cNvSpPr>
            <a:spLocks noGrp="1"/>
          </p:cNvSpPr>
          <p:nvPr>
            <p:ph type="body"/>
          </p:nvPr>
        </p:nvSpPr>
        <p:spPr>
          <a:xfrm>
            <a:off x="6172200" y="2505240"/>
            <a:ext cx="518292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de-DE" sz="2800" strike="noStrike" u="none">
                <a:solidFill>
                  <a:schemeClr val="dk1"/>
                </a:solidFill>
                <a:effectLst/>
                <a:uFillTx/>
                <a:latin typeface="Aptos"/>
              </a:rPr>
              <a:t>Mastertextformat bearbeiten</a:t>
            </a:r>
            <a:endParaRPr b="0" lang="de-DE" sz="28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pPr>
            <a:r>
              <a:rPr b="0" lang="de-DE" sz="2400" strike="noStrike" u="none">
                <a:solidFill>
                  <a:schemeClr val="dk1"/>
                </a:solidFill>
                <a:effectLst/>
                <a:uFillTx/>
                <a:latin typeface="Aptos"/>
              </a:rPr>
              <a:t>Zweite Ebene</a:t>
            </a:r>
            <a:endParaRPr b="0" lang="de-DE" sz="2400" strike="noStrike" u="none">
              <a:solidFill>
                <a:schemeClr val="dk1"/>
              </a:solidFill>
              <a:effectLst/>
              <a:uFillTx/>
              <a:latin typeface="Aptos"/>
            </a:endParaRPr>
          </a:p>
          <a:p>
            <a:pPr lvl="2" marL="1143000" indent="-228600" defTabSz="914400">
              <a:lnSpc>
                <a:spcPct val="90000"/>
              </a:lnSpc>
              <a:spcBef>
                <a:spcPts val="499"/>
              </a:spcBef>
              <a:buClr>
                <a:srgbClr val="000000"/>
              </a:buClr>
              <a:buFont typeface="Arial"/>
              <a:buChar char="•"/>
            </a:pPr>
            <a:r>
              <a:rPr b="0" lang="de-DE" sz="2000" strike="noStrike" u="none">
                <a:solidFill>
                  <a:schemeClr val="dk1"/>
                </a:solidFill>
                <a:effectLst/>
                <a:uFillTx/>
                <a:latin typeface="Aptos"/>
              </a:rPr>
              <a:t>Dritte Ebene</a:t>
            </a:r>
            <a:endParaRPr b="0" lang="de-DE" sz="2000" strike="noStrike" u="none">
              <a:solidFill>
                <a:schemeClr val="dk1"/>
              </a:solidFill>
              <a:effectLst/>
              <a:uFillTx/>
              <a:latin typeface="Aptos"/>
            </a:endParaRPr>
          </a:p>
          <a:p>
            <a:pPr lvl="3" marL="1600200" indent="-228600" defTabSz="914400">
              <a:lnSpc>
                <a:spcPct val="90000"/>
              </a:lnSpc>
              <a:spcBef>
                <a:spcPts val="499"/>
              </a:spcBef>
              <a:buClr>
                <a:srgbClr val="000000"/>
              </a:buClr>
              <a:buFont typeface="Arial"/>
              <a:buChar char="•"/>
            </a:pPr>
            <a:r>
              <a:rPr b="0" lang="de-DE" sz="1800" strike="noStrike" u="none">
                <a:solidFill>
                  <a:schemeClr val="dk1"/>
                </a:solidFill>
                <a:effectLst/>
                <a:uFillTx/>
                <a:latin typeface="Aptos"/>
              </a:rPr>
              <a:t>Vierte Ebene</a:t>
            </a:r>
            <a:endParaRPr b="0" lang="de-DE" sz="1800" strike="noStrike" u="none">
              <a:solidFill>
                <a:schemeClr val="dk1"/>
              </a:solidFill>
              <a:effectLst/>
              <a:uFillTx/>
              <a:latin typeface="Aptos"/>
            </a:endParaRPr>
          </a:p>
          <a:p>
            <a:pPr lvl="4" marL="2057400" indent="-228600" defTabSz="914400">
              <a:lnSpc>
                <a:spcPct val="90000"/>
              </a:lnSpc>
              <a:spcBef>
                <a:spcPts val="499"/>
              </a:spcBef>
              <a:buClr>
                <a:srgbClr val="000000"/>
              </a:buClr>
              <a:buFont typeface="Arial"/>
              <a:buChar char="•"/>
            </a:pPr>
            <a:r>
              <a:rPr b="0" lang="de-DE" sz="1800" strike="noStrike" u="none">
                <a:solidFill>
                  <a:schemeClr val="dk1"/>
                </a:solidFill>
                <a:effectLst/>
                <a:uFillTx/>
                <a:latin typeface="Aptos"/>
              </a:rPr>
              <a:t>Fünfte Ebene</a:t>
            </a:r>
            <a:endParaRPr b="0" lang="de-DE" sz="1800" strike="noStrike" u="none">
              <a:solidFill>
                <a:schemeClr val="dk1"/>
              </a:solidFill>
              <a:effectLst/>
              <a:uFillTx/>
              <a:latin typeface="Aptos"/>
            </a:endParaRPr>
          </a:p>
        </p:txBody>
      </p:sp>
      <p:sp>
        <p:nvSpPr>
          <p:cNvPr id="46" name="PlaceHolder 6"/>
          <p:cNvSpPr>
            <a:spLocks noGrp="1"/>
          </p:cNvSpPr>
          <p:nvPr>
            <p:ph type="dt" idx="19"/>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de-DE" sz="1200" strike="noStrike" u="none">
                <a:solidFill>
                  <a:schemeClr val="dk1">
                    <a:tint val="82000"/>
                  </a:schemeClr>
                </a:solidFill>
                <a:effectLst/>
                <a:uFillTx/>
                <a:latin typeface="Aptos"/>
              </a:defRPr>
            </a:lvl1pPr>
          </a:lstStyle>
          <a:p>
            <a:pPr indent="0" defTabSz="914400">
              <a:lnSpc>
                <a:spcPct val="100000"/>
              </a:lnSpc>
              <a:buNone/>
            </a:pPr>
            <a:r>
              <a:rPr b="0" lang="de-DE" sz="1200" strike="noStrike" u="none">
                <a:solidFill>
                  <a:schemeClr val="dk1">
                    <a:tint val="82000"/>
                  </a:schemeClr>
                </a:solidFill>
                <a:effectLst/>
                <a:uFillTx/>
                <a:latin typeface="Aptos"/>
              </a:rPr>
              <a:t>&lt;Datum/Uhrzeit&gt;</a:t>
            </a:r>
            <a:endParaRPr b="0" lang="de-DE" sz="1200" strike="noStrike" u="none">
              <a:solidFill>
                <a:srgbClr val="000000"/>
              </a:solidFill>
              <a:effectLst/>
              <a:uFillTx/>
              <a:latin typeface="Times New Roman"/>
            </a:endParaRPr>
          </a:p>
        </p:txBody>
      </p:sp>
      <p:sp>
        <p:nvSpPr>
          <p:cNvPr id="47" name="PlaceHolder 7"/>
          <p:cNvSpPr>
            <a:spLocks noGrp="1"/>
          </p:cNvSpPr>
          <p:nvPr>
            <p:ph type="ftr" idx="20"/>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de-DE" sz="1400" strike="noStrike" u="none">
                <a:solidFill>
                  <a:srgbClr val="000000"/>
                </a:solidFill>
                <a:effectLst/>
                <a:uFillTx/>
                <a:latin typeface="Times New Roman"/>
              </a:defRPr>
            </a:lvl1pPr>
          </a:lstStyle>
          <a:p>
            <a:pPr indent="0" algn="ctr">
              <a:buNone/>
            </a:pPr>
            <a:r>
              <a:rPr b="0" lang="de-DE" sz="1400" strike="noStrike" u="none">
                <a:solidFill>
                  <a:srgbClr val="000000"/>
                </a:solidFill>
                <a:effectLst/>
                <a:uFillTx/>
                <a:latin typeface="Times New Roman"/>
              </a:rPr>
              <a:t>&lt;Fußzeile&gt;</a:t>
            </a:r>
            <a:endParaRPr b="0" lang="de-DE" sz="1400" strike="noStrike" u="none">
              <a:solidFill>
                <a:srgbClr val="000000"/>
              </a:solidFill>
              <a:effectLst/>
              <a:uFillTx/>
              <a:latin typeface="Times New Roman"/>
            </a:endParaRPr>
          </a:p>
        </p:txBody>
      </p:sp>
      <p:sp>
        <p:nvSpPr>
          <p:cNvPr id="48" name="PlaceHolder 8"/>
          <p:cNvSpPr>
            <a:spLocks noGrp="1"/>
          </p:cNvSpPr>
          <p:nvPr>
            <p:ph type="sldNum" idx="21"/>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de-DE" sz="1200" strike="noStrike" u="none">
                <a:solidFill>
                  <a:schemeClr val="dk1">
                    <a:tint val="82000"/>
                  </a:schemeClr>
                </a:solidFill>
                <a:effectLst/>
                <a:uFillTx/>
                <a:latin typeface="Aptos"/>
              </a:defRPr>
            </a:lvl1pPr>
          </a:lstStyle>
          <a:p>
            <a:pPr indent="0" algn="r" defTabSz="914400">
              <a:lnSpc>
                <a:spcPct val="100000"/>
              </a:lnSpc>
              <a:buNone/>
            </a:pPr>
            <a:fld id="{92344A12-6EEC-4F91-9CC4-05898F306E54}" type="slidenum">
              <a:rPr b="0" lang="de-DE" sz="1200" strike="noStrike" u="none">
                <a:solidFill>
                  <a:schemeClr val="dk1">
                    <a:tint val="82000"/>
                  </a:schemeClr>
                </a:solidFill>
                <a:effectLst/>
                <a:uFillTx/>
                <a:latin typeface="Aptos"/>
              </a:rPr>
              <a:t>&lt;Foliennummer&gt;</a:t>
            </a:fld>
            <a:endParaRPr b="0" lang="de-DE"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3"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de-DE" sz="4400" strike="noStrike" u="none">
                <a:solidFill>
                  <a:schemeClr val="dk1"/>
                </a:solidFill>
                <a:effectLst/>
                <a:uFillTx/>
                <a:latin typeface="Aptos Display"/>
              </a:rPr>
              <a:t>Mastertitelformat bearbeiten</a:t>
            </a:r>
            <a:endParaRPr b="0" lang="de-DE" sz="4400" strike="noStrike" u="none">
              <a:solidFill>
                <a:schemeClr val="dk1"/>
              </a:solidFill>
              <a:effectLst/>
              <a:uFillTx/>
              <a:latin typeface="Aptos"/>
            </a:endParaRPr>
          </a:p>
        </p:txBody>
      </p:sp>
      <p:sp>
        <p:nvSpPr>
          <p:cNvPr id="51" name="PlaceHolder 2"/>
          <p:cNvSpPr>
            <a:spLocks noGrp="1"/>
          </p:cNvSpPr>
          <p:nvPr>
            <p:ph type="dt" idx="22"/>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de-DE" sz="1200" strike="noStrike" u="none">
                <a:solidFill>
                  <a:schemeClr val="dk1">
                    <a:tint val="82000"/>
                  </a:schemeClr>
                </a:solidFill>
                <a:effectLst/>
                <a:uFillTx/>
                <a:latin typeface="Aptos"/>
              </a:defRPr>
            </a:lvl1pPr>
          </a:lstStyle>
          <a:p>
            <a:pPr indent="0" defTabSz="914400">
              <a:lnSpc>
                <a:spcPct val="100000"/>
              </a:lnSpc>
              <a:buNone/>
            </a:pPr>
            <a:r>
              <a:rPr b="0" lang="de-DE" sz="1200" strike="noStrike" u="none">
                <a:solidFill>
                  <a:schemeClr val="dk1">
                    <a:tint val="82000"/>
                  </a:schemeClr>
                </a:solidFill>
                <a:effectLst/>
                <a:uFillTx/>
                <a:latin typeface="Aptos"/>
              </a:rPr>
              <a:t>&lt;Datum/Uhrzeit&gt;</a:t>
            </a:r>
            <a:endParaRPr b="0" lang="de-DE" sz="1200" strike="noStrike" u="none">
              <a:solidFill>
                <a:srgbClr val="000000"/>
              </a:solidFill>
              <a:effectLst/>
              <a:uFillTx/>
              <a:latin typeface="Times New Roman"/>
            </a:endParaRPr>
          </a:p>
        </p:txBody>
      </p:sp>
      <p:sp>
        <p:nvSpPr>
          <p:cNvPr id="52" name="PlaceHolder 3"/>
          <p:cNvSpPr>
            <a:spLocks noGrp="1"/>
          </p:cNvSpPr>
          <p:nvPr>
            <p:ph type="ftr" idx="23"/>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de-DE" sz="1400" strike="noStrike" u="none">
                <a:solidFill>
                  <a:srgbClr val="000000"/>
                </a:solidFill>
                <a:effectLst/>
                <a:uFillTx/>
                <a:latin typeface="Times New Roman"/>
              </a:defRPr>
            </a:lvl1pPr>
          </a:lstStyle>
          <a:p>
            <a:pPr indent="0" algn="ctr">
              <a:buNone/>
            </a:pPr>
            <a:r>
              <a:rPr b="0" lang="de-DE" sz="1400" strike="noStrike" u="none">
                <a:solidFill>
                  <a:srgbClr val="000000"/>
                </a:solidFill>
                <a:effectLst/>
                <a:uFillTx/>
                <a:latin typeface="Times New Roman"/>
              </a:rPr>
              <a:t>&lt;Fußzeile&gt;</a:t>
            </a:r>
            <a:endParaRPr b="0" lang="de-DE" sz="1400" strike="noStrike" u="none">
              <a:solidFill>
                <a:srgbClr val="000000"/>
              </a:solidFill>
              <a:effectLst/>
              <a:uFillTx/>
              <a:latin typeface="Times New Roman"/>
            </a:endParaRPr>
          </a:p>
        </p:txBody>
      </p:sp>
      <p:sp>
        <p:nvSpPr>
          <p:cNvPr id="53" name="PlaceHolder 4"/>
          <p:cNvSpPr>
            <a:spLocks noGrp="1"/>
          </p:cNvSpPr>
          <p:nvPr>
            <p:ph type="sldNum" idx="24"/>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de-DE" sz="1200" strike="noStrike" u="none">
                <a:solidFill>
                  <a:schemeClr val="dk1">
                    <a:tint val="82000"/>
                  </a:schemeClr>
                </a:solidFill>
                <a:effectLst/>
                <a:uFillTx/>
                <a:latin typeface="Aptos"/>
              </a:defRPr>
            </a:lvl1pPr>
          </a:lstStyle>
          <a:p>
            <a:pPr indent="0" algn="r" defTabSz="914400">
              <a:lnSpc>
                <a:spcPct val="100000"/>
              </a:lnSpc>
              <a:buNone/>
            </a:pPr>
            <a:fld id="{A5E9C41C-5F20-4C63-A49A-B8045B38AC14}" type="slidenum">
              <a:rPr b="0" lang="de-DE" sz="1200" strike="noStrike" u="none">
                <a:solidFill>
                  <a:schemeClr val="dk1">
                    <a:tint val="82000"/>
                  </a:schemeClr>
                </a:solidFill>
                <a:effectLst/>
                <a:uFillTx/>
                <a:latin typeface="Aptos"/>
              </a:rPr>
              <a:t>&lt;Foliennummer&gt;</a:t>
            </a:fld>
            <a:endParaRPr b="0" lang="de-DE" sz="1200" strike="noStrike" u="none">
              <a:solidFill>
                <a:srgbClr val="000000"/>
              </a:solidFill>
              <a:effectLst/>
              <a:uFillTx/>
              <a:latin typeface="Times New Roman"/>
            </a:endParaRPr>
          </a:p>
        </p:txBody>
      </p:sp>
      <p:sp>
        <p:nvSpPr>
          <p:cNvPr id="5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de-DE" sz="2800" strike="noStrike" u="none">
                <a:solidFill>
                  <a:schemeClr val="dk1"/>
                </a:solidFill>
                <a:effectLst/>
                <a:uFillTx/>
                <a:latin typeface="Aptos"/>
              </a:rPr>
              <a:t>Format des Gliederungstextes durch Klicken bearbeiten</a:t>
            </a:r>
            <a:endParaRPr b="0" lang="de-DE" sz="2800" strike="noStrike" u="none">
              <a:solidFill>
                <a:schemeClr val="dk1"/>
              </a:solidFill>
              <a:effectLst/>
              <a:uFillTx/>
              <a:latin typeface="Aptos"/>
            </a:endParaRPr>
          </a:p>
          <a:p>
            <a:pPr lvl="1" marL="864000" indent="-324000">
              <a:lnSpc>
                <a:spcPct val="90000"/>
              </a:lnSpc>
              <a:spcBef>
                <a:spcPts val="1134"/>
              </a:spcBef>
              <a:buClr>
                <a:srgbClr val="000000"/>
              </a:buClr>
              <a:buSzPct val="75000"/>
              <a:buFont typeface="Symbol" charset="2"/>
              <a:buChar char=""/>
            </a:pPr>
            <a:r>
              <a:rPr b="0" lang="de-DE" sz="2000" strike="noStrike" u="none">
                <a:solidFill>
                  <a:schemeClr val="dk1"/>
                </a:solidFill>
                <a:effectLst/>
                <a:uFillTx/>
                <a:latin typeface="Aptos"/>
              </a:rPr>
              <a:t>Zweite Gliederungsebene</a:t>
            </a:r>
            <a:endParaRPr b="0" lang="de-DE" sz="2000" strike="noStrike" u="none">
              <a:solidFill>
                <a:schemeClr val="dk1"/>
              </a:solidFill>
              <a:effectLst/>
              <a:uFillTx/>
              <a:latin typeface="Aptos"/>
            </a:endParaRPr>
          </a:p>
          <a:p>
            <a:pPr lvl="2" marL="1296000" indent="-288000">
              <a:lnSpc>
                <a:spcPct val="90000"/>
              </a:lnSpc>
              <a:spcBef>
                <a:spcPts val="850"/>
              </a:spcBef>
              <a:buClr>
                <a:srgbClr val="000000"/>
              </a:buClr>
              <a:buSzPct val="45000"/>
              <a:buFont typeface="Wingdings" charset="2"/>
              <a:buChar char=""/>
            </a:pPr>
            <a:r>
              <a:rPr b="0" lang="de-DE" sz="1800" strike="noStrike" u="none">
                <a:solidFill>
                  <a:schemeClr val="dk1"/>
                </a:solidFill>
                <a:effectLst/>
                <a:uFillTx/>
                <a:latin typeface="Aptos"/>
              </a:rPr>
              <a:t>Dritte Gliederungsebene</a:t>
            </a:r>
            <a:endParaRPr b="0" lang="de-DE" sz="1800" strike="noStrike" u="none">
              <a:solidFill>
                <a:schemeClr val="dk1"/>
              </a:solidFill>
              <a:effectLst/>
              <a:uFillTx/>
              <a:latin typeface="Aptos"/>
            </a:endParaRPr>
          </a:p>
          <a:p>
            <a:pPr lvl="3" marL="1728000" indent="-216000">
              <a:lnSpc>
                <a:spcPct val="90000"/>
              </a:lnSpc>
              <a:spcBef>
                <a:spcPts val="567"/>
              </a:spcBef>
              <a:buClr>
                <a:srgbClr val="000000"/>
              </a:buClr>
              <a:buSzPct val="75000"/>
              <a:buFont typeface="Symbol" charset="2"/>
              <a:buChar char=""/>
            </a:pPr>
            <a:r>
              <a:rPr b="0" lang="de-DE" sz="1800" strike="noStrike" u="none">
                <a:solidFill>
                  <a:schemeClr val="dk1"/>
                </a:solidFill>
                <a:effectLst/>
                <a:uFillTx/>
                <a:latin typeface="Aptos"/>
              </a:rPr>
              <a:t>Vierte Gliederungsebene</a:t>
            </a:r>
            <a:endParaRPr b="0" lang="de-DE" sz="1800" strike="noStrike" u="none">
              <a:solidFill>
                <a:schemeClr val="dk1"/>
              </a:solidFill>
              <a:effectLst/>
              <a:uFillTx/>
              <a:latin typeface="Aptos"/>
            </a:endParaRPr>
          </a:p>
          <a:p>
            <a:pPr lvl="4" marL="2160000" indent="-216000">
              <a:lnSpc>
                <a:spcPct val="90000"/>
              </a:lnSpc>
              <a:spcBef>
                <a:spcPts val="283"/>
              </a:spcBef>
              <a:buClr>
                <a:srgbClr val="000000"/>
              </a:buClr>
              <a:buSzPct val="45000"/>
              <a:buFont typeface="Wingdings" charset="2"/>
              <a:buChar char=""/>
            </a:pPr>
            <a:r>
              <a:rPr b="0" lang="de-DE" sz="2000" strike="noStrike" u="none">
                <a:solidFill>
                  <a:schemeClr val="dk1"/>
                </a:solidFill>
                <a:effectLst/>
                <a:uFillTx/>
                <a:latin typeface="Aptos"/>
              </a:rPr>
              <a:t>Fünfte Gliederungsebene</a:t>
            </a:r>
            <a:endParaRPr b="0" lang="de-DE" sz="2000" strike="noStrike" u="none">
              <a:solidFill>
                <a:schemeClr val="dk1"/>
              </a:solidFill>
              <a:effectLst/>
              <a:uFillTx/>
              <a:latin typeface="Aptos"/>
            </a:endParaRPr>
          </a:p>
          <a:p>
            <a:pPr lvl="5" marL="2592000" indent="-216000">
              <a:lnSpc>
                <a:spcPct val="90000"/>
              </a:lnSpc>
              <a:spcBef>
                <a:spcPts val="283"/>
              </a:spcBef>
              <a:buClr>
                <a:srgbClr val="000000"/>
              </a:buClr>
              <a:buSzPct val="45000"/>
              <a:buFont typeface="Wingdings" charset="2"/>
              <a:buChar char=""/>
            </a:pPr>
            <a:r>
              <a:rPr b="0" lang="de-DE" sz="2000" strike="noStrike" u="none">
                <a:solidFill>
                  <a:schemeClr val="dk1"/>
                </a:solidFill>
                <a:effectLst/>
                <a:uFillTx/>
                <a:latin typeface="Aptos"/>
              </a:rPr>
              <a:t>Sechste Gliederungsebene</a:t>
            </a:r>
            <a:endParaRPr b="0" lang="de-DE" sz="2000" strike="noStrike" u="none">
              <a:solidFill>
                <a:schemeClr val="dk1"/>
              </a:solidFill>
              <a:effectLst/>
              <a:uFillTx/>
              <a:latin typeface="Aptos"/>
            </a:endParaRPr>
          </a:p>
          <a:p>
            <a:pPr lvl="6" marL="3024000" indent="-216000">
              <a:lnSpc>
                <a:spcPct val="90000"/>
              </a:lnSpc>
              <a:spcBef>
                <a:spcPts val="283"/>
              </a:spcBef>
              <a:buClr>
                <a:srgbClr val="000000"/>
              </a:buClr>
              <a:buSzPct val="45000"/>
              <a:buFont typeface="Wingdings" charset="2"/>
              <a:buChar char=""/>
            </a:pPr>
            <a:r>
              <a:rPr b="0" lang="de-DE" sz="2000" strike="noStrike" u="none">
                <a:solidFill>
                  <a:schemeClr val="dk1"/>
                </a:solidFill>
                <a:effectLst/>
                <a:uFillTx/>
                <a:latin typeface="Aptos"/>
              </a:rPr>
              <a:t>Siebte Gliederungsebene</a:t>
            </a:r>
            <a:endParaRPr b="0" lang="de-DE" sz="2000" strike="noStrike" u="none">
              <a:solidFill>
                <a:schemeClr val="dk1"/>
              </a:solidFill>
              <a:effectLst/>
              <a:uFillTx/>
              <a:latin typeface="Aptos"/>
            </a:endParaRPr>
          </a:p>
        </p:txBody>
      </p:sp>
    </p:spTree>
  </p:cSld>
  <p:clrMap bg1="lt1" tx1="dk1" bg2="lt2" tx2="dk2" accent1="accent1" accent2="accent2" accent3="accent3" accent4="accent4" accent5="accent5" accent6="accent6" hlink="hlink" folHlink="folHlink"/>
  <p:sldLayoutIdLst>
    <p:sldLayoutId id="2147483665"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 name="PlaceHolder 1"/>
          <p:cNvSpPr>
            <a:spLocks noGrp="1"/>
          </p:cNvSpPr>
          <p:nvPr>
            <p:ph type="dt" idx="25"/>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de-DE" sz="1200" strike="noStrike" u="none">
                <a:solidFill>
                  <a:schemeClr val="dk1">
                    <a:tint val="82000"/>
                  </a:schemeClr>
                </a:solidFill>
                <a:effectLst/>
                <a:uFillTx/>
                <a:latin typeface="Aptos"/>
              </a:defRPr>
            </a:lvl1pPr>
          </a:lstStyle>
          <a:p>
            <a:pPr indent="0" defTabSz="914400">
              <a:lnSpc>
                <a:spcPct val="100000"/>
              </a:lnSpc>
              <a:buNone/>
            </a:pPr>
            <a:r>
              <a:rPr b="0" lang="de-DE" sz="1200" strike="noStrike" u="none">
                <a:solidFill>
                  <a:schemeClr val="dk1">
                    <a:tint val="82000"/>
                  </a:schemeClr>
                </a:solidFill>
                <a:effectLst/>
                <a:uFillTx/>
                <a:latin typeface="Aptos"/>
              </a:rPr>
              <a:t>&lt;Datum/Uhrzeit&gt;</a:t>
            </a:r>
            <a:endParaRPr b="0" lang="de-DE" sz="1200" strike="noStrike" u="none">
              <a:solidFill>
                <a:srgbClr val="000000"/>
              </a:solidFill>
              <a:effectLst/>
              <a:uFillTx/>
              <a:latin typeface="Times New Roman"/>
            </a:endParaRPr>
          </a:p>
        </p:txBody>
      </p:sp>
      <p:sp>
        <p:nvSpPr>
          <p:cNvPr id="57" name="PlaceHolder 2"/>
          <p:cNvSpPr>
            <a:spLocks noGrp="1"/>
          </p:cNvSpPr>
          <p:nvPr>
            <p:ph type="ftr" idx="26"/>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de-DE" sz="1400" strike="noStrike" u="none">
                <a:solidFill>
                  <a:srgbClr val="000000"/>
                </a:solidFill>
                <a:effectLst/>
                <a:uFillTx/>
                <a:latin typeface="Times New Roman"/>
              </a:defRPr>
            </a:lvl1pPr>
          </a:lstStyle>
          <a:p>
            <a:pPr indent="0" algn="ctr">
              <a:buNone/>
            </a:pPr>
            <a:r>
              <a:rPr b="0" lang="de-DE" sz="1400" strike="noStrike" u="none">
                <a:solidFill>
                  <a:srgbClr val="000000"/>
                </a:solidFill>
                <a:effectLst/>
                <a:uFillTx/>
                <a:latin typeface="Times New Roman"/>
              </a:rPr>
              <a:t>&lt;Fußzeile&gt;</a:t>
            </a:r>
            <a:endParaRPr b="0" lang="de-DE" sz="1400" strike="noStrike" u="none">
              <a:solidFill>
                <a:srgbClr val="000000"/>
              </a:solidFill>
              <a:effectLst/>
              <a:uFillTx/>
              <a:latin typeface="Times New Roman"/>
            </a:endParaRPr>
          </a:p>
        </p:txBody>
      </p:sp>
      <p:sp>
        <p:nvSpPr>
          <p:cNvPr id="58" name="PlaceHolder 3"/>
          <p:cNvSpPr>
            <a:spLocks noGrp="1"/>
          </p:cNvSpPr>
          <p:nvPr>
            <p:ph type="sldNum" idx="27"/>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de-DE" sz="1200" strike="noStrike" u="none">
                <a:solidFill>
                  <a:schemeClr val="dk1">
                    <a:tint val="82000"/>
                  </a:schemeClr>
                </a:solidFill>
                <a:effectLst/>
                <a:uFillTx/>
                <a:latin typeface="Aptos"/>
              </a:defRPr>
            </a:lvl1pPr>
          </a:lstStyle>
          <a:p>
            <a:pPr indent="0" algn="r" defTabSz="914400">
              <a:lnSpc>
                <a:spcPct val="100000"/>
              </a:lnSpc>
              <a:buNone/>
            </a:pPr>
            <a:fld id="{6B472033-E7C5-4678-89DB-5BA8A9819227}" type="slidenum">
              <a:rPr b="0" lang="de-DE" sz="1200" strike="noStrike" u="none">
                <a:solidFill>
                  <a:schemeClr val="dk1">
                    <a:tint val="82000"/>
                  </a:schemeClr>
                </a:solidFill>
                <a:effectLst/>
                <a:uFillTx/>
                <a:latin typeface="Aptos"/>
              </a:rPr>
              <a:t>&lt;Foliennummer&gt;</a:t>
            </a:fld>
            <a:endParaRPr b="0" lang="de-DE" sz="1200" strike="noStrike" u="none">
              <a:solidFill>
                <a:srgbClr val="000000"/>
              </a:solidFill>
              <a:effectLst/>
              <a:uFillTx/>
              <a:latin typeface="Times New Roman"/>
            </a:endParaRPr>
          </a:p>
        </p:txBody>
      </p:sp>
      <p:sp>
        <p:nvSpPr>
          <p:cNvPr id="59"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de-DE" sz="1800" strike="noStrike" u="none">
                <a:solidFill>
                  <a:schemeClr val="dk1"/>
                </a:solidFill>
                <a:effectLst/>
                <a:uFillTx/>
                <a:latin typeface="Aptos"/>
              </a:rPr>
              <a:t>Format des Titeltextes durch Klicken bearbeiten</a:t>
            </a:r>
            <a:endParaRPr b="0" lang="de-DE" sz="1800" strike="noStrike" u="none">
              <a:solidFill>
                <a:schemeClr val="dk1"/>
              </a:solidFill>
              <a:effectLst/>
              <a:uFillTx/>
              <a:latin typeface="Aptos"/>
            </a:endParaRPr>
          </a:p>
        </p:txBody>
      </p:sp>
      <p:sp>
        <p:nvSpPr>
          <p:cNvPr id="60"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de-DE" sz="2800" strike="noStrike" u="none">
                <a:solidFill>
                  <a:schemeClr val="dk1"/>
                </a:solidFill>
                <a:effectLst/>
                <a:uFillTx/>
                <a:latin typeface="Aptos"/>
              </a:rPr>
              <a:t>Format des Gliederungstextes durch Klicken bearbeiten</a:t>
            </a:r>
            <a:endParaRPr b="0" lang="de-DE" sz="2800" strike="noStrike" u="none">
              <a:solidFill>
                <a:schemeClr val="dk1"/>
              </a:solidFill>
              <a:effectLst/>
              <a:uFillTx/>
              <a:latin typeface="Aptos"/>
            </a:endParaRPr>
          </a:p>
          <a:p>
            <a:pPr lvl="1" marL="864000" indent="-324000">
              <a:lnSpc>
                <a:spcPct val="90000"/>
              </a:lnSpc>
              <a:spcBef>
                <a:spcPts val="1134"/>
              </a:spcBef>
              <a:buClr>
                <a:srgbClr val="000000"/>
              </a:buClr>
              <a:buSzPct val="75000"/>
              <a:buFont typeface="Symbol" charset="2"/>
              <a:buChar char=""/>
            </a:pPr>
            <a:r>
              <a:rPr b="0" lang="de-DE" sz="2000" strike="noStrike" u="none">
                <a:solidFill>
                  <a:schemeClr val="dk1"/>
                </a:solidFill>
                <a:effectLst/>
                <a:uFillTx/>
                <a:latin typeface="Aptos"/>
              </a:rPr>
              <a:t>Zweite Gliederungsebene</a:t>
            </a:r>
            <a:endParaRPr b="0" lang="de-DE" sz="2000" strike="noStrike" u="none">
              <a:solidFill>
                <a:schemeClr val="dk1"/>
              </a:solidFill>
              <a:effectLst/>
              <a:uFillTx/>
              <a:latin typeface="Aptos"/>
            </a:endParaRPr>
          </a:p>
          <a:p>
            <a:pPr lvl="2" marL="1296000" indent="-288000">
              <a:lnSpc>
                <a:spcPct val="90000"/>
              </a:lnSpc>
              <a:spcBef>
                <a:spcPts val="850"/>
              </a:spcBef>
              <a:buClr>
                <a:srgbClr val="000000"/>
              </a:buClr>
              <a:buSzPct val="45000"/>
              <a:buFont typeface="Wingdings" charset="2"/>
              <a:buChar char=""/>
            </a:pPr>
            <a:r>
              <a:rPr b="0" lang="de-DE" sz="1800" strike="noStrike" u="none">
                <a:solidFill>
                  <a:schemeClr val="dk1"/>
                </a:solidFill>
                <a:effectLst/>
                <a:uFillTx/>
                <a:latin typeface="Aptos"/>
              </a:rPr>
              <a:t>Dritte Gliederungsebene</a:t>
            </a:r>
            <a:endParaRPr b="0" lang="de-DE" sz="1800" strike="noStrike" u="none">
              <a:solidFill>
                <a:schemeClr val="dk1"/>
              </a:solidFill>
              <a:effectLst/>
              <a:uFillTx/>
              <a:latin typeface="Aptos"/>
            </a:endParaRPr>
          </a:p>
          <a:p>
            <a:pPr lvl="3" marL="1728000" indent="-216000">
              <a:lnSpc>
                <a:spcPct val="90000"/>
              </a:lnSpc>
              <a:spcBef>
                <a:spcPts val="567"/>
              </a:spcBef>
              <a:buClr>
                <a:srgbClr val="000000"/>
              </a:buClr>
              <a:buSzPct val="75000"/>
              <a:buFont typeface="Symbol" charset="2"/>
              <a:buChar char=""/>
            </a:pPr>
            <a:r>
              <a:rPr b="0" lang="de-DE" sz="1800" strike="noStrike" u="none">
                <a:solidFill>
                  <a:schemeClr val="dk1"/>
                </a:solidFill>
                <a:effectLst/>
                <a:uFillTx/>
                <a:latin typeface="Aptos"/>
              </a:rPr>
              <a:t>Vierte Gliederungsebene</a:t>
            </a:r>
            <a:endParaRPr b="0" lang="de-DE" sz="1800" strike="noStrike" u="none">
              <a:solidFill>
                <a:schemeClr val="dk1"/>
              </a:solidFill>
              <a:effectLst/>
              <a:uFillTx/>
              <a:latin typeface="Aptos"/>
            </a:endParaRPr>
          </a:p>
          <a:p>
            <a:pPr lvl="4" marL="2160000" indent="-216000">
              <a:lnSpc>
                <a:spcPct val="90000"/>
              </a:lnSpc>
              <a:spcBef>
                <a:spcPts val="283"/>
              </a:spcBef>
              <a:buClr>
                <a:srgbClr val="000000"/>
              </a:buClr>
              <a:buSzPct val="45000"/>
              <a:buFont typeface="Wingdings" charset="2"/>
              <a:buChar char=""/>
            </a:pPr>
            <a:r>
              <a:rPr b="0" lang="de-DE" sz="2000" strike="noStrike" u="none">
                <a:solidFill>
                  <a:schemeClr val="dk1"/>
                </a:solidFill>
                <a:effectLst/>
                <a:uFillTx/>
                <a:latin typeface="Aptos"/>
              </a:rPr>
              <a:t>Fünfte Gliederungsebene</a:t>
            </a:r>
            <a:endParaRPr b="0" lang="de-DE" sz="2000" strike="noStrike" u="none">
              <a:solidFill>
                <a:schemeClr val="dk1"/>
              </a:solidFill>
              <a:effectLst/>
              <a:uFillTx/>
              <a:latin typeface="Aptos"/>
            </a:endParaRPr>
          </a:p>
          <a:p>
            <a:pPr lvl="5" marL="2592000" indent="-216000">
              <a:lnSpc>
                <a:spcPct val="90000"/>
              </a:lnSpc>
              <a:spcBef>
                <a:spcPts val="283"/>
              </a:spcBef>
              <a:buClr>
                <a:srgbClr val="000000"/>
              </a:buClr>
              <a:buSzPct val="45000"/>
              <a:buFont typeface="Wingdings" charset="2"/>
              <a:buChar char=""/>
            </a:pPr>
            <a:r>
              <a:rPr b="0" lang="de-DE" sz="2000" strike="noStrike" u="none">
                <a:solidFill>
                  <a:schemeClr val="dk1"/>
                </a:solidFill>
                <a:effectLst/>
                <a:uFillTx/>
                <a:latin typeface="Aptos"/>
              </a:rPr>
              <a:t>Sechste Gliederungsebene</a:t>
            </a:r>
            <a:endParaRPr b="0" lang="de-DE" sz="2000" strike="noStrike" u="none">
              <a:solidFill>
                <a:schemeClr val="dk1"/>
              </a:solidFill>
              <a:effectLst/>
              <a:uFillTx/>
              <a:latin typeface="Aptos"/>
            </a:endParaRPr>
          </a:p>
          <a:p>
            <a:pPr lvl="6" marL="3024000" indent="-216000">
              <a:lnSpc>
                <a:spcPct val="90000"/>
              </a:lnSpc>
              <a:spcBef>
                <a:spcPts val="283"/>
              </a:spcBef>
              <a:buClr>
                <a:srgbClr val="000000"/>
              </a:buClr>
              <a:buSzPct val="45000"/>
              <a:buFont typeface="Wingdings" charset="2"/>
              <a:buChar char=""/>
            </a:pPr>
            <a:r>
              <a:rPr b="0" lang="de-DE" sz="2000" strike="noStrike" u="none">
                <a:solidFill>
                  <a:schemeClr val="dk1"/>
                </a:solidFill>
                <a:effectLst/>
                <a:uFillTx/>
                <a:latin typeface="Aptos"/>
              </a:rPr>
              <a:t>Siebte Gliederungsebene</a:t>
            </a:r>
            <a:endParaRPr b="0" lang="de-DE" sz="2000" strike="noStrike" u="none">
              <a:solidFill>
                <a:schemeClr val="dk1"/>
              </a:solidFill>
              <a:effectLst/>
              <a:uFillTx/>
              <a:latin typeface="Aptos"/>
            </a:endParaRPr>
          </a:p>
        </p:txBody>
      </p:sp>
    </p:spTree>
  </p:cSld>
  <p:clrMap bg1="lt1" tx1="dk1" bg2="lt2" tx2="dk2" accent1="accent1" accent2="accent2" accent3="accent3" accent4="accent4" accent5="accent5" accent6="accent6" hlink="hlink" folHlink="folHlink"/>
  <p:sldLayoutIdLst>
    <p:sldLayoutId id="2147483667"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b="0" lang="de-DE" sz="3200" strike="noStrike" u="none">
                <a:solidFill>
                  <a:schemeClr val="dk1"/>
                </a:solidFill>
                <a:effectLst/>
                <a:uFillTx/>
                <a:latin typeface="Aptos Display"/>
              </a:rPr>
              <a:t>Mastertitelformat bearbeiten</a:t>
            </a:r>
            <a:endParaRPr b="0" lang="de-DE" sz="3200" strike="noStrike" u="none">
              <a:solidFill>
                <a:schemeClr val="dk1"/>
              </a:solidFill>
              <a:effectLst/>
              <a:uFillTx/>
              <a:latin typeface="Aptos"/>
            </a:endParaRPr>
          </a:p>
        </p:txBody>
      </p:sp>
      <p:sp>
        <p:nvSpPr>
          <p:cNvPr id="62" name="PlaceHolder 2"/>
          <p:cNvSpPr>
            <a:spLocks noGrp="1"/>
          </p:cNvSpPr>
          <p:nvPr>
            <p:ph type="body"/>
          </p:nvPr>
        </p:nvSpPr>
        <p:spPr>
          <a:xfrm>
            <a:off x="5183280" y="987480"/>
            <a:ext cx="6171840" cy="4873320"/>
          </a:xfrm>
          <a:prstGeom prst="rect">
            <a:avLst/>
          </a:prstGeom>
          <a:noFill/>
          <a:ln w="0">
            <a:noFill/>
          </a:ln>
        </p:spPr>
        <p:txBody>
          <a:bodyPr lIns="91440" rIns="91440" tIns="45720" bIns="45720" anchor="t">
            <a:noAutofit/>
          </a:bodyPr>
          <a:p>
            <a:pPr marL="432000" indent="-324000" defTabSz="914400">
              <a:lnSpc>
                <a:spcPct val="90000"/>
              </a:lnSpc>
              <a:spcBef>
                <a:spcPts val="1001"/>
              </a:spcBef>
              <a:buClr>
                <a:srgbClr val="000000"/>
              </a:buClr>
              <a:buSzPct val="45000"/>
              <a:buFont typeface="Wingdings" charset="2"/>
              <a:buChar char=""/>
            </a:pPr>
            <a:r>
              <a:rPr b="0" lang="de-DE" sz="3200" strike="noStrike" u="none">
                <a:solidFill>
                  <a:schemeClr val="dk1"/>
                </a:solidFill>
                <a:effectLst/>
                <a:uFillTx/>
                <a:latin typeface="Aptos"/>
              </a:rPr>
              <a:t>Mastertextformat bearbeiten</a:t>
            </a:r>
            <a:endParaRPr b="0" lang="de-DE" sz="3200" strike="noStrike" u="none">
              <a:solidFill>
                <a:schemeClr val="dk1"/>
              </a:solidFill>
              <a:effectLst/>
              <a:uFillTx/>
              <a:latin typeface="Aptos"/>
            </a:endParaRPr>
          </a:p>
          <a:p>
            <a:pPr lvl="1" marL="864000" indent="-324000" defTabSz="914400">
              <a:lnSpc>
                <a:spcPct val="90000"/>
              </a:lnSpc>
              <a:spcBef>
                <a:spcPts val="499"/>
              </a:spcBef>
              <a:buClr>
                <a:srgbClr val="000000"/>
              </a:buClr>
              <a:buSzPct val="75000"/>
              <a:buFont typeface="Symbol" charset="2"/>
              <a:buChar char=""/>
            </a:pPr>
            <a:r>
              <a:rPr b="0" lang="de-DE" sz="2800" strike="noStrike" u="none">
                <a:solidFill>
                  <a:schemeClr val="dk1"/>
                </a:solidFill>
                <a:effectLst/>
                <a:uFillTx/>
                <a:latin typeface="Aptos"/>
              </a:rPr>
              <a:t>Zweite Ebene</a:t>
            </a:r>
            <a:endParaRPr b="0" lang="de-DE" sz="2800" strike="noStrike" u="none">
              <a:solidFill>
                <a:schemeClr val="dk1"/>
              </a:solidFill>
              <a:effectLst/>
              <a:uFillTx/>
              <a:latin typeface="Aptos"/>
            </a:endParaRPr>
          </a:p>
          <a:p>
            <a:pPr lvl="2" marL="1296000" indent="-288000" defTabSz="914400">
              <a:lnSpc>
                <a:spcPct val="90000"/>
              </a:lnSpc>
              <a:spcBef>
                <a:spcPts val="499"/>
              </a:spcBef>
              <a:buClr>
                <a:srgbClr val="000000"/>
              </a:buClr>
              <a:buSzPct val="45000"/>
              <a:buFont typeface="Wingdings" charset="2"/>
              <a:buChar char=""/>
            </a:pPr>
            <a:r>
              <a:rPr b="0" lang="de-DE" sz="2400" strike="noStrike" u="none">
                <a:solidFill>
                  <a:schemeClr val="dk1"/>
                </a:solidFill>
                <a:effectLst/>
                <a:uFillTx/>
                <a:latin typeface="Aptos"/>
              </a:rPr>
              <a:t>Dritte Ebene</a:t>
            </a:r>
            <a:endParaRPr b="0" lang="de-DE" sz="2400" strike="noStrike" u="none">
              <a:solidFill>
                <a:schemeClr val="dk1"/>
              </a:solidFill>
              <a:effectLst/>
              <a:uFillTx/>
              <a:latin typeface="Aptos"/>
            </a:endParaRPr>
          </a:p>
          <a:p>
            <a:pPr lvl="3" marL="1728000" indent="-216000" defTabSz="914400">
              <a:lnSpc>
                <a:spcPct val="90000"/>
              </a:lnSpc>
              <a:spcBef>
                <a:spcPts val="499"/>
              </a:spcBef>
              <a:buClr>
                <a:srgbClr val="000000"/>
              </a:buClr>
              <a:buSzPct val="75000"/>
              <a:buFont typeface="Symbol" charset="2"/>
              <a:buChar char=""/>
            </a:pPr>
            <a:r>
              <a:rPr b="0" lang="de-DE" sz="2000" strike="noStrike" u="none">
                <a:solidFill>
                  <a:schemeClr val="dk1"/>
                </a:solidFill>
                <a:effectLst/>
                <a:uFillTx/>
                <a:latin typeface="Aptos"/>
              </a:rPr>
              <a:t>Vierte Ebene</a:t>
            </a:r>
            <a:endParaRPr b="0" lang="de-DE" sz="2000" strike="noStrike" u="none">
              <a:solidFill>
                <a:schemeClr val="dk1"/>
              </a:solidFill>
              <a:effectLst/>
              <a:uFillTx/>
              <a:latin typeface="Aptos"/>
            </a:endParaRPr>
          </a:p>
          <a:p>
            <a:pPr lvl="4" marL="2160000" indent="-216000" defTabSz="914400">
              <a:lnSpc>
                <a:spcPct val="90000"/>
              </a:lnSpc>
              <a:spcBef>
                <a:spcPts val="499"/>
              </a:spcBef>
              <a:buClr>
                <a:srgbClr val="000000"/>
              </a:buClr>
              <a:buSzPct val="45000"/>
              <a:buFont typeface="Wingdings" charset="2"/>
              <a:buChar char=""/>
            </a:pPr>
            <a:r>
              <a:rPr b="0" lang="de-DE" sz="2000" strike="noStrike" u="none">
                <a:solidFill>
                  <a:schemeClr val="dk1"/>
                </a:solidFill>
                <a:effectLst/>
                <a:uFillTx/>
                <a:latin typeface="Aptos"/>
              </a:rPr>
              <a:t>Fünfte Ebene</a:t>
            </a:r>
            <a:endParaRPr b="0" lang="de-DE" sz="2000" strike="noStrike" u="none">
              <a:solidFill>
                <a:schemeClr val="dk1"/>
              </a:solidFill>
              <a:effectLst/>
              <a:uFillTx/>
              <a:latin typeface="Aptos"/>
            </a:endParaRPr>
          </a:p>
        </p:txBody>
      </p:sp>
      <p:sp>
        <p:nvSpPr>
          <p:cNvPr id="63"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de-DE" sz="1600" strike="noStrike" u="none">
                <a:solidFill>
                  <a:schemeClr val="dk1"/>
                </a:solidFill>
                <a:effectLst/>
                <a:uFillTx/>
                <a:latin typeface="Aptos"/>
              </a:rPr>
              <a:t>Mastertextformat bearbeiten</a:t>
            </a:r>
            <a:endParaRPr b="0" lang="de-DE" sz="1600" strike="noStrike" u="none">
              <a:solidFill>
                <a:schemeClr val="dk1"/>
              </a:solidFill>
              <a:effectLst/>
              <a:uFillTx/>
              <a:latin typeface="Aptos"/>
            </a:endParaRPr>
          </a:p>
        </p:txBody>
      </p:sp>
      <p:sp>
        <p:nvSpPr>
          <p:cNvPr id="64" name="PlaceHolder 4"/>
          <p:cNvSpPr>
            <a:spLocks noGrp="1"/>
          </p:cNvSpPr>
          <p:nvPr>
            <p:ph type="dt" idx="28"/>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de-DE" sz="1200" strike="noStrike" u="none">
                <a:solidFill>
                  <a:schemeClr val="dk1">
                    <a:tint val="82000"/>
                  </a:schemeClr>
                </a:solidFill>
                <a:effectLst/>
                <a:uFillTx/>
                <a:latin typeface="Aptos"/>
              </a:defRPr>
            </a:lvl1pPr>
          </a:lstStyle>
          <a:p>
            <a:pPr indent="0" defTabSz="914400">
              <a:lnSpc>
                <a:spcPct val="100000"/>
              </a:lnSpc>
              <a:buNone/>
            </a:pPr>
            <a:r>
              <a:rPr b="0" lang="de-DE" sz="1200" strike="noStrike" u="none">
                <a:solidFill>
                  <a:schemeClr val="dk1">
                    <a:tint val="82000"/>
                  </a:schemeClr>
                </a:solidFill>
                <a:effectLst/>
                <a:uFillTx/>
                <a:latin typeface="Aptos"/>
              </a:rPr>
              <a:t>&lt;Datum/Uhrzeit&gt;</a:t>
            </a:r>
            <a:endParaRPr b="0" lang="de-DE" sz="1200" strike="noStrike" u="none">
              <a:solidFill>
                <a:srgbClr val="000000"/>
              </a:solidFill>
              <a:effectLst/>
              <a:uFillTx/>
              <a:latin typeface="Times New Roman"/>
            </a:endParaRPr>
          </a:p>
        </p:txBody>
      </p:sp>
      <p:sp>
        <p:nvSpPr>
          <p:cNvPr id="65" name="PlaceHolder 5"/>
          <p:cNvSpPr>
            <a:spLocks noGrp="1"/>
          </p:cNvSpPr>
          <p:nvPr>
            <p:ph type="ftr" idx="29"/>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de-DE" sz="1400" strike="noStrike" u="none">
                <a:solidFill>
                  <a:srgbClr val="000000"/>
                </a:solidFill>
                <a:effectLst/>
                <a:uFillTx/>
                <a:latin typeface="Times New Roman"/>
              </a:defRPr>
            </a:lvl1pPr>
          </a:lstStyle>
          <a:p>
            <a:pPr indent="0" algn="ctr">
              <a:buNone/>
            </a:pPr>
            <a:r>
              <a:rPr b="0" lang="de-DE" sz="1400" strike="noStrike" u="none">
                <a:solidFill>
                  <a:srgbClr val="000000"/>
                </a:solidFill>
                <a:effectLst/>
                <a:uFillTx/>
                <a:latin typeface="Times New Roman"/>
              </a:rPr>
              <a:t>&lt;Fußzeile&gt;</a:t>
            </a:r>
            <a:endParaRPr b="0" lang="de-DE" sz="1400" strike="noStrike" u="none">
              <a:solidFill>
                <a:srgbClr val="000000"/>
              </a:solidFill>
              <a:effectLst/>
              <a:uFillTx/>
              <a:latin typeface="Times New Roman"/>
            </a:endParaRPr>
          </a:p>
        </p:txBody>
      </p:sp>
      <p:sp>
        <p:nvSpPr>
          <p:cNvPr id="66" name="PlaceHolder 6"/>
          <p:cNvSpPr>
            <a:spLocks noGrp="1"/>
          </p:cNvSpPr>
          <p:nvPr>
            <p:ph type="sldNum" idx="30"/>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de-DE" sz="1200" strike="noStrike" u="none">
                <a:solidFill>
                  <a:schemeClr val="dk1">
                    <a:tint val="82000"/>
                  </a:schemeClr>
                </a:solidFill>
                <a:effectLst/>
                <a:uFillTx/>
                <a:latin typeface="Aptos"/>
              </a:defRPr>
            </a:lvl1pPr>
          </a:lstStyle>
          <a:p>
            <a:pPr indent="0" algn="r" defTabSz="914400">
              <a:lnSpc>
                <a:spcPct val="100000"/>
              </a:lnSpc>
              <a:buNone/>
            </a:pPr>
            <a:fld id="{CD2399B5-0D61-4E90-BCF2-5ACE4BDC0735}" type="slidenum">
              <a:rPr b="0" lang="de-DE" sz="1200" strike="noStrike" u="none">
                <a:solidFill>
                  <a:schemeClr val="dk1">
                    <a:tint val="82000"/>
                  </a:schemeClr>
                </a:solidFill>
                <a:effectLst/>
                <a:uFillTx/>
                <a:latin typeface="Aptos"/>
              </a:rPr>
              <a:t>&lt;Foliennummer&gt;</a:t>
            </a:fld>
            <a:endParaRPr b="0" lang="de-DE"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7"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b="0" lang="de-DE" sz="3200" strike="noStrike" u="none">
                <a:solidFill>
                  <a:schemeClr val="dk1"/>
                </a:solidFill>
                <a:effectLst/>
                <a:uFillTx/>
                <a:latin typeface="Aptos Display"/>
              </a:rPr>
              <a:t>Mastertitelformat bearbeiten</a:t>
            </a:r>
            <a:endParaRPr b="0" lang="de-DE" sz="3200" strike="noStrike" u="none">
              <a:solidFill>
                <a:schemeClr val="dk1"/>
              </a:solidFill>
              <a:effectLst/>
              <a:uFillTx/>
              <a:latin typeface="Aptos"/>
            </a:endParaRPr>
          </a:p>
        </p:txBody>
      </p:sp>
      <p:sp>
        <p:nvSpPr>
          <p:cNvPr id="68" name="PlaceHolder 2"/>
          <p:cNvSpPr>
            <a:spLocks noGrp="1"/>
          </p:cNvSpPr>
          <p:nvPr>
            <p:ph type="body"/>
          </p:nvPr>
        </p:nvSpPr>
        <p:spPr>
          <a:xfrm>
            <a:off x="5183280" y="987480"/>
            <a:ext cx="6171840" cy="48733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de-DE" sz="2800" strike="noStrike" u="none">
                <a:solidFill>
                  <a:schemeClr val="dk1"/>
                </a:solidFill>
                <a:effectLst/>
                <a:uFillTx/>
                <a:latin typeface="Aptos"/>
              </a:rPr>
              <a:t>Format des Gliederungstextes durch Klicken bearbeiten</a:t>
            </a:r>
            <a:endParaRPr b="0" lang="de-DE" sz="2800" strike="noStrike" u="none">
              <a:solidFill>
                <a:schemeClr val="dk1"/>
              </a:solidFill>
              <a:effectLst/>
              <a:uFillTx/>
              <a:latin typeface="Aptos"/>
            </a:endParaRPr>
          </a:p>
          <a:p>
            <a:pPr lvl="1" marL="864000" indent="-324000">
              <a:lnSpc>
                <a:spcPct val="90000"/>
              </a:lnSpc>
              <a:spcBef>
                <a:spcPts val="1134"/>
              </a:spcBef>
              <a:buClr>
                <a:srgbClr val="000000"/>
              </a:buClr>
              <a:buSzPct val="75000"/>
              <a:buFont typeface="Symbol" charset="2"/>
              <a:buChar char=""/>
            </a:pPr>
            <a:r>
              <a:rPr b="0" lang="de-DE" sz="2000" strike="noStrike" u="none">
                <a:solidFill>
                  <a:schemeClr val="dk1"/>
                </a:solidFill>
                <a:effectLst/>
                <a:uFillTx/>
                <a:latin typeface="Aptos"/>
              </a:rPr>
              <a:t>Zweite Gliederungsebene</a:t>
            </a:r>
            <a:endParaRPr b="0" lang="de-DE" sz="2000" strike="noStrike" u="none">
              <a:solidFill>
                <a:schemeClr val="dk1"/>
              </a:solidFill>
              <a:effectLst/>
              <a:uFillTx/>
              <a:latin typeface="Aptos"/>
            </a:endParaRPr>
          </a:p>
          <a:p>
            <a:pPr lvl="2" marL="1296000" indent="-288000">
              <a:lnSpc>
                <a:spcPct val="90000"/>
              </a:lnSpc>
              <a:spcBef>
                <a:spcPts val="850"/>
              </a:spcBef>
              <a:buClr>
                <a:srgbClr val="000000"/>
              </a:buClr>
              <a:buSzPct val="45000"/>
              <a:buFont typeface="Wingdings" charset="2"/>
              <a:buChar char=""/>
            </a:pPr>
            <a:r>
              <a:rPr b="0" lang="de-DE" sz="1800" strike="noStrike" u="none">
                <a:solidFill>
                  <a:schemeClr val="dk1"/>
                </a:solidFill>
                <a:effectLst/>
                <a:uFillTx/>
                <a:latin typeface="Aptos"/>
              </a:rPr>
              <a:t>Dritte Gliederungsebene</a:t>
            </a:r>
            <a:endParaRPr b="0" lang="de-DE" sz="1800" strike="noStrike" u="none">
              <a:solidFill>
                <a:schemeClr val="dk1"/>
              </a:solidFill>
              <a:effectLst/>
              <a:uFillTx/>
              <a:latin typeface="Aptos"/>
            </a:endParaRPr>
          </a:p>
          <a:p>
            <a:pPr lvl="3" marL="1728000" indent="-216000">
              <a:lnSpc>
                <a:spcPct val="90000"/>
              </a:lnSpc>
              <a:spcBef>
                <a:spcPts val="567"/>
              </a:spcBef>
              <a:buClr>
                <a:srgbClr val="000000"/>
              </a:buClr>
              <a:buSzPct val="75000"/>
              <a:buFont typeface="Symbol" charset="2"/>
              <a:buChar char=""/>
            </a:pPr>
            <a:r>
              <a:rPr b="0" lang="de-DE" sz="1800" strike="noStrike" u="none">
                <a:solidFill>
                  <a:schemeClr val="dk1"/>
                </a:solidFill>
                <a:effectLst/>
                <a:uFillTx/>
                <a:latin typeface="Aptos"/>
              </a:rPr>
              <a:t>Vierte Gliederungsebene</a:t>
            </a:r>
            <a:endParaRPr b="0" lang="de-DE" sz="1800" strike="noStrike" u="none">
              <a:solidFill>
                <a:schemeClr val="dk1"/>
              </a:solidFill>
              <a:effectLst/>
              <a:uFillTx/>
              <a:latin typeface="Aptos"/>
            </a:endParaRPr>
          </a:p>
          <a:p>
            <a:pPr lvl="4" marL="2160000" indent="-216000">
              <a:lnSpc>
                <a:spcPct val="90000"/>
              </a:lnSpc>
              <a:spcBef>
                <a:spcPts val="283"/>
              </a:spcBef>
              <a:buClr>
                <a:srgbClr val="000000"/>
              </a:buClr>
              <a:buSzPct val="45000"/>
              <a:buFont typeface="Wingdings" charset="2"/>
              <a:buChar char=""/>
            </a:pPr>
            <a:r>
              <a:rPr b="0" lang="de-DE" sz="2000" strike="noStrike" u="none">
                <a:solidFill>
                  <a:schemeClr val="dk1"/>
                </a:solidFill>
                <a:effectLst/>
                <a:uFillTx/>
                <a:latin typeface="Aptos"/>
              </a:rPr>
              <a:t>Fünfte Gliederungsebene</a:t>
            </a:r>
            <a:endParaRPr b="0" lang="de-DE" sz="2000" strike="noStrike" u="none">
              <a:solidFill>
                <a:schemeClr val="dk1"/>
              </a:solidFill>
              <a:effectLst/>
              <a:uFillTx/>
              <a:latin typeface="Aptos"/>
            </a:endParaRPr>
          </a:p>
          <a:p>
            <a:pPr lvl="5" marL="2592000" indent="-216000">
              <a:lnSpc>
                <a:spcPct val="90000"/>
              </a:lnSpc>
              <a:spcBef>
                <a:spcPts val="283"/>
              </a:spcBef>
              <a:buClr>
                <a:srgbClr val="000000"/>
              </a:buClr>
              <a:buSzPct val="45000"/>
              <a:buFont typeface="Wingdings" charset="2"/>
              <a:buChar char=""/>
            </a:pPr>
            <a:r>
              <a:rPr b="0" lang="de-DE" sz="2000" strike="noStrike" u="none">
                <a:solidFill>
                  <a:schemeClr val="dk1"/>
                </a:solidFill>
                <a:effectLst/>
                <a:uFillTx/>
                <a:latin typeface="Aptos"/>
              </a:rPr>
              <a:t>Sechste Gliederungsebene</a:t>
            </a:r>
            <a:endParaRPr b="0" lang="de-DE" sz="2000" strike="noStrike" u="none">
              <a:solidFill>
                <a:schemeClr val="dk1"/>
              </a:solidFill>
              <a:effectLst/>
              <a:uFillTx/>
              <a:latin typeface="Aptos"/>
            </a:endParaRPr>
          </a:p>
          <a:p>
            <a:pPr lvl="6" marL="3024000" indent="-216000">
              <a:lnSpc>
                <a:spcPct val="90000"/>
              </a:lnSpc>
              <a:spcBef>
                <a:spcPts val="283"/>
              </a:spcBef>
              <a:buClr>
                <a:srgbClr val="000000"/>
              </a:buClr>
              <a:buSzPct val="45000"/>
              <a:buFont typeface="Wingdings" charset="2"/>
              <a:buChar char=""/>
            </a:pPr>
            <a:r>
              <a:rPr b="0" lang="de-DE" sz="2000" strike="noStrike" u="none">
                <a:solidFill>
                  <a:schemeClr val="dk1"/>
                </a:solidFill>
                <a:effectLst/>
                <a:uFillTx/>
                <a:latin typeface="Aptos"/>
              </a:rPr>
              <a:t>Siebte Gliederungsebene</a:t>
            </a:r>
            <a:endParaRPr b="0" lang="de-DE" sz="2000" strike="noStrike" u="none">
              <a:solidFill>
                <a:schemeClr val="dk1"/>
              </a:solidFill>
              <a:effectLst/>
              <a:uFillTx/>
              <a:latin typeface="Aptos"/>
            </a:endParaRPr>
          </a:p>
        </p:txBody>
      </p:sp>
      <p:sp>
        <p:nvSpPr>
          <p:cNvPr id="69"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de-DE" sz="1600" strike="noStrike" u="none">
                <a:solidFill>
                  <a:schemeClr val="dk1"/>
                </a:solidFill>
                <a:effectLst/>
                <a:uFillTx/>
                <a:latin typeface="Aptos"/>
              </a:rPr>
              <a:t>Mastertextformat bearbeiten</a:t>
            </a:r>
            <a:endParaRPr b="0" lang="de-DE" sz="1600" strike="noStrike" u="none">
              <a:solidFill>
                <a:schemeClr val="dk1"/>
              </a:solidFill>
              <a:effectLst/>
              <a:uFillTx/>
              <a:latin typeface="Aptos"/>
            </a:endParaRPr>
          </a:p>
        </p:txBody>
      </p:sp>
      <p:sp>
        <p:nvSpPr>
          <p:cNvPr id="70" name="PlaceHolder 4"/>
          <p:cNvSpPr>
            <a:spLocks noGrp="1"/>
          </p:cNvSpPr>
          <p:nvPr>
            <p:ph type="dt" idx="3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de-DE" sz="1200" strike="noStrike" u="none">
                <a:solidFill>
                  <a:schemeClr val="dk1">
                    <a:tint val="82000"/>
                  </a:schemeClr>
                </a:solidFill>
                <a:effectLst/>
                <a:uFillTx/>
                <a:latin typeface="Aptos"/>
              </a:defRPr>
            </a:lvl1pPr>
          </a:lstStyle>
          <a:p>
            <a:pPr indent="0" defTabSz="914400">
              <a:lnSpc>
                <a:spcPct val="100000"/>
              </a:lnSpc>
              <a:buNone/>
            </a:pPr>
            <a:r>
              <a:rPr b="0" lang="de-DE" sz="1200" strike="noStrike" u="none">
                <a:solidFill>
                  <a:schemeClr val="dk1">
                    <a:tint val="82000"/>
                  </a:schemeClr>
                </a:solidFill>
                <a:effectLst/>
                <a:uFillTx/>
                <a:latin typeface="Aptos"/>
              </a:rPr>
              <a:t>&lt;Datum/Uhrzeit&gt;</a:t>
            </a:r>
            <a:endParaRPr b="0" lang="de-DE" sz="1200" strike="noStrike" u="none">
              <a:solidFill>
                <a:srgbClr val="000000"/>
              </a:solidFill>
              <a:effectLst/>
              <a:uFillTx/>
              <a:latin typeface="Times New Roman"/>
            </a:endParaRPr>
          </a:p>
        </p:txBody>
      </p:sp>
      <p:sp>
        <p:nvSpPr>
          <p:cNvPr id="71" name="PlaceHolder 5"/>
          <p:cNvSpPr>
            <a:spLocks noGrp="1"/>
          </p:cNvSpPr>
          <p:nvPr>
            <p:ph type="ftr" idx="3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de-DE" sz="1400" strike="noStrike" u="none">
                <a:solidFill>
                  <a:srgbClr val="000000"/>
                </a:solidFill>
                <a:effectLst/>
                <a:uFillTx/>
                <a:latin typeface="Times New Roman"/>
              </a:defRPr>
            </a:lvl1pPr>
          </a:lstStyle>
          <a:p>
            <a:pPr indent="0" algn="ctr">
              <a:buNone/>
            </a:pPr>
            <a:r>
              <a:rPr b="0" lang="de-DE" sz="1400" strike="noStrike" u="none">
                <a:solidFill>
                  <a:srgbClr val="000000"/>
                </a:solidFill>
                <a:effectLst/>
                <a:uFillTx/>
                <a:latin typeface="Times New Roman"/>
              </a:rPr>
              <a:t>&lt;Fußzeile&gt;</a:t>
            </a:r>
            <a:endParaRPr b="0" lang="de-DE" sz="1400" strike="noStrike" u="none">
              <a:solidFill>
                <a:srgbClr val="000000"/>
              </a:solidFill>
              <a:effectLst/>
              <a:uFillTx/>
              <a:latin typeface="Times New Roman"/>
            </a:endParaRPr>
          </a:p>
        </p:txBody>
      </p:sp>
      <p:sp>
        <p:nvSpPr>
          <p:cNvPr id="72" name="PlaceHolder 6"/>
          <p:cNvSpPr>
            <a:spLocks noGrp="1"/>
          </p:cNvSpPr>
          <p:nvPr>
            <p:ph type="sldNum" idx="3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de-DE" sz="1200" strike="noStrike" u="none">
                <a:solidFill>
                  <a:schemeClr val="dk1">
                    <a:tint val="82000"/>
                  </a:schemeClr>
                </a:solidFill>
                <a:effectLst/>
                <a:uFillTx/>
                <a:latin typeface="Aptos"/>
              </a:defRPr>
            </a:lvl1pPr>
          </a:lstStyle>
          <a:p>
            <a:pPr indent="0" algn="r" defTabSz="914400">
              <a:lnSpc>
                <a:spcPct val="100000"/>
              </a:lnSpc>
              <a:buNone/>
            </a:pPr>
            <a:fld id="{D57FC4EA-AC47-44CB-89FE-1647D3B05528}" type="slidenum">
              <a:rPr b="0" lang="de-DE" sz="1200" strike="noStrike" u="none">
                <a:solidFill>
                  <a:schemeClr val="dk1">
                    <a:tint val="82000"/>
                  </a:schemeClr>
                </a:solidFill>
                <a:effectLst/>
                <a:uFillTx/>
                <a:latin typeface="Aptos"/>
              </a:rPr>
              <a:t>&lt;Foliennummer&gt;</a:t>
            </a:fld>
            <a:endParaRPr b="0" lang="de-DE"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s/_rels/slide1.xml.rels><?xml version="1.0" encoding="UTF-8"?>
<Relationships xmlns="http://schemas.openxmlformats.org/package/2006/relationships"><Relationship Id="rId1" Type="http://schemas.openxmlformats.org/officeDocument/2006/relationships/hyperlink" Target="https://dzlm.de/vam/msk-rechteckfeld-zerlegt.html" TargetMode="External"/><Relationship Id="rId2" Type="http://schemas.openxmlformats.org/officeDocument/2006/relationships/hyperlink" Target="https://dzlm.de/vam/msk-rechteckfeld-doppelt.html" TargetMode="External"/><Relationship Id="rId3"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6.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2.png"/><Relationship Id="rId3" Type="http://schemas.openxmlformats.org/officeDocument/2006/relationships/image" Target="../media/image2.png"/><Relationship Id="rId4" Type="http://schemas.openxmlformats.org/officeDocument/2006/relationships/image" Target="../media/image2.png"/><Relationship Id="rId5" Type="http://schemas.openxmlformats.org/officeDocument/2006/relationships/image" Target="../media/image2.png"/><Relationship Id="rId6" Type="http://schemas.openxmlformats.org/officeDocument/2006/relationships/image" Target="../media/image2.png"/><Relationship Id="rId7" Type="http://schemas.openxmlformats.org/officeDocument/2006/relationships/image" Target="../media/image2.png"/><Relationship Id="rId8" Type="http://schemas.openxmlformats.org/officeDocument/2006/relationships/image" Target="../media/image2.png"/><Relationship Id="rId9" Type="http://schemas.openxmlformats.org/officeDocument/2006/relationships/slideLayout" Target="../slideLayouts/slideLayout6.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2.png"/><Relationship Id="rId3" Type="http://schemas.openxmlformats.org/officeDocument/2006/relationships/image" Target="../media/image2.png"/><Relationship Id="rId4" Type="http://schemas.openxmlformats.org/officeDocument/2006/relationships/image" Target="../media/image2.png"/><Relationship Id="rId5" Type="http://schemas.openxmlformats.org/officeDocument/2006/relationships/image" Target="../media/image2.png"/><Relationship Id="rId6" Type="http://schemas.openxmlformats.org/officeDocument/2006/relationships/image" Target="../media/image2.png"/><Relationship Id="rId7" Type="http://schemas.openxmlformats.org/officeDocument/2006/relationships/image" Target="../media/image2.png"/><Relationship Id="rId8" Type="http://schemas.openxmlformats.org/officeDocument/2006/relationships/image" Target="../media/image2.png"/><Relationship Id="rId9" Type="http://schemas.openxmlformats.org/officeDocument/2006/relationships/slideLayout" Target="../slideLayouts/slideLayout6.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2.png"/><Relationship Id="rId3" Type="http://schemas.openxmlformats.org/officeDocument/2006/relationships/image" Target="../media/image2.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slideLayout" Target="../slideLayouts/slideLayout6.xml"/>
</Relationships>
</file>

<file path=ppt/slides/_rels/slide1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3.png"/><Relationship Id="rId3" Type="http://schemas.openxmlformats.org/officeDocument/2006/relationships/image" Target="../media/image3.png"/><Relationship Id="rId4" Type="http://schemas.openxmlformats.org/officeDocument/2006/relationships/image" Target="../media/image3.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2.png"/><Relationship Id="rId9" Type="http://schemas.openxmlformats.org/officeDocument/2006/relationships/image" Target="../media/image2.png"/><Relationship Id="rId10" Type="http://schemas.openxmlformats.org/officeDocument/2006/relationships/image" Target="../media/image6.png"/><Relationship Id="rId11" Type="http://schemas.openxmlformats.org/officeDocument/2006/relationships/image" Target="../media/image7.png"/><Relationship Id="rId12" Type="http://schemas.openxmlformats.org/officeDocument/2006/relationships/image" Target="../media/image8.svg"/><Relationship Id="rId13" Type="http://schemas.openxmlformats.org/officeDocument/2006/relationships/image" Target="../media/image9.png"/><Relationship Id="rId14" Type="http://schemas.openxmlformats.org/officeDocument/2006/relationships/image" Target="../media/image10.svg"/><Relationship Id="rId15" Type="http://schemas.openxmlformats.org/officeDocument/2006/relationships/image" Target="../media/image11.png"/><Relationship Id="rId16" Type="http://schemas.openxmlformats.org/officeDocument/2006/relationships/image" Target="../media/image12.svg"/><Relationship Id="rId17" Type="http://schemas.openxmlformats.org/officeDocument/2006/relationships/slideLayout" Target="../slideLayouts/slideLayout1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2.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0.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slideLayout" Target="../slideLayouts/slideLayout10.xml"/>
</Relationships>
</file>

<file path=ppt/slides/_rels/slide14.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slideLayout" Target="../slideLayouts/slideLayout10.xml"/><Relationship Id="rId6"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0.xml"/>
</Relationships>
</file>

<file path=ppt/slides/_rels/slide16.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24.png"/><Relationship Id="rId5" Type="http://schemas.openxmlformats.org/officeDocument/2006/relationships/image" Target="../media/image24.png"/><Relationship Id="rId6" Type="http://schemas.openxmlformats.org/officeDocument/2006/relationships/image" Target="../media/image24.png"/><Relationship Id="rId7" Type="http://schemas.openxmlformats.org/officeDocument/2006/relationships/slideLayout" Target="../slideLayouts/slideLayout11.xml"/>
</Relationships>
</file>

<file path=ppt/slides/_rels/slide17.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3.png"/><Relationship Id="rId3" Type="http://schemas.openxmlformats.org/officeDocument/2006/relationships/image" Target="../media/image3.png"/><Relationship Id="rId4" Type="http://schemas.openxmlformats.org/officeDocument/2006/relationships/image" Target="../media/image3.png"/><Relationship Id="rId5" Type="http://schemas.openxmlformats.org/officeDocument/2006/relationships/image" Target="../media/image3.png"/><Relationship Id="rId6" Type="http://schemas.openxmlformats.org/officeDocument/2006/relationships/image" Target="../media/image3.png"/><Relationship Id="rId7" Type="http://schemas.openxmlformats.org/officeDocument/2006/relationships/slideLayout" Target="../slideLayouts/slideLayout11.xml"/>
</Relationships>
</file>

<file path=ppt/slides/_rels/slide18.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6.png"/><Relationship Id="rId3" Type="http://schemas.openxmlformats.org/officeDocument/2006/relationships/image" Target="../media/image26.png"/><Relationship Id="rId4" Type="http://schemas.openxmlformats.org/officeDocument/2006/relationships/image" Target="../media/image26.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slideLayout" Target="../slideLayouts/slideLayout11.xml"/>
</Relationships>
</file>

<file path=ppt/slides/_rels/slide19.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11.xml"/>
</Relationships>
</file>

<file path=ppt/slides/_rels/slide20.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image" Target="../media/image30.png"/><Relationship Id="rId3" Type="http://schemas.openxmlformats.org/officeDocument/2006/relationships/image" Target="../media/image3.png"/><Relationship Id="rId4" Type="http://schemas.openxmlformats.org/officeDocument/2006/relationships/image" Target="../media/image3.png"/><Relationship Id="rId5" Type="http://schemas.openxmlformats.org/officeDocument/2006/relationships/image" Target="../media/image3.png"/><Relationship Id="rId6" Type="http://schemas.openxmlformats.org/officeDocument/2006/relationships/image" Target="../media/image3.png"/><Relationship Id="rId7" Type="http://schemas.openxmlformats.org/officeDocument/2006/relationships/image" Target="../media/image3.png"/><Relationship Id="rId8" Type="http://schemas.openxmlformats.org/officeDocument/2006/relationships/image" Target="../media/image3.png"/><Relationship Id="rId9" Type="http://schemas.openxmlformats.org/officeDocument/2006/relationships/image" Target="../media/image3.png"/><Relationship Id="rId10" Type="http://schemas.openxmlformats.org/officeDocument/2006/relationships/image" Target="../media/image31.png"/><Relationship Id="rId11" Type="http://schemas.openxmlformats.org/officeDocument/2006/relationships/slideLayout" Target="../slideLayouts/slideLayout11.xml"/><Relationship Id="rId1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33.png"/><Relationship Id="rId3" Type="http://schemas.openxmlformats.org/officeDocument/2006/relationships/image" Target="../media/image2.png"/><Relationship Id="rId4" Type="http://schemas.openxmlformats.org/officeDocument/2006/relationships/image" Target="../media/image2.png"/><Relationship Id="rId5" Type="http://schemas.openxmlformats.org/officeDocument/2006/relationships/slideLayout" Target="../slideLayouts/slideLayout1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4.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slideLayout" Target="../slideLayouts/slideLayout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1523880" y="1122480"/>
            <a:ext cx="9143640" cy="2387160"/>
          </a:xfrm>
          <a:prstGeom prst="rect">
            <a:avLst/>
          </a:prstGeom>
          <a:noFill/>
          <a:ln w="0">
            <a:noFill/>
          </a:ln>
        </p:spPr>
        <p:txBody>
          <a:bodyPr lIns="91440" rIns="91440" tIns="45720" bIns="45720" anchor="b">
            <a:noAutofit/>
          </a:bodyPr>
          <a:p>
            <a:pPr indent="0" algn="ctr" defTabSz="914400">
              <a:lnSpc>
                <a:spcPct val="90000"/>
              </a:lnSpc>
              <a:buNone/>
            </a:pPr>
            <a:r>
              <a:rPr b="0" lang="de-DE" sz="6000" strike="noStrike" u="none">
                <a:solidFill>
                  <a:schemeClr val="dk1"/>
                </a:solidFill>
                <a:effectLst/>
                <a:uFillTx/>
                <a:latin typeface="Aptos Display"/>
              </a:rPr>
              <a:t>Anmerkungen zum Distributivfeld</a:t>
            </a:r>
            <a:endParaRPr b="0" lang="de-DE" sz="6000" strike="noStrike" u="none">
              <a:solidFill>
                <a:schemeClr val="dk1"/>
              </a:solidFill>
              <a:effectLst/>
              <a:uFillTx/>
              <a:latin typeface="Aptos"/>
            </a:endParaRPr>
          </a:p>
        </p:txBody>
      </p:sp>
      <p:sp>
        <p:nvSpPr>
          <p:cNvPr id="80" name="PlaceHolder 2"/>
          <p:cNvSpPr>
            <a:spLocks noGrp="1"/>
          </p:cNvSpPr>
          <p:nvPr>
            <p:ph type="subTitle"/>
          </p:nvPr>
        </p:nvSpPr>
        <p:spPr>
          <a:xfrm>
            <a:off x="1523880" y="4186800"/>
            <a:ext cx="9143640" cy="1655280"/>
          </a:xfrm>
          <a:prstGeom prst="rect">
            <a:avLst/>
          </a:prstGeom>
          <a:noFill/>
          <a:ln w="0">
            <a:noFill/>
          </a:ln>
        </p:spPr>
        <p:txBody>
          <a:bodyPr lIns="91440" rIns="91440" tIns="45720" bIns="45720" anchor="t">
            <a:noAutofit/>
          </a:bodyPr>
          <a:p>
            <a:pPr indent="0" algn="ctr" defTabSz="914400">
              <a:lnSpc>
                <a:spcPct val="90000"/>
              </a:lnSpc>
              <a:spcBef>
                <a:spcPts val="1001"/>
              </a:spcBef>
              <a:buNone/>
              <a:tabLst>
                <a:tab algn="l" pos="0"/>
              </a:tabLst>
            </a:pPr>
            <a:r>
              <a:rPr b="0" lang="de-DE" sz="2400" strike="noStrike" u="sng">
                <a:solidFill>
                  <a:schemeClr val="dk1"/>
                </a:solidFill>
                <a:effectLst/>
                <a:uFillTx/>
                <a:latin typeface="Aptos"/>
                <a:hlinkClick r:id="rId1"/>
              </a:rPr>
              <a:t>https://dzlm.de/vam/msk-rechteckfeld-zerlegt.html</a:t>
            </a:r>
            <a:endParaRPr b="0" lang="de-DE" sz="2400" strike="noStrike" u="none">
              <a:solidFill>
                <a:srgbClr val="000000"/>
              </a:solidFill>
              <a:effectLst/>
              <a:uFillTx/>
              <a:latin typeface="Arial"/>
            </a:endParaRPr>
          </a:p>
          <a:p>
            <a:pPr indent="0" algn="ctr" defTabSz="914400">
              <a:lnSpc>
                <a:spcPct val="90000"/>
              </a:lnSpc>
              <a:spcBef>
                <a:spcPts val="1001"/>
              </a:spcBef>
              <a:buNone/>
              <a:tabLst>
                <a:tab algn="l" pos="0"/>
              </a:tabLst>
            </a:pPr>
            <a:r>
              <a:rPr b="0" lang="de-DE" sz="2400" strike="noStrike" u="sng">
                <a:solidFill>
                  <a:schemeClr val="dk1"/>
                </a:solidFill>
                <a:effectLst/>
                <a:uFillTx/>
                <a:latin typeface="Aptos"/>
                <a:hlinkClick r:id="rId2"/>
              </a:rPr>
              <a:t>https://dzlm.de/vam/msk-rechteckfeld-doppelt.html</a:t>
            </a:r>
            <a:endParaRPr b="0" lang="de-DE" sz="2400" strike="noStrike" u="none">
              <a:solidFill>
                <a:srgbClr val="000000"/>
              </a:solidFill>
              <a:effectLst/>
              <a:uFillTx/>
              <a:latin typeface="Arial"/>
            </a:endParaRPr>
          </a:p>
          <a:p>
            <a:pPr indent="0" algn="ctr" defTabSz="914400">
              <a:lnSpc>
                <a:spcPct val="90000"/>
              </a:lnSpc>
              <a:spcBef>
                <a:spcPts val="1001"/>
              </a:spcBef>
              <a:buNone/>
              <a:tabLst>
                <a:tab algn="l" pos="0"/>
              </a:tabLst>
            </a:pPr>
            <a:endParaRPr b="0" lang="de-DE" sz="2400" strike="noStrike" u="none">
              <a:solidFill>
                <a:srgbClr val="000000"/>
              </a:solidFill>
              <a:effectLst/>
              <a:uFillTx/>
              <a:latin typeface="Arial"/>
            </a:endParaRPr>
          </a:p>
        </p:txBody>
      </p:sp>
      <p:sp>
        <p:nvSpPr>
          <p:cNvPr id="81" name="Textfeld 3"/>
          <p:cNvSpPr/>
          <p:nvPr/>
        </p:nvSpPr>
        <p:spPr>
          <a:xfrm>
            <a:off x="652320" y="4425120"/>
            <a:ext cx="1822320" cy="3646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de-DE" sz="1800" strike="noStrike" u="none">
                <a:solidFill>
                  <a:schemeClr val="dk1"/>
                </a:solidFill>
                <a:effectLst/>
                <a:highlight>
                  <a:srgbClr val="ffff00"/>
                </a:highlight>
                <a:uFillTx/>
                <a:latin typeface="Aptos"/>
              </a:rPr>
              <a:t>Beides Spalten!</a:t>
            </a:r>
            <a:endParaRPr b="0" lang="de-DE"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838080" y="365040"/>
            <a:ext cx="10515240" cy="489960"/>
          </a:xfrm>
          <a:prstGeom prst="rect">
            <a:avLst/>
          </a:prstGeom>
          <a:noFill/>
          <a:ln w="0">
            <a:noFill/>
          </a:ln>
        </p:spPr>
        <p:txBody>
          <a:bodyPr lIns="91440" rIns="91440" tIns="45720" bIns="45720" anchor="ctr">
            <a:normAutofit fontScale="77500" lnSpcReduction="19999"/>
          </a:bodyPr>
          <a:p>
            <a:pPr indent="0" defTabSz="914400">
              <a:lnSpc>
                <a:spcPct val="90000"/>
              </a:lnSpc>
              <a:buNone/>
            </a:pPr>
            <a:r>
              <a:rPr b="0" lang="de-DE" sz="4400" strike="noStrike" u="none">
                <a:solidFill>
                  <a:schemeClr val="dk1"/>
                </a:solidFill>
                <a:effectLst/>
                <a:uFillTx/>
                <a:latin typeface="Aptos Display"/>
              </a:rPr>
              <a:t>Featurelist</a:t>
            </a:r>
            <a:endParaRPr b="0" lang="de-DE" sz="4400" strike="noStrike" u="none">
              <a:solidFill>
                <a:schemeClr val="dk1"/>
              </a:solidFill>
              <a:effectLst/>
              <a:uFillTx/>
              <a:latin typeface="Aptos"/>
            </a:endParaRPr>
          </a:p>
        </p:txBody>
      </p:sp>
      <p:sp>
        <p:nvSpPr>
          <p:cNvPr id="83" name="PlaceHolder 2"/>
          <p:cNvSpPr>
            <a:spLocks noGrp="1"/>
          </p:cNvSpPr>
          <p:nvPr>
            <p:ph/>
          </p:nvPr>
        </p:nvSpPr>
        <p:spPr>
          <a:xfrm>
            <a:off x="838080" y="934200"/>
            <a:ext cx="10515240" cy="524268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de-DE" sz="2800" strike="noStrike" u="none">
                <a:solidFill>
                  <a:schemeClr val="dk1"/>
                </a:solidFill>
                <a:effectLst/>
                <a:uFillTx/>
                <a:latin typeface="Aptos"/>
              </a:rPr>
              <a:t>2-dimensionales Rechteckfeld</a:t>
            </a:r>
            <a:endParaRPr b="0" lang="de-DE" sz="28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pPr>
            <a:r>
              <a:rPr b="0" lang="de-DE" sz="2400" strike="noStrike" u="none">
                <a:solidFill>
                  <a:schemeClr val="dk1"/>
                </a:solidFill>
                <a:effectLst/>
                <a:uFillTx/>
                <a:latin typeface="Aptos"/>
              </a:rPr>
              <a:t>Toggle für Quadrate/Kreisscheiben</a:t>
            </a:r>
            <a:endParaRPr b="0" lang="de-DE" sz="24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pPr>
            <a:r>
              <a:rPr b="0" lang="de-DE" sz="2400" strike="noStrike" u="none">
                <a:solidFill>
                  <a:schemeClr val="dk1"/>
                </a:solidFill>
                <a:effectLst/>
                <a:uFillTx/>
                <a:latin typeface="Aptos"/>
              </a:rPr>
              <a:t>Rechteckfeld grundsätzlich verschiebbar (ausstellbar)</a:t>
            </a:r>
            <a:endParaRPr b="0" lang="de-DE" sz="24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pPr>
            <a:r>
              <a:rPr b="0" lang="de-DE" sz="2400" strike="noStrike" u="none">
                <a:solidFill>
                  <a:schemeClr val="dk1"/>
                </a:solidFill>
                <a:effectLst/>
                <a:uFillTx/>
                <a:latin typeface="Aptos"/>
              </a:rPr>
              <a:t>Farben denkt sich Viki aus.</a:t>
            </a:r>
            <a:endParaRPr b="0" lang="de-DE" sz="2400" strike="noStrike" u="none">
              <a:solidFill>
                <a:schemeClr val="dk1"/>
              </a:solidFill>
              <a:effectLst/>
              <a:uFillTx/>
              <a:latin typeface="Aptos"/>
            </a:endParaRPr>
          </a:p>
          <a:p>
            <a:pPr marL="228600" indent="-228600" defTabSz="914400">
              <a:lnSpc>
                <a:spcPct val="90000"/>
              </a:lnSpc>
              <a:spcBef>
                <a:spcPts val="1001"/>
              </a:spcBef>
              <a:buClr>
                <a:srgbClr val="000000"/>
              </a:buClr>
              <a:buFont typeface="Arial"/>
              <a:buChar char="•"/>
            </a:pPr>
            <a:r>
              <a:rPr b="0" lang="de-DE" sz="2800" strike="noStrike" u="none">
                <a:solidFill>
                  <a:schemeClr val="dk1"/>
                </a:solidFill>
                <a:effectLst/>
                <a:uFillTx/>
                <a:latin typeface="Aptos"/>
              </a:rPr>
              <a:t>Verschiebedingsi für mehr/weniger Spalten/Zeilen analog divisors</a:t>
            </a:r>
            <a:endParaRPr b="0" lang="de-DE" sz="2800" strike="noStrike" u="none">
              <a:solidFill>
                <a:schemeClr val="dk1"/>
              </a:solidFill>
              <a:effectLst/>
              <a:uFillTx/>
              <a:latin typeface="Aptos"/>
            </a:endParaRPr>
          </a:p>
          <a:p>
            <a:pPr marL="228600" indent="-228600" defTabSz="914400">
              <a:lnSpc>
                <a:spcPct val="90000"/>
              </a:lnSpc>
              <a:spcBef>
                <a:spcPts val="1001"/>
              </a:spcBef>
              <a:buClr>
                <a:srgbClr val="000000"/>
              </a:buClr>
              <a:buFont typeface="Arial"/>
              <a:buChar char="•"/>
            </a:pPr>
            <a:r>
              <a:rPr b="0" lang="de-DE" sz="2800" strike="noStrike" u="none">
                <a:solidFill>
                  <a:schemeClr val="dk1"/>
                </a:solidFill>
                <a:effectLst/>
                <a:uFillTx/>
                <a:latin typeface="Aptos"/>
              </a:rPr>
              <a:t>Farbmarkierung mit Toolbar</a:t>
            </a:r>
            <a:endParaRPr b="0" lang="de-DE" sz="28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pPr>
            <a:r>
              <a:rPr b="0" lang="de-DE" sz="2400" strike="noStrike" u="none">
                <a:solidFill>
                  <a:schemeClr val="dk1"/>
                </a:solidFill>
                <a:effectLst/>
                <a:uFillTx/>
                <a:latin typeface="Aptos"/>
              </a:rPr>
              <a:t>Bucket Tool, damit Linie ziehen</a:t>
            </a:r>
            <a:endParaRPr b="0" lang="de-DE" sz="2400" strike="noStrike" u="none">
              <a:solidFill>
                <a:schemeClr val="dk1"/>
              </a:solidFill>
              <a:effectLst/>
              <a:uFillTx/>
              <a:latin typeface="Aptos"/>
            </a:endParaRPr>
          </a:p>
          <a:p>
            <a:pPr marL="228600" indent="-228600" defTabSz="914400">
              <a:lnSpc>
                <a:spcPct val="90000"/>
              </a:lnSpc>
              <a:spcBef>
                <a:spcPts val="1001"/>
              </a:spcBef>
              <a:buClr>
                <a:srgbClr val="000000"/>
              </a:buClr>
              <a:buFont typeface="Arial"/>
              <a:buChar char="•"/>
            </a:pPr>
            <a:r>
              <a:rPr b="0" lang="de-DE" sz="2800" strike="noStrike" u="none">
                <a:solidFill>
                  <a:schemeClr val="dk1"/>
                </a:solidFill>
                <a:effectLst/>
                <a:uFillTx/>
                <a:latin typeface="Aptos"/>
              </a:rPr>
              <a:t>Zerschneiden, indem Kind Waagerechte oder Senkrechte ziehen kann, Referenzpunkt ist die x- bzw. y-Koordinate</a:t>
            </a:r>
            <a:endParaRPr b="0" lang="de-DE" sz="28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pPr>
            <a:r>
              <a:rPr b="0" lang="de-DE" sz="2400" strike="noStrike" u="none">
                <a:solidFill>
                  <a:schemeClr val="dk1"/>
                </a:solidFill>
                <a:effectLst/>
                <a:uFillTx/>
                <a:latin typeface="Aptos"/>
              </a:rPr>
              <a:t>Linie ist sichtbar beim Schneiden, danach geht sie weg und die Spalten/Zeilen rutschen auseinander</a:t>
            </a:r>
            <a:endParaRPr b="0" lang="de-DE" sz="2400" strike="noStrike" u="none">
              <a:solidFill>
                <a:schemeClr val="dk1"/>
              </a:solidFill>
              <a:effectLst/>
              <a:uFillTx/>
              <a:latin typeface="Aptos"/>
            </a:endParaRPr>
          </a:p>
          <a:p>
            <a:pPr indent="0" defTabSz="914400">
              <a:lnSpc>
                <a:spcPct val="90000"/>
              </a:lnSpc>
              <a:spcBef>
                <a:spcPts val="1001"/>
              </a:spcBef>
              <a:buNone/>
            </a:pPr>
            <a:endParaRPr b="0" lang="de-DE" sz="2800" strike="noStrike" u="none">
              <a:solidFill>
                <a:schemeClr val="dk1"/>
              </a:solidFill>
              <a:effectLst/>
              <a:uFillTx/>
              <a:latin typeface="Aptos"/>
            </a:endParaRPr>
          </a:p>
          <a:p>
            <a:pPr indent="0" defTabSz="914400">
              <a:lnSpc>
                <a:spcPct val="90000"/>
              </a:lnSpc>
              <a:spcBef>
                <a:spcPts val="1001"/>
              </a:spcBef>
              <a:buNone/>
            </a:pPr>
            <a:endParaRPr b="0" lang="de-DE" sz="2800" strike="noStrike" u="none">
              <a:solidFill>
                <a:schemeClr val="dk1"/>
              </a:solidFill>
              <a:effectLst/>
              <a:uFillTx/>
              <a:latin typeface="Aptos"/>
            </a:endParaRPr>
          </a:p>
          <a:p>
            <a:pPr indent="0" defTabSz="914400">
              <a:lnSpc>
                <a:spcPct val="90000"/>
              </a:lnSpc>
              <a:spcBef>
                <a:spcPts val="499"/>
              </a:spcBef>
              <a:buNone/>
            </a:pPr>
            <a:endParaRPr b="0" lang="de-DE" sz="2400" strike="noStrike" u="none">
              <a:solidFill>
                <a:schemeClr val="dk1"/>
              </a:solidFill>
              <a:effectLst/>
              <a:uFillTx/>
              <a:latin typeface="Aptos"/>
            </a:endParaRPr>
          </a:p>
        </p:txBody>
      </p:sp>
      <p:pic>
        <p:nvPicPr>
          <p:cNvPr id="84" name="Grafik 4" descr=""/>
          <p:cNvPicPr/>
          <p:nvPr/>
        </p:nvPicPr>
        <p:blipFill>
          <a:blip r:embed="rId1"/>
          <a:stretch/>
        </p:blipFill>
        <p:spPr>
          <a:xfrm>
            <a:off x="11203920" y="2239200"/>
            <a:ext cx="676080" cy="118080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838080" y="365040"/>
            <a:ext cx="10515240" cy="489960"/>
          </a:xfrm>
          <a:prstGeom prst="rect">
            <a:avLst/>
          </a:prstGeom>
          <a:noFill/>
          <a:ln w="0">
            <a:noFill/>
          </a:ln>
        </p:spPr>
        <p:txBody>
          <a:bodyPr lIns="91440" rIns="91440" tIns="45720" bIns="45720" anchor="ctr">
            <a:normAutofit fontScale="77500" lnSpcReduction="19999"/>
          </a:bodyPr>
          <a:p>
            <a:pPr indent="0" defTabSz="914400">
              <a:lnSpc>
                <a:spcPct val="90000"/>
              </a:lnSpc>
              <a:buNone/>
            </a:pPr>
            <a:r>
              <a:rPr b="0" lang="de-DE" sz="4400" strike="noStrike" u="none">
                <a:solidFill>
                  <a:schemeClr val="dk1"/>
                </a:solidFill>
                <a:effectLst/>
                <a:uFillTx/>
                <a:latin typeface="Aptos Display"/>
              </a:rPr>
              <a:t>Featurelist</a:t>
            </a:r>
            <a:endParaRPr b="0" lang="de-DE" sz="4400" strike="noStrike" u="none">
              <a:solidFill>
                <a:schemeClr val="dk1"/>
              </a:solidFill>
              <a:effectLst/>
              <a:uFillTx/>
              <a:latin typeface="Aptos"/>
            </a:endParaRPr>
          </a:p>
        </p:txBody>
      </p:sp>
      <p:sp>
        <p:nvSpPr>
          <p:cNvPr id="86" name="PlaceHolder 2"/>
          <p:cNvSpPr>
            <a:spLocks noGrp="1"/>
          </p:cNvSpPr>
          <p:nvPr>
            <p:ph/>
          </p:nvPr>
        </p:nvSpPr>
        <p:spPr>
          <a:xfrm>
            <a:off x="838080" y="934200"/>
            <a:ext cx="10515240" cy="5242680"/>
          </a:xfrm>
          <a:prstGeom prst="rect">
            <a:avLst/>
          </a:prstGeom>
          <a:noFill/>
          <a:ln w="0">
            <a:noFill/>
          </a:ln>
        </p:spPr>
        <p:txBody>
          <a:bodyPr lIns="91440" rIns="91440" tIns="45720" bIns="45720" anchor="t">
            <a:noAutofit/>
          </a:bodyPr>
          <a:p>
            <a:pPr lvl="1" marL="685800" indent="-228600" defTabSz="914400">
              <a:lnSpc>
                <a:spcPct val="90000"/>
              </a:lnSpc>
              <a:spcBef>
                <a:spcPts val="499"/>
              </a:spcBef>
              <a:buClr>
                <a:srgbClr val="000000"/>
              </a:buClr>
              <a:buFont typeface="Arial"/>
              <a:buChar char="•"/>
            </a:pPr>
            <a:r>
              <a:rPr b="0" lang="de-DE" sz="2400" strike="noStrike" u="none">
                <a:solidFill>
                  <a:schemeClr val="dk1"/>
                </a:solidFill>
                <a:effectLst/>
                <a:uFillTx/>
                <a:latin typeface="Aptos"/>
              </a:rPr>
              <a:t>Schnitte nur da, wo gefärbt wurde</a:t>
            </a:r>
            <a:endParaRPr b="0" lang="de-DE" sz="2400" strike="noStrike" u="none">
              <a:solidFill>
                <a:schemeClr val="dk1"/>
              </a:solidFill>
              <a:effectLst/>
              <a:uFillTx/>
              <a:latin typeface="Aptos"/>
            </a:endParaRPr>
          </a:p>
          <a:p>
            <a:pPr marL="228600" indent="-228600" defTabSz="914400">
              <a:lnSpc>
                <a:spcPct val="90000"/>
              </a:lnSpc>
              <a:spcBef>
                <a:spcPts val="1001"/>
              </a:spcBef>
              <a:buClr>
                <a:srgbClr val="000000"/>
              </a:buClr>
              <a:buFont typeface="Arial"/>
              <a:buChar char="•"/>
            </a:pPr>
            <a:r>
              <a:rPr b="0" lang="de-DE" sz="2800" strike="noStrike" u="none">
                <a:solidFill>
                  <a:schemeClr val="dk1"/>
                </a:solidFill>
                <a:effectLst/>
                <a:uFillTx/>
                <a:latin typeface="Aptos"/>
              </a:rPr>
              <a:t>Term- und Textdarstellung</a:t>
            </a:r>
            <a:endParaRPr b="0" lang="de-DE" sz="28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pPr>
            <a:r>
              <a:rPr b="0" lang="de-DE" sz="2400" strike="noStrike" u="none">
                <a:solidFill>
                  <a:schemeClr val="dk1"/>
                </a:solidFill>
                <a:effectLst/>
                <a:uFillTx/>
                <a:latin typeface="Aptos"/>
              </a:rPr>
              <a:t>Anzeige konfigurierbar</a:t>
            </a:r>
            <a:endParaRPr b="0" lang="de-DE" sz="24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pPr>
            <a:r>
              <a:rPr b="0" lang="de-DE" sz="2400" strike="noStrike" u="none">
                <a:solidFill>
                  <a:schemeClr val="dk1"/>
                </a:solidFill>
                <a:effectLst/>
                <a:uFillTx/>
                <a:latin typeface="Aptos"/>
              </a:rPr>
              <a:t>Button für Darstellung von „nur Term“, „nur Text“ oder „beides“</a:t>
            </a:r>
            <a:endParaRPr b="0" lang="de-DE" sz="2400" strike="noStrike" u="none">
              <a:solidFill>
                <a:schemeClr val="dk1"/>
              </a:solidFill>
              <a:effectLst/>
              <a:uFillTx/>
              <a:latin typeface="Aptos"/>
            </a:endParaRPr>
          </a:p>
          <a:p>
            <a:pPr marL="228600" indent="-228600" defTabSz="914400">
              <a:lnSpc>
                <a:spcPct val="90000"/>
              </a:lnSpc>
              <a:spcBef>
                <a:spcPts val="1001"/>
              </a:spcBef>
              <a:buClr>
                <a:srgbClr val="000000"/>
              </a:buClr>
              <a:buFont typeface="Arial"/>
              <a:buChar char="•"/>
            </a:pPr>
            <a:r>
              <a:rPr b="0" lang="de-DE" sz="2800" strike="noStrike" u="none">
                <a:solidFill>
                  <a:schemeClr val="dk1"/>
                </a:solidFill>
                <a:effectLst/>
                <a:uFillTx/>
                <a:latin typeface="Aptos"/>
              </a:rPr>
              <a:t>Löschen-/Zurückbutton </a:t>
            </a:r>
            <a:endParaRPr b="0" lang="de-DE" sz="28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pPr>
            <a:r>
              <a:rPr b="0" lang="de-DE" sz="2400" strike="noStrike" u="none">
                <a:solidFill>
                  <a:schemeClr val="dk1"/>
                </a:solidFill>
                <a:effectLst/>
                <a:uFillTx/>
                <a:latin typeface="Aptos"/>
              </a:rPr>
              <a:t>Linie löschen, indem sie nochmal gezeichnet wird</a:t>
            </a:r>
            <a:endParaRPr b="0" lang="de-DE" sz="24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pPr>
            <a:r>
              <a:rPr b="0" lang="de-DE" sz="2400" strike="noStrike" u="none">
                <a:solidFill>
                  <a:schemeClr val="dk1"/>
                </a:solidFill>
                <a:effectLst/>
                <a:uFillTx/>
                <a:latin typeface="Aptos"/>
              </a:rPr>
              <a:t>Farbe löschen, indem man an der gleichen Stelle (Spalte/zeile) nochmal färbt</a:t>
            </a:r>
            <a:endParaRPr b="0" lang="de-DE" sz="2400" strike="noStrike" u="none">
              <a:solidFill>
                <a:schemeClr val="dk1"/>
              </a:solidFill>
              <a:effectLst/>
              <a:uFillTx/>
              <a:latin typeface="Aptos"/>
            </a:endParaRPr>
          </a:p>
          <a:p>
            <a:pPr marL="228600" indent="-228600" defTabSz="914400">
              <a:lnSpc>
                <a:spcPct val="90000"/>
              </a:lnSpc>
              <a:spcBef>
                <a:spcPts val="1001"/>
              </a:spcBef>
              <a:buClr>
                <a:srgbClr val="000000"/>
              </a:buClr>
              <a:buFont typeface="Arial"/>
              <a:buChar char="•"/>
            </a:pPr>
            <a:r>
              <a:rPr b="0" lang="de-DE" sz="2800" strike="noStrike" u="none">
                <a:solidFill>
                  <a:schemeClr val="dk1"/>
                </a:solidFill>
                <a:effectLst/>
                <a:uFillTx/>
                <a:latin typeface="Aptos"/>
              </a:rPr>
              <a:t>(?) Buttons dafür, dass Padding der ZEILEN zu ändern, zwischen 0 und &lt;irgendwas&gt;</a:t>
            </a:r>
            <a:endParaRPr b="0" lang="de-DE" sz="28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pPr>
            <a:r>
              <a:rPr b="0" lang="de-DE" sz="2400" strike="noStrike" u="none">
                <a:solidFill>
                  <a:schemeClr val="dk1"/>
                </a:solidFill>
                <a:effectLst/>
                <a:uFillTx/>
                <a:latin typeface="Aptos"/>
              </a:rPr>
              <a:t>Geht nur, wenn komplett geschnitten oder gar nicht geschnitten</a:t>
            </a:r>
            <a:endParaRPr b="0" lang="de-DE" sz="2400" strike="noStrike" u="none">
              <a:solidFill>
                <a:schemeClr val="dk1"/>
              </a:solidFill>
              <a:effectLst/>
              <a:uFillTx/>
              <a:latin typeface="Aptos"/>
            </a:endParaRPr>
          </a:p>
          <a:p>
            <a:pPr indent="0" defTabSz="914400">
              <a:lnSpc>
                <a:spcPct val="90000"/>
              </a:lnSpc>
              <a:spcBef>
                <a:spcPts val="499"/>
              </a:spcBef>
              <a:buNone/>
            </a:pPr>
            <a:endParaRPr b="0" lang="de-DE" sz="2400" strike="noStrike" u="none">
              <a:solidFill>
                <a:schemeClr val="dk1"/>
              </a:solidFill>
              <a:effectLst/>
              <a:uFillTx/>
              <a:latin typeface="Aptos"/>
            </a:endParaRPr>
          </a:p>
          <a:p>
            <a:pPr indent="0" defTabSz="914400">
              <a:lnSpc>
                <a:spcPct val="90000"/>
              </a:lnSpc>
              <a:spcBef>
                <a:spcPts val="499"/>
              </a:spcBef>
              <a:buNone/>
            </a:pPr>
            <a:endParaRPr b="0" lang="de-DE" sz="2400" strike="noStrike" u="non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p:nvPr>
        </p:nvSpPr>
        <p:spPr>
          <a:xfrm>
            <a:off x="838080" y="400680"/>
            <a:ext cx="10515240" cy="57758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de-DE" sz="2800" strike="noStrike" u="none">
                <a:solidFill>
                  <a:schemeClr val="dk1"/>
                </a:solidFill>
                <a:effectLst/>
                <a:uFillTx/>
                <a:latin typeface="Aptos"/>
              </a:rPr>
              <a:t>Toggle für (blaue) Markierung von Zeile/Spalte</a:t>
            </a:r>
            <a:endParaRPr b="0" lang="de-DE" sz="2800" strike="noStrike" u="none">
              <a:solidFill>
                <a:schemeClr val="dk1"/>
              </a:solidFill>
              <a:effectLst/>
              <a:uFillTx/>
              <a:latin typeface="Aptos"/>
            </a:endParaRPr>
          </a:p>
          <a:p>
            <a:pPr marL="228600" indent="-228600" defTabSz="914400">
              <a:lnSpc>
                <a:spcPct val="90000"/>
              </a:lnSpc>
              <a:spcBef>
                <a:spcPts val="1001"/>
              </a:spcBef>
              <a:buClr>
                <a:srgbClr val="000000"/>
              </a:buClr>
              <a:buFont typeface="Arial"/>
              <a:buChar char="•"/>
            </a:pPr>
            <a:r>
              <a:rPr b="0" lang="de-DE" sz="2800" strike="noStrike" u="none">
                <a:solidFill>
                  <a:schemeClr val="dk1"/>
                </a:solidFill>
                <a:effectLst/>
                <a:uFillTx/>
                <a:latin typeface="Aptos"/>
              </a:rPr>
              <a:t>Kind zeichnet Freihandschnulli (oder eine Gerade) und zerschneidet damit Kram</a:t>
            </a:r>
            <a:endParaRPr b="0" lang="de-DE" sz="28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pPr>
            <a:r>
              <a:rPr b="0" lang="de-DE" sz="2400" strike="noStrike" u="none">
                <a:solidFill>
                  <a:schemeClr val="dk1"/>
                </a:solidFill>
                <a:effectLst/>
                <a:uFillTx/>
                <a:latin typeface="Aptos"/>
              </a:rPr>
              <a:t>Kind kann überall schneiden? - Nein</a:t>
            </a:r>
            <a:endParaRPr b="0" lang="de-DE" sz="24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pPr>
            <a:r>
              <a:rPr b="0" lang="de-DE" sz="2400" strike="noStrike" u="none">
                <a:solidFill>
                  <a:schemeClr val="dk1"/>
                </a:solidFill>
                <a:effectLst/>
                <a:uFillTx/>
                <a:latin typeface="Aptos"/>
              </a:rPr>
              <a:t>Zerschneidung und Farbe identisch, aber wenn Farbe aktualisiert, dann Zerschneidung weg (muss neu gemacht werden)</a:t>
            </a:r>
            <a:endParaRPr b="0" lang="de-DE" sz="24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pPr>
            <a:r>
              <a:rPr b="0" lang="de-DE" sz="2400" strike="noStrike" u="none">
                <a:solidFill>
                  <a:schemeClr val="dk1"/>
                </a:solidFill>
                <a:effectLst/>
                <a:uFillTx/>
                <a:latin typeface="Aptos"/>
              </a:rPr>
              <a:t>Kind zerschneidet beide Linien einzeln probably</a:t>
            </a:r>
            <a:endParaRPr b="0" lang="de-DE" sz="2400" strike="noStrike" u="none">
              <a:solidFill>
                <a:schemeClr val="dk1"/>
              </a:solidFill>
              <a:effectLst/>
              <a:uFillTx/>
              <a:latin typeface="Aptos"/>
            </a:endParaRPr>
          </a:p>
          <a:p>
            <a:pPr marL="228600" indent="-228600" defTabSz="914400">
              <a:lnSpc>
                <a:spcPct val="90000"/>
              </a:lnSpc>
              <a:spcBef>
                <a:spcPts val="1001"/>
              </a:spcBef>
              <a:buClr>
                <a:srgbClr val="000000"/>
              </a:buClr>
              <a:buFont typeface="Arial"/>
              <a:buChar char="•"/>
            </a:pPr>
            <a:r>
              <a:rPr b="0" lang="de-DE" sz="2800" strike="noStrike" u="none">
                <a:solidFill>
                  <a:schemeClr val="dk1"/>
                </a:solidFill>
                <a:effectLst/>
                <a:uFillTx/>
                <a:latin typeface="Aptos"/>
              </a:rPr>
              <a:t>Toggle zum Einblenden der Terme</a:t>
            </a:r>
            <a:endParaRPr b="0" lang="de-DE" sz="2800" strike="noStrike" u="none">
              <a:solidFill>
                <a:schemeClr val="dk1"/>
              </a:solidFill>
              <a:effectLst/>
              <a:uFillTx/>
              <a:latin typeface="Aptos"/>
            </a:endParaRPr>
          </a:p>
          <a:p>
            <a:pPr marL="228600" indent="-228600" defTabSz="914400">
              <a:lnSpc>
                <a:spcPct val="90000"/>
              </a:lnSpc>
              <a:spcBef>
                <a:spcPts val="1001"/>
              </a:spcBef>
              <a:buClr>
                <a:srgbClr val="000000"/>
              </a:buClr>
              <a:buFont typeface="Arial"/>
              <a:buChar char="•"/>
            </a:pPr>
            <a:r>
              <a:rPr b="0" lang="de-DE" sz="2800" strike="noStrike" u="none">
                <a:solidFill>
                  <a:schemeClr val="dk1"/>
                </a:solidFill>
                <a:effectLst/>
                <a:uFillTx/>
                <a:latin typeface="Aptos"/>
              </a:rPr>
              <a:t>Einstellbar ob Punkte oder Quadrate oder irgendwas dazwischen</a:t>
            </a:r>
            <a:endParaRPr b="0" lang="de-DE" sz="2800" strike="noStrike" u="non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838080" y="365040"/>
            <a:ext cx="10515240" cy="489960"/>
          </a:xfrm>
          <a:prstGeom prst="rect">
            <a:avLst/>
          </a:prstGeom>
          <a:noFill/>
          <a:ln w="0">
            <a:noFill/>
          </a:ln>
        </p:spPr>
        <p:txBody>
          <a:bodyPr lIns="91440" rIns="91440" tIns="45720" bIns="45720" anchor="ctr">
            <a:normAutofit fontScale="77500" lnSpcReduction="19999"/>
          </a:bodyPr>
          <a:p>
            <a:pPr indent="0">
              <a:buNone/>
            </a:pPr>
            <a:endParaRPr b="0" lang="de-DE" sz="4400" strike="noStrike" u="none">
              <a:solidFill>
                <a:schemeClr val="dk1"/>
              </a:solidFill>
              <a:effectLst/>
              <a:uFillTx/>
              <a:latin typeface="Aptos Display"/>
            </a:endParaRPr>
          </a:p>
        </p:txBody>
      </p:sp>
      <p:sp>
        <p:nvSpPr>
          <p:cNvPr id="89" name="PlaceHolder 2"/>
          <p:cNvSpPr>
            <a:spLocks noGrp="1"/>
          </p:cNvSpPr>
          <p:nvPr>
            <p:ph/>
          </p:nvPr>
        </p:nvSpPr>
        <p:spPr>
          <a:xfrm>
            <a:off x="838080" y="934200"/>
            <a:ext cx="10515240" cy="524268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de-DE" sz="2800" strike="noStrike" u="none">
                <a:solidFill>
                  <a:schemeClr val="dk1"/>
                </a:solidFill>
                <a:effectLst/>
                <a:uFillTx/>
                <a:latin typeface="Aptos"/>
              </a:rPr>
              <a:t>Validierung Nötig?</a:t>
            </a:r>
            <a:endParaRPr b="0" lang="de-DE" sz="28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pPr>
            <a:r>
              <a:rPr b="0" lang="de-DE" sz="2400" strike="noStrike" u="none">
                <a:solidFill>
                  <a:schemeClr val="dk1"/>
                </a:solidFill>
                <a:effectLst/>
                <a:uFillTx/>
                <a:latin typeface="Aptos"/>
              </a:rPr>
              <a:t>{RESULT_cols}</a:t>
            </a:r>
            <a:endParaRPr b="0" lang="de-DE" sz="24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pPr>
            <a:r>
              <a:rPr b="0" lang="de-DE" sz="2400" strike="noStrike" u="none">
                <a:solidFill>
                  <a:schemeClr val="dk1"/>
                </a:solidFill>
                <a:effectLst/>
                <a:uFillTx/>
                <a:latin typeface="Aptos"/>
              </a:rPr>
              <a:t>{RESULT_rows}</a:t>
            </a:r>
            <a:endParaRPr b="0" lang="de-DE" sz="24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pPr>
            <a:r>
              <a:rPr b="0" lang="de-DE" sz="2400" strike="noStrike" u="none">
                <a:solidFill>
                  <a:schemeClr val="dk1"/>
                </a:solidFill>
                <a:effectLst/>
                <a:uFillTx/>
                <a:latin typeface="Aptos"/>
              </a:rPr>
              <a:t>…</a:t>
            </a:r>
            <a:endParaRPr b="0" lang="de-DE" sz="2400" strike="noStrike" u="none">
              <a:solidFill>
                <a:schemeClr val="dk1"/>
              </a:solidFill>
              <a:effectLst/>
              <a:uFillTx/>
              <a:latin typeface="Aptos"/>
            </a:endParaRPr>
          </a:p>
          <a:p>
            <a:pPr marL="228600" indent="-228600" defTabSz="914400">
              <a:lnSpc>
                <a:spcPct val="90000"/>
              </a:lnSpc>
              <a:spcBef>
                <a:spcPts val="1001"/>
              </a:spcBef>
              <a:buClr>
                <a:srgbClr val="000000"/>
              </a:buClr>
              <a:buFont typeface="Arial"/>
              <a:buChar char="•"/>
            </a:pPr>
            <a:r>
              <a:rPr b="0" lang="de-DE" sz="2800" strike="noStrike" u="none">
                <a:solidFill>
                  <a:schemeClr val="dk1"/>
                </a:solidFill>
                <a:effectLst/>
                <a:uFillTx/>
                <a:latin typeface="Aptos"/>
              </a:rPr>
              <a:t>Referenzierung:</a:t>
            </a:r>
            <a:endParaRPr b="0" lang="de-DE" sz="28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pPr>
            <a:r>
              <a:rPr b="0" lang="de-DE" sz="2400" strike="noStrike" u="none">
                <a:solidFill>
                  <a:schemeClr val="dk1"/>
                </a:solidFill>
                <a:effectLst/>
                <a:uFillTx/>
                <a:latin typeface="Aptos"/>
              </a:rPr>
              <a:t>joa</a:t>
            </a:r>
            <a:endParaRPr b="0" lang="de-DE" sz="2400" strike="noStrike" u="none">
              <a:solidFill>
                <a:schemeClr val="dk1"/>
              </a:solidFill>
              <a:effectLst/>
              <a:uFillTx/>
              <a:latin typeface="Aptos"/>
            </a:endParaRPr>
          </a:p>
          <a:p>
            <a:pPr indent="0" defTabSz="914400">
              <a:lnSpc>
                <a:spcPct val="90000"/>
              </a:lnSpc>
              <a:spcBef>
                <a:spcPts val="499"/>
              </a:spcBef>
              <a:buNone/>
            </a:pPr>
            <a:endParaRPr b="0" lang="de-DE" sz="2400" strike="noStrike" u="non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838080" y="365040"/>
            <a:ext cx="10515240" cy="489960"/>
          </a:xfrm>
          <a:prstGeom prst="rect">
            <a:avLst/>
          </a:prstGeom>
          <a:noFill/>
          <a:ln w="0">
            <a:noFill/>
          </a:ln>
        </p:spPr>
        <p:txBody>
          <a:bodyPr lIns="91440" rIns="91440" tIns="45720" bIns="45720" anchor="ctr">
            <a:normAutofit fontScale="77500" lnSpcReduction="19999"/>
          </a:bodyPr>
          <a:p>
            <a:pPr indent="0" defTabSz="914400">
              <a:lnSpc>
                <a:spcPct val="90000"/>
              </a:lnSpc>
              <a:buNone/>
            </a:pPr>
            <a:r>
              <a:rPr b="0" lang="de-DE" sz="4400" strike="noStrike" u="none">
                <a:solidFill>
                  <a:schemeClr val="dk1"/>
                </a:solidFill>
                <a:effectLst/>
                <a:uFillTx/>
                <a:latin typeface="Aptos Display"/>
              </a:rPr>
              <a:t>Zeitplan</a:t>
            </a:r>
            <a:endParaRPr b="0" lang="de-DE" sz="4400" strike="noStrike" u="none">
              <a:solidFill>
                <a:schemeClr val="dk1"/>
              </a:solidFill>
              <a:effectLst/>
              <a:uFillTx/>
              <a:latin typeface="Aptos"/>
            </a:endParaRPr>
          </a:p>
        </p:txBody>
      </p:sp>
      <p:sp>
        <p:nvSpPr>
          <p:cNvPr id="91" name="PlaceHolder 2"/>
          <p:cNvSpPr>
            <a:spLocks noGrp="1"/>
          </p:cNvSpPr>
          <p:nvPr>
            <p:ph/>
          </p:nvPr>
        </p:nvSpPr>
        <p:spPr>
          <a:xfrm>
            <a:off x="838080" y="934200"/>
            <a:ext cx="10515240" cy="524268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de-DE" sz="2800" strike="noStrike" u="none">
                <a:solidFill>
                  <a:schemeClr val="dk1"/>
                </a:solidFill>
                <a:effectLst/>
                <a:uFillTx/>
                <a:latin typeface="Aptos"/>
              </a:rPr>
              <a:t>21. September: Fortbildung</a:t>
            </a:r>
            <a:endParaRPr b="0" lang="de-DE" sz="2800" strike="noStrike" u="none">
              <a:solidFill>
                <a:schemeClr val="dk1"/>
              </a:solidFill>
              <a:effectLst/>
              <a:uFillTx/>
              <a:latin typeface="Aptos"/>
            </a:endParaRPr>
          </a:p>
          <a:p>
            <a:pPr marL="228600" indent="-228600" defTabSz="914400">
              <a:lnSpc>
                <a:spcPct val="90000"/>
              </a:lnSpc>
              <a:spcBef>
                <a:spcPts val="1001"/>
              </a:spcBef>
              <a:buClr>
                <a:srgbClr val="000000"/>
              </a:buClr>
              <a:buFont typeface="Arial"/>
              <a:buChar char="•"/>
            </a:pPr>
            <a:r>
              <a:rPr b="0" lang="de-DE" sz="2800" strike="noStrike" u="none">
                <a:solidFill>
                  <a:schemeClr val="dk1"/>
                </a:solidFill>
                <a:effectLst/>
                <a:uFillTx/>
                <a:latin typeface="Aptos"/>
              </a:rPr>
              <a:t>November: in divomath</a:t>
            </a:r>
            <a:endParaRPr b="0" lang="de-DE" sz="2800" strike="noStrike" u="none">
              <a:solidFill>
                <a:schemeClr val="dk1"/>
              </a:solidFill>
              <a:effectLst/>
              <a:uFillTx/>
              <a:latin typeface="Aptos"/>
            </a:endParaRPr>
          </a:p>
          <a:p>
            <a:pPr indent="0" defTabSz="914400">
              <a:lnSpc>
                <a:spcPct val="90000"/>
              </a:lnSpc>
              <a:spcBef>
                <a:spcPts val="499"/>
              </a:spcBef>
              <a:buNone/>
            </a:pPr>
            <a:endParaRPr b="0" lang="de-DE" sz="2400" strike="noStrike" u="non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2" name="Grafik 3" descr=""/>
          <p:cNvPicPr/>
          <p:nvPr/>
        </p:nvPicPr>
        <p:blipFill>
          <a:blip r:embed="rId1">
            <a:grayscl/>
          </a:blip>
          <a:srcRect l="0" t="0" r="17241" b="28546"/>
          <a:stretch/>
        </p:blipFill>
        <p:spPr>
          <a:xfrm>
            <a:off x="3747240" y="1827720"/>
            <a:ext cx="3516120" cy="2469600"/>
          </a:xfrm>
          <a:prstGeom prst="rect">
            <a:avLst/>
          </a:prstGeom>
          <a:noFill/>
          <a:ln w="0">
            <a:noFill/>
          </a:ln>
        </p:spPr>
      </p:pic>
      <p:pic>
        <p:nvPicPr>
          <p:cNvPr id="93" name="Grafik 4" descr=""/>
          <p:cNvPicPr/>
          <p:nvPr/>
        </p:nvPicPr>
        <p:blipFill>
          <a:blip r:embed="rId2">
            <a:grayscl/>
          </a:blip>
          <a:srcRect l="82759" t="0" r="0" b="28546"/>
          <a:stretch/>
        </p:blipFill>
        <p:spPr>
          <a:xfrm>
            <a:off x="7263720" y="1828440"/>
            <a:ext cx="732240" cy="2469600"/>
          </a:xfrm>
          <a:prstGeom prst="rect">
            <a:avLst/>
          </a:prstGeom>
          <a:noFill/>
          <a:ln w="0">
            <a:noFill/>
          </a:ln>
        </p:spPr>
      </p:pic>
      <p:pic>
        <p:nvPicPr>
          <p:cNvPr id="94" name="Grafik 5" descr=""/>
          <p:cNvPicPr/>
          <p:nvPr/>
        </p:nvPicPr>
        <p:blipFill>
          <a:blip r:embed="rId3">
            <a:grayscl/>
          </a:blip>
          <a:srcRect l="0" t="72027" r="17241" b="0"/>
          <a:stretch/>
        </p:blipFill>
        <p:spPr>
          <a:xfrm>
            <a:off x="3747240" y="4250880"/>
            <a:ext cx="3516120" cy="966600"/>
          </a:xfrm>
          <a:prstGeom prst="rect">
            <a:avLst/>
          </a:prstGeom>
          <a:noFill/>
          <a:ln w="0">
            <a:noFill/>
          </a:ln>
        </p:spPr>
      </p:pic>
      <p:pic>
        <p:nvPicPr>
          <p:cNvPr id="95" name="Grafik 6" descr=""/>
          <p:cNvPicPr/>
          <p:nvPr/>
        </p:nvPicPr>
        <p:blipFill>
          <a:blip r:embed="rId4">
            <a:grayscl/>
          </a:blip>
          <a:srcRect l="82759" t="72027" r="0" b="0"/>
          <a:stretch/>
        </p:blipFill>
        <p:spPr>
          <a:xfrm>
            <a:off x="7263720" y="4257000"/>
            <a:ext cx="732240" cy="966600"/>
          </a:xfrm>
          <a:prstGeom prst="rect">
            <a:avLst/>
          </a:prstGeom>
          <a:noFill/>
          <a:ln w="0">
            <a:noFill/>
          </a:ln>
        </p:spPr>
      </p:pic>
      <p:sp>
        <p:nvSpPr>
          <p:cNvPr id="96" name="Textfeld 7"/>
          <p:cNvSpPr/>
          <p:nvPr/>
        </p:nvSpPr>
        <p:spPr>
          <a:xfrm>
            <a:off x="5175360" y="1414800"/>
            <a:ext cx="698400" cy="3646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de-DE" sz="1800" strike="noStrike" u="none">
                <a:solidFill>
                  <a:schemeClr val="dk1"/>
                </a:solidFill>
                <a:effectLst/>
                <a:uFillTx/>
                <a:latin typeface="Aptos"/>
              </a:rPr>
              <a:t>7*12</a:t>
            </a:r>
            <a:endParaRPr b="0" lang="de-DE" sz="1800" strike="noStrike" u="none">
              <a:solidFill>
                <a:srgbClr val="000000"/>
              </a:solidFill>
              <a:effectLst/>
              <a:uFillTx/>
              <a:latin typeface="Arial"/>
            </a:endParaRPr>
          </a:p>
        </p:txBody>
      </p:sp>
      <p:sp>
        <p:nvSpPr>
          <p:cNvPr id="97" name="Textfeld 8"/>
          <p:cNvSpPr/>
          <p:nvPr/>
        </p:nvSpPr>
        <p:spPr>
          <a:xfrm>
            <a:off x="266760" y="142920"/>
            <a:ext cx="1596240" cy="3646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de-DE" sz="1800" strike="noStrike" u="none">
                <a:solidFill>
                  <a:schemeClr val="dk1"/>
                </a:solidFill>
                <a:effectLst/>
                <a:uFillTx/>
                <a:latin typeface="Aptos"/>
              </a:rPr>
              <a:t>Zeile * Spalte</a:t>
            </a:r>
            <a:endParaRPr b="0" lang="de-DE" sz="1800" strike="noStrike" u="none">
              <a:solidFill>
                <a:srgbClr val="000000"/>
              </a:solidFill>
              <a:effectLst/>
              <a:uFillTx/>
              <a:latin typeface="Arial"/>
            </a:endParaRPr>
          </a:p>
        </p:txBody>
      </p:sp>
      <p:pic>
        <p:nvPicPr>
          <p:cNvPr id="98" name="Grafik 9" descr=""/>
          <p:cNvPicPr/>
          <p:nvPr/>
        </p:nvPicPr>
        <p:blipFill>
          <a:blip r:embed="rId5"/>
          <a:srcRect l="0" t="0" r="17241" b="28546"/>
          <a:stretch/>
        </p:blipFill>
        <p:spPr>
          <a:xfrm>
            <a:off x="8444520" y="1827720"/>
            <a:ext cx="3516120" cy="2469600"/>
          </a:xfrm>
          <a:prstGeom prst="rect">
            <a:avLst/>
          </a:prstGeom>
          <a:noFill/>
          <a:ln w="0">
            <a:noFill/>
          </a:ln>
        </p:spPr>
      </p:pic>
      <p:pic>
        <p:nvPicPr>
          <p:cNvPr id="99" name="Grafik 10" descr=""/>
          <p:cNvPicPr/>
          <p:nvPr/>
        </p:nvPicPr>
        <p:blipFill>
          <a:blip r:embed="rId6"/>
          <a:srcRect l="82759" t="0" r="0" b="28546"/>
          <a:stretch/>
        </p:blipFill>
        <p:spPr>
          <a:xfrm>
            <a:off x="12034440" y="1828440"/>
            <a:ext cx="732240" cy="2469600"/>
          </a:xfrm>
          <a:prstGeom prst="rect">
            <a:avLst/>
          </a:prstGeom>
          <a:noFill/>
          <a:ln w="0">
            <a:noFill/>
          </a:ln>
        </p:spPr>
      </p:pic>
      <p:pic>
        <p:nvPicPr>
          <p:cNvPr id="100" name="Grafik 11" descr=""/>
          <p:cNvPicPr/>
          <p:nvPr/>
        </p:nvPicPr>
        <p:blipFill>
          <a:blip r:embed="rId7"/>
          <a:srcRect l="0" t="72027" r="17241" b="0"/>
          <a:stretch/>
        </p:blipFill>
        <p:spPr>
          <a:xfrm>
            <a:off x="8444520" y="4250880"/>
            <a:ext cx="3516120" cy="966600"/>
          </a:xfrm>
          <a:prstGeom prst="rect">
            <a:avLst/>
          </a:prstGeom>
          <a:noFill/>
          <a:ln w="0">
            <a:noFill/>
          </a:ln>
        </p:spPr>
      </p:pic>
      <p:pic>
        <p:nvPicPr>
          <p:cNvPr id="101" name="Grafik 12" descr=""/>
          <p:cNvPicPr/>
          <p:nvPr/>
        </p:nvPicPr>
        <p:blipFill>
          <a:blip r:embed="rId8"/>
          <a:srcRect l="82759" t="72027" r="0" b="0"/>
          <a:stretch/>
        </p:blipFill>
        <p:spPr>
          <a:xfrm>
            <a:off x="12034440" y="4267080"/>
            <a:ext cx="732240" cy="966600"/>
          </a:xfrm>
          <a:prstGeom prst="rect">
            <a:avLst/>
          </a:prstGeom>
          <a:noFill/>
          <a:ln w="0">
            <a:noFill/>
          </a:ln>
        </p:spPr>
      </p:pic>
      <p:sp>
        <p:nvSpPr>
          <p:cNvPr id="102" name="Textfeld 13"/>
          <p:cNvSpPr/>
          <p:nvPr/>
        </p:nvSpPr>
        <p:spPr>
          <a:xfrm>
            <a:off x="9872640" y="1414800"/>
            <a:ext cx="1495440" cy="3646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de-DE" sz="1800" strike="noStrike" u="none">
                <a:solidFill>
                  <a:schemeClr val="dk1"/>
                </a:solidFill>
                <a:effectLst/>
                <a:uFillTx/>
                <a:latin typeface="Aptos"/>
              </a:rPr>
              <a:t>(5+2)*(10+2)</a:t>
            </a:r>
            <a:endParaRPr b="0" lang="de-DE" sz="1800" strike="noStrike" u="none">
              <a:solidFill>
                <a:srgbClr val="000000"/>
              </a:solidFill>
              <a:effectLst/>
              <a:uFillTx/>
              <a:latin typeface="Arial"/>
            </a:endParaRPr>
          </a:p>
        </p:txBody>
      </p:sp>
      <p:grpSp>
        <p:nvGrpSpPr>
          <p:cNvPr id="103" name="Gruppieren 22"/>
          <p:cNvGrpSpPr/>
          <p:nvPr/>
        </p:nvGrpSpPr>
        <p:grpSpPr>
          <a:xfrm>
            <a:off x="-716400" y="2087280"/>
            <a:ext cx="3942360" cy="2540160"/>
            <a:chOff x="-716400" y="2087280"/>
            <a:chExt cx="3942360" cy="2540160"/>
          </a:xfrm>
        </p:grpSpPr>
        <p:grpSp>
          <p:nvGrpSpPr>
            <p:cNvPr id="104" name="Gruppieren 20"/>
            <p:cNvGrpSpPr/>
            <p:nvPr/>
          </p:nvGrpSpPr>
          <p:grpSpPr>
            <a:xfrm>
              <a:off x="-716400" y="2087280"/>
              <a:ext cx="3942360" cy="2540160"/>
              <a:chOff x="-716400" y="2087280"/>
              <a:chExt cx="3942360" cy="2540160"/>
            </a:xfrm>
          </p:grpSpPr>
          <p:sp>
            <p:nvSpPr>
              <p:cNvPr id="105" name="Rechteck 2"/>
              <p:cNvSpPr/>
              <p:nvPr/>
            </p:nvSpPr>
            <p:spPr>
              <a:xfrm>
                <a:off x="-716400" y="2087280"/>
                <a:ext cx="3942360" cy="353520"/>
              </a:xfrm>
              <a:prstGeom prst="rect">
                <a:avLst/>
              </a:prstGeom>
              <a:solidFill>
                <a:schemeClr val="accent1"/>
              </a:solidFill>
              <a:ln w="19080">
                <a:solidFill>
                  <a:schemeClr val="accen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106" name="Rechteck 14"/>
              <p:cNvSpPr/>
              <p:nvPr/>
            </p:nvSpPr>
            <p:spPr>
              <a:xfrm>
                <a:off x="-716400" y="2464200"/>
                <a:ext cx="3942360" cy="353520"/>
              </a:xfrm>
              <a:prstGeom prst="rect">
                <a:avLst/>
              </a:prstGeom>
              <a:solidFill>
                <a:schemeClr val="accent1"/>
              </a:solidFill>
              <a:ln w="19080">
                <a:solidFill>
                  <a:schemeClr val="accen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107" name="Rechteck 15"/>
              <p:cNvSpPr/>
              <p:nvPr/>
            </p:nvSpPr>
            <p:spPr>
              <a:xfrm>
                <a:off x="-716400" y="2818080"/>
                <a:ext cx="3942360" cy="353520"/>
              </a:xfrm>
              <a:prstGeom prst="rect">
                <a:avLst/>
              </a:prstGeom>
              <a:solidFill>
                <a:schemeClr val="accent1"/>
              </a:solidFill>
              <a:ln w="19080">
                <a:solidFill>
                  <a:schemeClr val="accen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108" name="Rechteck 16"/>
              <p:cNvSpPr/>
              <p:nvPr/>
            </p:nvSpPr>
            <p:spPr>
              <a:xfrm>
                <a:off x="-716400" y="3171960"/>
                <a:ext cx="3942360" cy="353520"/>
              </a:xfrm>
              <a:prstGeom prst="rect">
                <a:avLst/>
              </a:prstGeom>
              <a:solidFill>
                <a:schemeClr val="accent1"/>
              </a:solidFill>
              <a:ln w="19080">
                <a:solidFill>
                  <a:schemeClr val="accen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109" name="Rechteck 17"/>
              <p:cNvSpPr/>
              <p:nvPr/>
            </p:nvSpPr>
            <p:spPr>
              <a:xfrm>
                <a:off x="-716400" y="3546000"/>
                <a:ext cx="3942360" cy="353520"/>
              </a:xfrm>
              <a:prstGeom prst="rect">
                <a:avLst/>
              </a:prstGeom>
              <a:solidFill>
                <a:schemeClr val="accent1"/>
              </a:solidFill>
              <a:ln w="19080">
                <a:solidFill>
                  <a:schemeClr val="accen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110" name="Rechteck 18"/>
              <p:cNvSpPr/>
              <p:nvPr/>
            </p:nvSpPr>
            <p:spPr>
              <a:xfrm>
                <a:off x="-716400" y="3899880"/>
                <a:ext cx="3942360" cy="353520"/>
              </a:xfrm>
              <a:prstGeom prst="rect">
                <a:avLst/>
              </a:prstGeom>
              <a:solidFill>
                <a:schemeClr val="accent1"/>
              </a:solidFill>
              <a:ln w="19080">
                <a:solidFill>
                  <a:schemeClr val="accen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111" name="Rechteck 19"/>
              <p:cNvSpPr/>
              <p:nvPr/>
            </p:nvSpPr>
            <p:spPr>
              <a:xfrm>
                <a:off x="-716400" y="4273920"/>
                <a:ext cx="3942360" cy="353520"/>
              </a:xfrm>
              <a:prstGeom prst="rect">
                <a:avLst/>
              </a:prstGeom>
              <a:solidFill>
                <a:schemeClr val="accent1"/>
              </a:solidFill>
              <a:ln w="19080">
                <a:solidFill>
                  <a:schemeClr val="accen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grpSp>
        <p:sp>
          <p:nvSpPr>
            <p:cNvPr id="112" name="Textfeld 21"/>
            <p:cNvSpPr/>
            <p:nvPr/>
          </p:nvSpPr>
          <p:spPr>
            <a:xfrm>
              <a:off x="835200" y="2926440"/>
              <a:ext cx="1166400" cy="913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de-DE" sz="5400" strike="noStrike" u="none">
                  <a:solidFill>
                    <a:schemeClr val="lt1"/>
                  </a:solidFill>
                  <a:effectLst/>
                  <a:uFillTx/>
                  <a:latin typeface="Aptos"/>
                </a:rPr>
                <a:t>84</a:t>
              </a:r>
              <a:endParaRPr b="0" lang="de-DE" sz="5400" strike="noStrike" u="none">
                <a:solidFill>
                  <a:srgbClr val="000000"/>
                </a:solidFill>
                <a:effectLst/>
                <a:uFillTx/>
                <a:latin typeface="Arial"/>
              </a:endParaRPr>
            </a:p>
          </p:txBody>
        </p:sp>
      </p:grpSp>
      <p:sp>
        <p:nvSpPr>
          <p:cNvPr id="113" name=""/>
          <p:cNvSpPr/>
          <p:nvPr/>
        </p:nvSpPr>
        <p:spPr>
          <a:xfrm>
            <a:off x="9720000" y="2488320"/>
            <a:ext cx="2510640" cy="2371680"/>
          </a:xfrm>
          <a:prstGeom prst="smileyFace">
            <a:avLst>
              <a:gd name="adj" fmla="val 9282"/>
            </a:avLst>
          </a:prstGeom>
          <a:solidFill>
            <a:srgbClr val="ffffd7"/>
          </a:solidFill>
          <a:ln w="0">
            <a:solidFill>
              <a:srgbClr val="3465a4"/>
            </a:solidFill>
          </a:ln>
        </p:spPr>
        <p:style>
          <a:lnRef idx="0"/>
          <a:fillRef idx="0"/>
          <a:effectRef idx="0"/>
          <a:fontRef idx="minor"/>
        </p:style>
        <p:txBody>
          <a:bodyPr lIns="90000" rIns="90000" tIns="45000" bIns="45000" anchor="ctr">
            <a:noAutofit/>
          </a:bodyPr>
          <a:p>
            <a:endParaRPr b="0" lang="de-DE" sz="1800" strike="noStrike" u="none">
              <a:solidFill>
                <a:srgbClr val="000000"/>
              </a:solidFill>
              <a:effectLst/>
              <a:uFillTx/>
              <a:latin typeface="Arial"/>
            </a:endParaRPr>
          </a:p>
        </p:txBody>
      </p:sp>
      <p:sp>
        <p:nvSpPr>
          <p:cNvPr id="114" name=""/>
          <p:cNvSpPr/>
          <p:nvPr/>
        </p:nvSpPr>
        <p:spPr>
          <a:xfrm>
            <a:off x="4509360" y="2488320"/>
            <a:ext cx="2510640" cy="2371680"/>
          </a:xfrm>
          <a:prstGeom prst="smileyFace">
            <a:avLst>
              <a:gd name="adj" fmla="val 9282"/>
            </a:avLst>
          </a:prstGeom>
          <a:solidFill>
            <a:srgbClr val="ffffd7"/>
          </a:solidFill>
          <a:ln w="0">
            <a:solidFill>
              <a:srgbClr val="3465a4"/>
            </a:solidFill>
          </a:ln>
        </p:spPr>
        <p:style>
          <a:lnRef idx="0"/>
          <a:fillRef idx="0"/>
          <a:effectRef idx="0"/>
          <a:fontRef idx="minor"/>
        </p:style>
        <p:txBody>
          <a:bodyPr lIns="90000" rIns="90000" tIns="45000" bIns="45000" anchor="ctr">
            <a:noAutofit/>
          </a:bodyPr>
          <a:p>
            <a:endParaRPr b="0" lang="de-DE" sz="1800" strike="noStrike" u="none">
              <a:solidFill>
                <a:srgbClr val="000000"/>
              </a:solidFill>
              <a:effectLst/>
              <a:uFillTx/>
              <a:latin typeface="Arial"/>
            </a:endParaRPr>
          </a:p>
        </p:txBody>
      </p:sp>
      <p:sp>
        <p:nvSpPr>
          <p:cNvPr id="115" name=""/>
          <p:cNvSpPr/>
          <p:nvPr/>
        </p:nvSpPr>
        <p:spPr>
          <a:xfrm>
            <a:off x="189360" y="2340000"/>
            <a:ext cx="2510640" cy="2371680"/>
          </a:xfrm>
          <a:prstGeom prst="smileyFace">
            <a:avLst>
              <a:gd name="adj" fmla="val 9282"/>
            </a:avLst>
          </a:prstGeom>
          <a:solidFill>
            <a:srgbClr val="ffffd7"/>
          </a:solidFill>
          <a:ln w="0">
            <a:solidFill>
              <a:srgbClr val="3465a4"/>
            </a:solidFill>
          </a:ln>
        </p:spPr>
        <p:style>
          <a:lnRef idx="0"/>
          <a:fillRef idx="0"/>
          <a:effectRef idx="0"/>
          <a:fontRef idx="minor"/>
        </p:style>
        <p:txBody>
          <a:bodyPr lIns="90000" rIns="90000" tIns="45000" bIns="45000" anchor="ctr">
            <a:noAutofit/>
          </a:bodyPr>
          <a:p>
            <a:endParaRPr b="0" lang="de-DE"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6" name="Grafik 3" descr=""/>
          <p:cNvPicPr/>
          <p:nvPr/>
        </p:nvPicPr>
        <p:blipFill>
          <a:blip r:embed="rId1"/>
          <a:srcRect l="0" t="0" r="17241" b="28546"/>
          <a:stretch/>
        </p:blipFill>
        <p:spPr>
          <a:xfrm>
            <a:off x="600120" y="1929960"/>
            <a:ext cx="3516120" cy="2469600"/>
          </a:xfrm>
          <a:prstGeom prst="rect">
            <a:avLst/>
          </a:prstGeom>
          <a:noFill/>
          <a:ln w="0">
            <a:noFill/>
          </a:ln>
        </p:spPr>
      </p:pic>
      <p:pic>
        <p:nvPicPr>
          <p:cNvPr id="117" name="Grafik 4" descr=""/>
          <p:cNvPicPr/>
          <p:nvPr/>
        </p:nvPicPr>
        <p:blipFill>
          <a:blip r:embed="rId2"/>
          <a:srcRect l="82759" t="0" r="0" b="28546"/>
          <a:stretch/>
        </p:blipFill>
        <p:spPr>
          <a:xfrm>
            <a:off x="4784040" y="1930680"/>
            <a:ext cx="732240" cy="2469600"/>
          </a:xfrm>
          <a:prstGeom prst="rect">
            <a:avLst/>
          </a:prstGeom>
          <a:noFill/>
          <a:ln w="0">
            <a:noFill/>
          </a:ln>
        </p:spPr>
      </p:pic>
      <p:pic>
        <p:nvPicPr>
          <p:cNvPr id="118" name="Grafik 5" descr=""/>
          <p:cNvPicPr/>
          <p:nvPr/>
        </p:nvPicPr>
        <p:blipFill>
          <a:blip r:embed="rId3"/>
          <a:srcRect l="0" t="72027" r="17241" b="0"/>
          <a:stretch/>
        </p:blipFill>
        <p:spPr>
          <a:xfrm>
            <a:off x="600120" y="4352760"/>
            <a:ext cx="3516120" cy="966600"/>
          </a:xfrm>
          <a:prstGeom prst="rect">
            <a:avLst/>
          </a:prstGeom>
          <a:noFill/>
          <a:ln w="0">
            <a:noFill/>
          </a:ln>
        </p:spPr>
      </p:pic>
      <p:pic>
        <p:nvPicPr>
          <p:cNvPr id="119" name="Grafik 6" descr=""/>
          <p:cNvPicPr/>
          <p:nvPr/>
        </p:nvPicPr>
        <p:blipFill>
          <a:blip r:embed="rId4"/>
          <a:srcRect l="82759" t="72027" r="0" b="0"/>
          <a:stretch/>
        </p:blipFill>
        <p:spPr>
          <a:xfrm>
            <a:off x="4784040" y="4368960"/>
            <a:ext cx="732240" cy="966600"/>
          </a:xfrm>
          <a:prstGeom prst="rect">
            <a:avLst/>
          </a:prstGeom>
          <a:noFill/>
          <a:ln w="0">
            <a:noFill/>
          </a:ln>
        </p:spPr>
      </p:pic>
      <p:pic>
        <p:nvPicPr>
          <p:cNvPr id="120" name="Grafik 1" descr=""/>
          <p:cNvPicPr/>
          <p:nvPr/>
        </p:nvPicPr>
        <p:blipFill>
          <a:blip r:embed="rId5"/>
          <a:srcRect l="0" t="0" r="17241" b="28546"/>
          <a:stretch/>
        </p:blipFill>
        <p:spPr>
          <a:xfrm>
            <a:off x="6917040" y="1882800"/>
            <a:ext cx="3516120" cy="2469600"/>
          </a:xfrm>
          <a:prstGeom prst="rect">
            <a:avLst/>
          </a:prstGeom>
          <a:noFill/>
          <a:ln w="0">
            <a:noFill/>
          </a:ln>
        </p:spPr>
      </p:pic>
      <p:pic>
        <p:nvPicPr>
          <p:cNvPr id="121" name="Grafik 2" descr=""/>
          <p:cNvPicPr/>
          <p:nvPr/>
        </p:nvPicPr>
        <p:blipFill>
          <a:blip r:embed="rId6"/>
          <a:srcRect l="82759" t="0" r="0" b="28546"/>
          <a:stretch/>
        </p:blipFill>
        <p:spPr>
          <a:xfrm>
            <a:off x="10506960" y="1883520"/>
            <a:ext cx="732240" cy="2469600"/>
          </a:xfrm>
          <a:prstGeom prst="rect">
            <a:avLst/>
          </a:prstGeom>
          <a:noFill/>
          <a:ln w="0">
            <a:noFill/>
          </a:ln>
        </p:spPr>
      </p:pic>
      <p:pic>
        <p:nvPicPr>
          <p:cNvPr id="122" name="Grafik 7" descr=""/>
          <p:cNvPicPr/>
          <p:nvPr/>
        </p:nvPicPr>
        <p:blipFill>
          <a:blip r:embed="rId7"/>
          <a:srcRect l="0" t="72027" r="17241" b="0"/>
          <a:stretch/>
        </p:blipFill>
        <p:spPr>
          <a:xfrm>
            <a:off x="6917040" y="4852440"/>
            <a:ext cx="3516120" cy="966600"/>
          </a:xfrm>
          <a:prstGeom prst="rect">
            <a:avLst/>
          </a:prstGeom>
          <a:noFill/>
          <a:ln w="0">
            <a:noFill/>
          </a:ln>
        </p:spPr>
      </p:pic>
      <p:pic>
        <p:nvPicPr>
          <p:cNvPr id="123" name="Grafik 8" descr=""/>
          <p:cNvPicPr/>
          <p:nvPr/>
        </p:nvPicPr>
        <p:blipFill>
          <a:blip r:embed="rId8"/>
          <a:srcRect l="82759" t="72027" r="0" b="0"/>
          <a:stretch/>
        </p:blipFill>
        <p:spPr>
          <a:xfrm>
            <a:off x="10506960" y="4868280"/>
            <a:ext cx="732240" cy="966600"/>
          </a:xfrm>
          <a:prstGeom prst="rect">
            <a:avLst/>
          </a:prstGeom>
          <a:noFill/>
          <a:ln w="0">
            <a:noFill/>
          </a:ln>
        </p:spPr>
      </p:pic>
      <p:sp>
        <p:nvSpPr>
          <p:cNvPr id="124" name="Textfeld 9"/>
          <p:cNvSpPr/>
          <p:nvPr/>
        </p:nvSpPr>
        <p:spPr>
          <a:xfrm>
            <a:off x="8125920" y="1469880"/>
            <a:ext cx="2263320" cy="3646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de-DE" sz="1800" strike="noStrike" u="none">
                <a:solidFill>
                  <a:schemeClr val="dk1"/>
                </a:solidFill>
                <a:effectLst/>
                <a:uFillTx/>
                <a:latin typeface="Aptos"/>
              </a:rPr>
              <a:t>5*(10+2) + 2*(10+2)</a:t>
            </a:r>
            <a:endParaRPr b="0" lang="de-DE" sz="1800" strike="noStrike" u="none">
              <a:solidFill>
                <a:srgbClr val="000000"/>
              </a:solidFill>
              <a:effectLst/>
              <a:uFillTx/>
              <a:latin typeface="Arial"/>
            </a:endParaRPr>
          </a:p>
        </p:txBody>
      </p:sp>
      <p:sp>
        <p:nvSpPr>
          <p:cNvPr id="125" name="Textfeld 10"/>
          <p:cNvSpPr/>
          <p:nvPr/>
        </p:nvSpPr>
        <p:spPr>
          <a:xfrm>
            <a:off x="1791720" y="1469880"/>
            <a:ext cx="2132640" cy="3646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de-DE" sz="1800" strike="noStrike" u="none">
                <a:solidFill>
                  <a:schemeClr val="dk1"/>
                </a:solidFill>
                <a:effectLst/>
                <a:uFillTx/>
                <a:latin typeface="Aptos"/>
              </a:rPr>
              <a:t>(5+2)*10 + (5+2)*2</a:t>
            </a:r>
            <a:endParaRPr b="0" lang="de-DE" sz="1800" strike="noStrike" u="none">
              <a:solidFill>
                <a:srgbClr val="000000"/>
              </a:solidFill>
              <a:effectLst/>
              <a:uFillTx/>
              <a:latin typeface="Arial"/>
            </a:endParaRPr>
          </a:p>
        </p:txBody>
      </p:sp>
      <p:sp>
        <p:nvSpPr>
          <p:cNvPr id="126" name=""/>
          <p:cNvSpPr txBox="1"/>
          <p:nvPr/>
        </p:nvSpPr>
        <p:spPr>
          <a:xfrm>
            <a:off x="4232880" y="6133320"/>
            <a:ext cx="1347120" cy="346680"/>
          </a:xfrm>
          <a:prstGeom prst="rect">
            <a:avLst/>
          </a:prstGeom>
          <a:noFill/>
          <a:ln w="0">
            <a:noFill/>
          </a:ln>
        </p:spPr>
        <p:txBody>
          <a:bodyPr lIns="90000" rIns="90000" tIns="45000" bIns="45000" anchor="t">
            <a:spAutoFit/>
          </a:bodyPr>
          <a:p>
            <a:r>
              <a:rPr b="0" lang="de-DE" sz="1800" strike="noStrike" u="none">
                <a:solidFill>
                  <a:srgbClr val="000000"/>
                </a:solidFill>
                <a:effectLst/>
                <a:uFillTx/>
                <a:latin typeface="Arial"/>
              </a:rPr>
              <a:t>"toolbutton"</a:t>
            </a:r>
            <a:endParaRPr b="0" lang="de-DE" sz="1800" strike="noStrike" u="none">
              <a:solidFill>
                <a:srgbClr val="000000"/>
              </a:solidFill>
              <a:effectLst/>
              <a:uFillTx/>
              <a:latin typeface="Arial"/>
            </a:endParaRPr>
          </a:p>
        </p:txBody>
      </p:sp>
      <p:sp>
        <p:nvSpPr>
          <p:cNvPr id="127" name=""/>
          <p:cNvSpPr/>
          <p:nvPr/>
        </p:nvSpPr>
        <p:spPr>
          <a:xfrm>
            <a:off x="1629360" y="-1291680"/>
            <a:ext cx="2510640" cy="2371680"/>
          </a:xfrm>
          <a:prstGeom prst="smileyFace">
            <a:avLst>
              <a:gd name="adj" fmla="val 9282"/>
            </a:avLst>
          </a:prstGeom>
          <a:solidFill>
            <a:srgbClr val="ffffd7"/>
          </a:solidFill>
          <a:ln w="0">
            <a:solidFill>
              <a:srgbClr val="3465a4"/>
            </a:solidFill>
          </a:ln>
        </p:spPr>
        <p:style>
          <a:lnRef idx="0"/>
          <a:fillRef idx="0"/>
          <a:effectRef idx="0"/>
          <a:fontRef idx="minor"/>
        </p:style>
        <p:txBody>
          <a:bodyPr lIns="90000" rIns="90000" tIns="45000" bIns="45000" anchor="ctr">
            <a:noAutofit/>
          </a:bodyPr>
          <a:p>
            <a:endParaRPr b="0" lang="de-DE"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8" name="Grafik 3" descr=""/>
          <p:cNvPicPr/>
          <p:nvPr/>
        </p:nvPicPr>
        <p:blipFill>
          <a:blip r:embed="rId1"/>
          <a:srcRect l="0" t="0" r="17241" b="28546"/>
          <a:stretch/>
        </p:blipFill>
        <p:spPr>
          <a:xfrm>
            <a:off x="850680" y="1526760"/>
            <a:ext cx="3516120" cy="2469600"/>
          </a:xfrm>
          <a:prstGeom prst="rect">
            <a:avLst/>
          </a:prstGeom>
          <a:noFill/>
          <a:ln w="0">
            <a:noFill/>
          </a:ln>
        </p:spPr>
      </p:pic>
      <p:pic>
        <p:nvPicPr>
          <p:cNvPr id="129" name="Grafik 4" descr=""/>
          <p:cNvPicPr/>
          <p:nvPr/>
        </p:nvPicPr>
        <p:blipFill>
          <a:blip r:embed="rId2"/>
          <a:srcRect l="82759" t="0" r="0" b="28546"/>
          <a:stretch/>
        </p:blipFill>
        <p:spPr>
          <a:xfrm>
            <a:off x="4792680" y="1527480"/>
            <a:ext cx="732240" cy="2469600"/>
          </a:xfrm>
          <a:prstGeom prst="rect">
            <a:avLst/>
          </a:prstGeom>
          <a:noFill/>
          <a:ln w="0">
            <a:noFill/>
          </a:ln>
        </p:spPr>
      </p:pic>
      <p:pic>
        <p:nvPicPr>
          <p:cNvPr id="130" name="Grafik 5" descr=""/>
          <p:cNvPicPr/>
          <p:nvPr/>
        </p:nvPicPr>
        <p:blipFill>
          <a:blip r:embed="rId3"/>
          <a:srcRect l="0" t="72027" r="17241" b="0"/>
          <a:stretch/>
        </p:blipFill>
        <p:spPr>
          <a:xfrm>
            <a:off x="850680" y="4397400"/>
            <a:ext cx="3516120" cy="966600"/>
          </a:xfrm>
          <a:prstGeom prst="rect">
            <a:avLst/>
          </a:prstGeom>
          <a:noFill/>
          <a:ln w="0">
            <a:noFill/>
          </a:ln>
        </p:spPr>
      </p:pic>
      <p:pic>
        <p:nvPicPr>
          <p:cNvPr id="131" name="Grafik 6" descr=""/>
          <p:cNvPicPr/>
          <p:nvPr/>
        </p:nvPicPr>
        <p:blipFill>
          <a:blip r:embed="rId4"/>
          <a:srcRect l="82759" t="72027" r="0" b="0"/>
          <a:stretch/>
        </p:blipFill>
        <p:spPr>
          <a:xfrm>
            <a:off x="4792680" y="4413600"/>
            <a:ext cx="732240" cy="966600"/>
          </a:xfrm>
          <a:prstGeom prst="rect">
            <a:avLst/>
          </a:prstGeom>
          <a:noFill/>
          <a:ln w="0">
            <a:noFill/>
          </a:ln>
        </p:spPr>
      </p:pic>
      <p:sp>
        <p:nvSpPr>
          <p:cNvPr id="132" name="Textfeld 10"/>
          <p:cNvSpPr/>
          <p:nvPr/>
        </p:nvSpPr>
        <p:spPr>
          <a:xfrm>
            <a:off x="1947240" y="1067040"/>
            <a:ext cx="2740320" cy="3646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de-DE" sz="1800" strike="noStrike" u="none">
                <a:solidFill>
                  <a:schemeClr val="dk1"/>
                </a:solidFill>
                <a:effectLst/>
                <a:uFillTx/>
                <a:latin typeface="Aptos"/>
              </a:rPr>
              <a:t>5*10 + 2*10 + 5*2 + 2*2</a:t>
            </a:r>
            <a:endParaRPr b="0" lang="de-DE" sz="1800" strike="noStrike" u="none">
              <a:solidFill>
                <a:srgbClr val="000000"/>
              </a:solidFill>
              <a:effectLst/>
              <a:uFillTx/>
              <a:latin typeface="Arial"/>
            </a:endParaRPr>
          </a:p>
        </p:txBody>
      </p:sp>
      <p:pic>
        <p:nvPicPr>
          <p:cNvPr id="133" name="Grafik 1" descr=""/>
          <p:cNvPicPr/>
          <p:nvPr/>
        </p:nvPicPr>
        <p:blipFill>
          <a:blip r:embed="rId5"/>
          <a:stretch/>
        </p:blipFill>
        <p:spPr>
          <a:xfrm>
            <a:off x="5612760" y="2725200"/>
            <a:ext cx="676080" cy="1180800"/>
          </a:xfrm>
          <a:prstGeom prst="rect">
            <a:avLst/>
          </a:prstGeom>
          <a:noFill/>
          <a:ln w="0">
            <a:noFill/>
          </a:ln>
        </p:spPr>
      </p:pic>
      <p:grpSp>
        <p:nvGrpSpPr>
          <p:cNvPr id="134" name="Gruppieren 27"/>
          <p:cNvGrpSpPr/>
          <p:nvPr/>
        </p:nvGrpSpPr>
        <p:grpSpPr>
          <a:xfrm>
            <a:off x="6922800" y="2116800"/>
            <a:ext cx="4009320" cy="3073680"/>
            <a:chOff x="6922800" y="2116800"/>
            <a:chExt cx="4009320" cy="3073680"/>
          </a:xfrm>
        </p:grpSpPr>
        <p:sp>
          <p:nvSpPr>
            <p:cNvPr id="135" name="Rechteck 9"/>
            <p:cNvSpPr/>
            <p:nvPr/>
          </p:nvSpPr>
          <p:spPr>
            <a:xfrm>
              <a:off x="6922800" y="2116800"/>
              <a:ext cx="2496240" cy="353520"/>
            </a:xfrm>
            <a:prstGeom prst="rect">
              <a:avLst/>
            </a:prstGeom>
            <a:solidFill>
              <a:schemeClr val="accent1"/>
            </a:solidFill>
            <a:ln w="19080">
              <a:solidFill>
                <a:schemeClr val="accen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136" name="Rechteck 11"/>
            <p:cNvSpPr/>
            <p:nvPr/>
          </p:nvSpPr>
          <p:spPr>
            <a:xfrm>
              <a:off x="6922800" y="2493720"/>
              <a:ext cx="2496240" cy="353520"/>
            </a:xfrm>
            <a:prstGeom prst="rect">
              <a:avLst/>
            </a:prstGeom>
            <a:solidFill>
              <a:schemeClr val="accent1"/>
            </a:solidFill>
            <a:ln w="19080">
              <a:solidFill>
                <a:schemeClr val="accen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137" name="Rechteck 12"/>
            <p:cNvSpPr/>
            <p:nvPr/>
          </p:nvSpPr>
          <p:spPr>
            <a:xfrm>
              <a:off x="6922800" y="2847600"/>
              <a:ext cx="2496240" cy="353520"/>
            </a:xfrm>
            <a:prstGeom prst="rect">
              <a:avLst/>
            </a:prstGeom>
            <a:solidFill>
              <a:schemeClr val="accent1"/>
            </a:solidFill>
            <a:ln w="19080">
              <a:solidFill>
                <a:schemeClr val="accen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138" name="Rechteck 13"/>
            <p:cNvSpPr/>
            <p:nvPr/>
          </p:nvSpPr>
          <p:spPr>
            <a:xfrm>
              <a:off x="6922800" y="3201480"/>
              <a:ext cx="2496240" cy="353520"/>
            </a:xfrm>
            <a:prstGeom prst="rect">
              <a:avLst/>
            </a:prstGeom>
            <a:solidFill>
              <a:schemeClr val="accent1"/>
            </a:solidFill>
            <a:ln w="19080">
              <a:solidFill>
                <a:schemeClr val="accen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139" name="Rechteck 14"/>
            <p:cNvSpPr/>
            <p:nvPr/>
          </p:nvSpPr>
          <p:spPr>
            <a:xfrm>
              <a:off x="6922800" y="3575520"/>
              <a:ext cx="2496240" cy="353520"/>
            </a:xfrm>
            <a:prstGeom prst="rect">
              <a:avLst/>
            </a:prstGeom>
            <a:solidFill>
              <a:schemeClr val="accent1"/>
            </a:solidFill>
            <a:ln w="19080">
              <a:solidFill>
                <a:schemeClr val="accen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140" name="Rechteck 15"/>
            <p:cNvSpPr/>
            <p:nvPr/>
          </p:nvSpPr>
          <p:spPr>
            <a:xfrm>
              <a:off x="6922800" y="4365000"/>
              <a:ext cx="2496240" cy="353520"/>
            </a:xfrm>
            <a:prstGeom prst="rect">
              <a:avLst/>
            </a:prstGeom>
            <a:solidFill>
              <a:schemeClr val="accent1"/>
            </a:solidFill>
            <a:ln w="19080">
              <a:solidFill>
                <a:schemeClr val="accen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141" name="Rechteck 16"/>
            <p:cNvSpPr/>
            <p:nvPr/>
          </p:nvSpPr>
          <p:spPr>
            <a:xfrm>
              <a:off x="6922800" y="4738680"/>
              <a:ext cx="2496240" cy="353520"/>
            </a:xfrm>
            <a:prstGeom prst="rect">
              <a:avLst/>
            </a:prstGeom>
            <a:solidFill>
              <a:schemeClr val="accent1"/>
            </a:solidFill>
            <a:ln w="19080">
              <a:solidFill>
                <a:schemeClr val="accen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142" name="Textfeld 8"/>
            <p:cNvSpPr/>
            <p:nvPr/>
          </p:nvSpPr>
          <p:spPr>
            <a:xfrm>
              <a:off x="7712640" y="2628360"/>
              <a:ext cx="1166400" cy="913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de-DE" sz="5400" strike="noStrike" u="none">
                  <a:solidFill>
                    <a:schemeClr val="lt1"/>
                  </a:solidFill>
                  <a:effectLst/>
                  <a:uFillTx/>
                  <a:latin typeface="Aptos"/>
                </a:rPr>
                <a:t>50</a:t>
              </a:r>
              <a:endParaRPr b="0" lang="de-DE" sz="5400" strike="noStrike" u="none">
                <a:solidFill>
                  <a:srgbClr val="000000"/>
                </a:solidFill>
                <a:effectLst/>
                <a:uFillTx/>
                <a:latin typeface="Arial"/>
              </a:endParaRPr>
            </a:p>
          </p:txBody>
        </p:sp>
        <p:sp>
          <p:nvSpPr>
            <p:cNvPr id="143" name="Rechteck 17"/>
            <p:cNvSpPr/>
            <p:nvPr/>
          </p:nvSpPr>
          <p:spPr>
            <a:xfrm>
              <a:off x="9765360" y="2116800"/>
              <a:ext cx="715320" cy="353520"/>
            </a:xfrm>
            <a:prstGeom prst="rect">
              <a:avLst/>
            </a:prstGeom>
            <a:solidFill>
              <a:schemeClr val="accent1"/>
            </a:solidFill>
            <a:ln w="19080">
              <a:solidFill>
                <a:schemeClr val="accen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144" name="Rechteck 18"/>
            <p:cNvSpPr/>
            <p:nvPr/>
          </p:nvSpPr>
          <p:spPr>
            <a:xfrm>
              <a:off x="9765360" y="2493720"/>
              <a:ext cx="715320" cy="353520"/>
            </a:xfrm>
            <a:prstGeom prst="rect">
              <a:avLst/>
            </a:prstGeom>
            <a:solidFill>
              <a:schemeClr val="accent1"/>
            </a:solidFill>
            <a:ln w="19080">
              <a:solidFill>
                <a:schemeClr val="accen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145" name="Rechteck 19"/>
            <p:cNvSpPr/>
            <p:nvPr/>
          </p:nvSpPr>
          <p:spPr>
            <a:xfrm>
              <a:off x="9765360" y="2847600"/>
              <a:ext cx="715320" cy="353520"/>
            </a:xfrm>
            <a:prstGeom prst="rect">
              <a:avLst/>
            </a:prstGeom>
            <a:solidFill>
              <a:schemeClr val="accent1"/>
            </a:solidFill>
            <a:ln w="19080">
              <a:solidFill>
                <a:schemeClr val="accen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146" name="Rechteck 20"/>
            <p:cNvSpPr/>
            <p:nvPr/>
          </p:nvSpPr>
          <p:spPr>
            <a:xfrm>
              <a:off x="9765360" y="3201480"/>
              <a:ext cx="715320" cy="353520"/>
            </a:xfrm>
            <a:prstGeom prst="rect">
              <a:avLst/>
            </a:prstGeom>
            <a:solidFill>
              <a:schemeClr val="accent1"/>
            </a:solidFill>
            <a:ln w="19080">
              <a:solidFill>
                <a:schemeClr val="accen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147" name="Rechteck 21"/>
            <p:cNvSpPr/>
            <p:nvPr/>
          </p:nvSpPr>
          <p:spPr>
            <a:xfrm>
              <a:off x="9765360" y="3575520"/>
              <a:ext cx="715320" cy="353520"/>
            </a:xfrm>
            <a:prstGeom prst="rect">
              <a:avLst/>
            </a:prstGeom>
            <a:solidFill>
              <a:schemeClr val="accent1"/>
            </a:solidFill>
            <a:ln w="19080">
              <a:solidFill>
                <a:schemeClr val="accen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148" name="Rechteck 22"/>
            <p:cNvSpPr/>
            <p:nvPr/>
          </p:nvSpPr>
          <p:spPr>
            <a:xfrm>
              <a:off x="9765360" y="4365000"/>
              <a:ext cx="715320" cy="353520"/>
            </a:xfrm>
            <a:prstGeom prst="rect">
              <a:avLst/>
            </a:prstGeom>
            <a:solidFill>
              <a:schemeClr val="accent1"/>
            </a:solidFill>
            <a:ln w="19080">
              <a:solidFill>
                <a:schemeClr val="accen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149" name="Rechteck 23"/>
            <p:cNvSpPr/>
            <p:nvPr/>
          </p:nvSpPr>
          <p:spPr>
            <a:xfrm>
              <a:off x="9765360" y="4738680"/>
              <a:ext cx="715320" cy="353520"/>
            </a:xfrm>
            <a:prstGeom prst="rect">
              <a:avLst/>
            </a:prstGeom>
            <a:solidFill>
              <a:schemeClr val="accent1"/>
            </a:solidFill>
            <a:ln w="19080">
              <a:solidFill>
                <a:schemeClr val="accen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150" name="Textfeld 24"/>
            <p:cNvSpPr/>
            <p:nvPr/>
          </p:nvSpPr>
          <p:spPr>
            <a:xfrm>
              <a:off x="9686880" y="2582640"/>
              <a:ext cx="982080" cy="913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de-DE" sz="5400" strike="noStrike" u="none">
                  <a:solidFill>
                    <a:schemeClr val="lt1"/>
                  </a:solidFill>
                  <a:effectLst/>
                  <a:uFillTx/>
                  <a:latin typeface="Aptos"/>
                </a:rPr>
                <a:t>10</a:t>
              </a:r>
              <a:endParaRPr b="0" lang="de-DE" sz="5400" strike="noStrike" u="none">
                <a:solidFill>
                  <a:srgbClr val="000000"/>
                </a:solidFill>
                <a:effectLst/>
                <a:uFillTx/>
                <a:latin typeface="Arial"/>
              </a:endParaRPr>
            </a:p>
          </p:txBody>
        </p:sp>
        <p:sp>
          <p:nvSpPr>
            <p:cNvPr id="151" name="Textfeld 25"/>
            <p:cNvSpPr/>
            <p:nvPr/>
          </p:nvSpPr>
          <p:spPr>
            <a:xfrm>
              <a:off x="7587720" y="4211280"/>
              <a:ext cx="1166400" cy="913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de-DE" sz="5400" strike="noStrike" u="none">
                  <a:solidFill>
                    <a:schemeClr val="lt1"/>
                  </a:solidFill>
                  <a:effectLst/>
                  <a:uFillTx/>
                  <a:latin typeface="Aptos"/>
                </a:rPr>
                <a:t>20</a:t>
              </a:r>
              <a:endParaRPr b="0" lang="de-DE" sz="5400" strike="noStrike" u="none">
                <a:solidFill>
                  <a:srgbClr val="000000"/>
                </a:solidFill>
                <a:effectLst/>
                <a:uFillTx/>
                <a:latin typeface="Arial"/>
              </a:endParaRPr>
            </a:p>
          </p:txBody>
        </p:sp>
        <p:sp>
          <p:nvSpPr>
            <p:cNvPr id="152" name="Textfeld 26"/>
            <p:cNvSpPr/>
            <p:nvPr/>
          </p:nvSpPr>
          <p:spPr>
            <a:xfrm>
              <a:off x="9765720" y="4277160"/>
              <a:ext cx="1166400" cy="913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de-DE" sz="5400" strike="noStrike" u="none">
                  <a:solidFill>
                    <a:schemeClr val="lt1"/>
                  </a:solidFill>
                  <a:effectLst/>
                  <a:uFillTx/>
                  <a:latin typeface="Aptos"/>
                </a:rPr>
                <a:t>4</a:t>
              </a:r>
              <a:endParaRPr b="0" lang="de-DE" sz="5400" strike="noStrike" u="none">
                <a:solidFill>
                  <a:srgbClr val="000000"/>
                </a:solidFill>
                <a:effectLst/>
                <a:uFillTx/>
                <a:latin typeface="Arial"/>
              </a:endParaRPr>
            </a:p>
          </p:txBody>
        </p:sp>
      </p:gr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Abgerundete rechteckige Legende 1"/>
          <p:cNvSpPr/>
          <p:nvPr/>
        </p:nvSpPr>
        <p:spPr>
          <a:xfrm>
            <a:off x="2018160" y="5541120"/>
            <a:ext cx="2916360" cy="578520"/>
          </a:xfrm>
          <a:prstGeom prst="wedgeRoundRectCallout">
            <a:avLst>
              <a:gd name="adj1" fmla="val -21551"/>
              <a:gd name="adj2" fmla="val 79376"/>
              <a:gd name="adj3" fmla="val 16667"/>
            </a:avLst>
          </a:prstGeom>
          <a:noFill/>
          <a:ln w="19080">
            <a:solidFill>
              <a:schemeClr val="accent1"/>
            </a:solidFill>
            <a:miter/>
          </a:ln>
        </p:spPr>
        <p:style>
          <a:lnRef idx="0"/>
          <a:fillRef idx="0"/>
          <a:effectRef idx="0"/>
          <a:fontRef idx="minor"/>
        </p:style>
        <p:txBody>
          <a:bodyPr lIns="90000" rIns="90000" tIns="45000" bIns="45000" anchor="ctr">
            <a:noAutofit/>
          </a:bodyPr>
          <a:p>
            <a:pPr algn="ctr" defTabSz="914400">
              <a:lnSpc>
                <a:spcPct val="100000"/>
              </a:lnSpc>
            </a:pPr>
            <a:r>
              <a:rPr b="0" lang="de-DE" sz="1600" strike="noStrike" u="none">
                <a:solidFill>
                  <a:schemeClr val="dk1"/>
                </a:solidFill>
                <a:effectLst/>
                <a:uFillTx/>
                <a:latin typeface="Aptos"/>
              </a:rPr>
              <a:t>Ich sehe fünf (10+2)er-Reihen und zwei (10+2)er-Reihen .</a:t>
            </a:r>
            <a:endParaRPr b="0" lang="de-DE" sz="1600" strike="noStrike" u="none">
              <a:solidFill>
                <a:srgbClr val="000000"/>
              </a:solidFill>
              <a:effectLst/>
              <a:uFillTx/>
              <a:latin typeface="Arial"/>
            </a:endParaRPr>
          </a:p>
        </p:txBody>
      </p:sp>
      <p:grpSp>
        <p:nvGrpSpPr>
          <p:cNvPr id="154" name="Gruppieren 3"/>
          <p:cNvGrpSpPr/>
          <p:nvPr/>
        </p:nvGrpSpPr>
        <p:grpSpPr>
          <a:xfrm>
            <a:off x="972360" y="1369800"/>
            <a:ext cx="4250160" cy="2411280"/>
            <a:chOff x="972360" y="1369800"/>
            <a:chExt cx="4250160" cy="2411280"/>
          </a:xfrm>
        </p:grpSpPr>
        <p:pic>
          <p:nvPicPr>
            <p:cNvPr id="155" name="Grafik 4" descr=""/>
            <p:cNvPicPr/>
            <p:nvPr/>
          </p:nvPicPr>
          <p:blipFill>
            <a:blip r:embed="rId1">
              <a:grayscl/>
            </a:blip>
            <a:stretch/>
          </p:blipFill>
          <p:spPr>
            <a:xfrm flipH="1" rot="10800000">
              <a:off x="972360" y="1369440"/>
              <a:ext cx="4250160" cy="365760"/>
            </a:xfrm>
            <a:prstGeom prst="rect">
              <a:avLst/>
            </a:prstGeom>
            <a:noFill/>
            <a:ln w="0">
              <a:noFill/>
            </a:ln>
          </p:spPr>
        </p:pic>
        <p:pic>
          <p:nvPicPr>
            <p:cNvPr id="156" name="Grafik 5" descr=""/>
            <p:cNvPicPr/>
            <p:nvPr/>
          </p:nvPicPr>
          <p:blipFill>
            <a:blip r:embed="rId2">
              <a:grayscl/>
            </a:blip>
            <a:stretch/>
          </p:blipFill>
          <p:spPr>
            <a:xfrm flipH="1" rot="10800000">
              <a:off x="972360" y="1881000"/>
              <a:ext cx="4250160" cy="365760"/>
            </a:xfrm>
            <a:prstGeom prst="rect">
              <a:avLst/>
            </a:prstGeom>
            <a:noFill/>
            <a:ln w="0">
              <a:noFill/>
            </a:ln>
          </p:spPr>
        </p:pic>
        <p:pic>
          <p:nvPicPr>
            <p:cNvPr id="157" name="Grafik 6" descr=""/>
            <p:cNvPicPr/>
            <p:nvPr/>
          </p:nvPicPr>
          <p:blipFill>
            <a:blip r:embed="rId3">
              <a:grayscl/>
            </a:blip>
            <a:stretch/>
          </p:blipFill>
          <p:spPr>
            <a:xfrm flipH="1" rot="10800000">
              <a:off x="972360" y="2392200"/>
              <a:ext cx="4250160" cy="365760"/>
            </a:xfrm>
            <a:prstGeom prst="rect">
              <a:avLst/>
            </a:prstGeom>
            <a:noFill/>
            <a:ln w="0">
              <a:noFill/>
            </a:ln>
          </p:spPr>
        </p:pic>
        <p:pic>
          <p:nvPicPr>
            <p:cNvPr id="158" name="Grafik 7" descr=""/>
            <p:cNvPicPr/>
            <p:nvPr/>
          </p:nvPicPr>
          <p:blipFill>
            <a:blip r:embed="rId4">
              <a:grayscl/>
            </a:blip>
            <a:stretch/>
          </p:blipFill>
          <p:spPr>
            <a:xfrm flipH="1" rot="10800000">
              <a:off x="972360" y="2903760"/>
              <a:ext cx="4250160" cy="365760"/>
            </a:xfrm>
            <a:prstGeom prst="rect">
              <a:avLst/>
            </a:prstGeom>
            <a:noFill/>
            <a:ln w="0">
              <a:noFill/>
            </a:ln>
          </p:spPr>
        </p:pic>
        <p:pic>
          <p:nvPicPr>
            <p:cNvPr id="159" name="Grafik 8" descr=""/>
            <p:cNvPicPr/>
            <p:nvPr/>
          </p:nvPicPr>
          <p:blipFill>
            <a:blip r:embed="rId5">
              <a:grayscl/>
            </a:blip>
            <a:stretch/>
          </p:blipFill>
          <p:spPr>
            <a:xfrm flipH="1" rot="10800000">
              <a:off x="972360" y="3415320"/>
              <a:ext cx="4250160" cy="365760"/>
            </a:xfrm>
            <a:prstGeom prst="rect">
              <a:avLst/>
            </a:prstGeom>
            <a:noFill/>
            <a:ln w="0">
              <a:noFill/>
            </a:ln>
          </p:spPr>
        </p:pic>
      </p:grpSp>
      <p:sp>
        <p:nvSpPr>
          <p:cNvPr id="160" name="Rechteck 35"/>
          <p:cNvSpPr/>
          <p:nvPr/>
        </p:nvSpPr>
        <p:spPr>
          <a:xfrm>
            <a:off x="6564240" y="842040"/>
            <a:ext cx="2292120" cy="369000"/>
          </a:xfrm>
          <a:prstGeom prst="rect">
            <a:avLst/>
          </a:prstGeom>
          <a:blipFill rotWithShape="0">
            <a:blip r:embed="rId6"/>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de-DE" sz="1800" strike="noStrike" u="none">
                <a:solidFill>
                  <a:srgbClr val="ffffff">
                    <a:alpha val="1000"/>
                  </a:srgbClr>
                </a:solidFill>
                <a:effectLst/>
                <a:uFillTx/>
                <a:latin typeface="Aptos"/>
              </a:rPr>
              <a:t> </a:t>
            </a:r>
            <a:endParaRPr b="0" lang="de-DE" sz="1800" strike="noStrike" u="none">
              <a:solidFill>
                <a:srgbClr val="000000"/>
              </a:solidFill>
              <a:effectLst/>
              <a:uFillTx/>
              <a:latin typeface="Arial"/>
            </a:endParaRPr>
          </a:p>
        </p:txBody>
      </p:sp>
      <p:sp>
        <p:nvSpPr>
          <p:cNvPr id="161" name="Rechteck 37"/>
          <p:cNvSpPr/>
          <p:nvPr/>
        </p:nvSpPr>
        <p:spPr>
          <a:xfrm>
            <a:off x="2018880" y="842040"/>
            <a:ext cx="2462040" cy="369000"/>
          </a:xfrm>
          <a:prstGeom prst="rect">
            <a:avLst/>
          </a:prstGeom>
          <a:blipFill rotWithShape="0">
            <a:blip r:embed="rId7"/>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de-DE" sz="1800" strike="noStrike" u="none">
                <a:solidFill>
                  <a:srgbClr val="ffffff">
                    <a:alpha val="1000"/>
                  </a:srgbClr>
                </a:solidFill>
                <a:effectLst/>
                <a:uFillTx/>
                <a:latin typeface="Aptos"/>
              </a:rPr>
              <a:t> </a:t>
            </a:r>
            <a:endParaRPr b="0" lang="de-DE" sz="1800" strike="noStrike" u="none">
              <a:solidFill>
                <a:srgbClr val="000000"/>
              </a:solidFill>
              <a:effectLst/>
              <a:uFillTx/>
              <a:latin typeface="Arial"/>
            </a:endParaRPr>
          </a:p>
        </p:txBody>
      </p:sp>
      <p:pic>
        <p:nvPicPr>
          <p:cNvPr id="162" name="Grafik 38" descr=""/>
          <p:cNvPicPr/>
          <p:nvPr/>
        </p:nvPicPr>
        <p:blipFill>
          <a:blip r:embed="rId8"/>
          <a:srcRect l="0" t="0" r="17241" b="0"/>
          <a:stretch/>
        </p:blipFill>
        <p:spPr>
          <a:xfrm>
            <a:off x="6095880" y="1320120"/>
            <a:ext cx="3516120" cy="3456360"/>
          </a:xfrm>
          <a:prstGeom prst="rect">
            <a:avLst/>
          </a:prstGeom>
          <a:noFill/>
          <a:ln w="0">
            <a:noFill/>
          </a:ln>
        </p:spPr>
      </p:pic>
      <p:pic>
        <p:nvPicPr>
          <p:cNvPr id="163" name="Grafik 39" descr=""/>
          <p:cNvPicPr/>
          <p:nvPr/>
        </p:nvPicPr>
        <p:blipFill>
          <a:blip r:embed="rId9"/>
          <a:srcRect l="82759" t="0" r="0" b="0"/>
          <a:stretch/>
        </p:blipFill>
        <p:spPr>
          <a:xfrm>
            <a:off x="9961920" y="1330560"/>
            <a:ext cx="732240" cy="3456360"/>
          </a:xfrm>
          <a:prstGeom prst="rect">
            <a:avLst/>
          </a:prstGeom>
          <a:noFill/>
          <a:ln w="0">
            <a:noFill/>
          </a:ln>
        </p:spPr>
      </p:pic>
      <p:sp>
        <p:nvSpPr>
          <p:cNvPr id="164" name="Abgerundete rechteckige Legende 40"/>
          <p:cNvSpPr/>
          <p:nvPr/>
        </p:nvSpPr>
        <p:spPr>
          <a:xfrm>
            <a:off x="6774120" y="5541120"/>
            <a:ext cx="2916360" cy="759240"/>
          </a:xfrm>
          <a:prstGeom prst="wedgeRoundRectCallout">
            <a:avLst>
              <a:gd name="adj1" fmla="val -21551"/>
              <a:gd name="adj2" fmla="val 79376"/>
              <a:gd name="adj3" fmla="val 16667"/>
            </a:avLst>
          </a:prstGeom>
          <a:noFill/>
          <a:ln w="19080">
            <a:solidFill>
              <a:schemeClr val="accent1"/>
            </a:solidFill>
            <a:miter/>
          </a:ln>
        </p:spPr>
        <p:style>
          <a:lnRef idx="0"/>
          <a:fillRef idx="0"/>
          <a:effectRef idx="0"/>
          <a:fontRef idx="minor"/>
        </p:style>
        <p:txBody>
          <a:bodyPr lIns="90000" rIns="90000" tIns="45000" bIns="45000" anchor="ctr">
            <a:noAutofit/>
          </a:bodyPr>
          <a:p>
            <a:pPr algn="ctr" defTabSz="914400">
              <a:lnSpc>
                <a:spcPct val="100000"/>
              </a:lnSpc>
            </a:pPr>
            <a:r>
              <a:rPr b="0" lang="de-DE" sz="1600" strike="noStrike" u="none">
                <a:solidFill>
                  <a:schemeClr val="dk1"/>
                </a:solidFill>
                <a:effectLst/>
                <a:uFillTx/>
                <a:latin typeface="Aptos"/>
              </a:rPr>
              <a:t>Ich sehe fünf und zwei 10er-Reihen und fünf und zwei 2er-Reihen .</a:t>
            </a:r>
            <a:endParaRPr b="0" lang="de-DE" sz="1600" strike="noStrike" u="none">
              <a:solidFill>
                <a:srgbClr val="000000"/>
              </a:solidFill>
              <a:effectLst/>
              <a:uFillTx/>
              <a:latin typeface="Arial"/>
            </a:endParaRPr>
          </a:p>
        </p:txBody>
      </p:sp>
      <p:sp>
        <p:nvSpPr>
          <p:cNvPr id="165" name="Titel 1"/>
          <p:cNvSpPr/>
          <p:nvPr/>
        </p:nvSpPr>
        <p:spPr>
          <a:xfrm>
            <a:off x="178920" y="163080"/>
            <a:ext cx="10515240" cy="644760"/>
          </a:xfrm>
          <a:prstGeom prst="rect">
            <a:avLst/>
          </a:prstGeom>
          <a:noFill/>
          <a:ln w="0">
            <a:noFill/>
          </a:ln>
        </p:spPr>
        <p:style>
          <a:lnRef idx="0"/>
          <a:fillRef idx="0"/>
          <a:effectRef idx="0"/>
          <a:fontRef idx="minor"/>
        </p:style>
        <p:txBody>
          <a:bodyPr anchor="ctr">
            <a:normAutofit/>
          </a:bodyPr>
          <a:p>
            <a:pPr defTabSz="914400">
              <a:lnSpc>
                <a:spcPct val="90000"/>
              </a:lnSpc>
            </a:pPr>
            <a:r>
              <a:rPr b="0" lang="de-DE" sz="3600" strike="noStrike" u="none">
                <a:solidFill>
                  <a:schemeClr val="dk1"/>
                </a:solidFill>
                <a:effectLst/>
                <a:uFillTx/>
                <a:latin typeface="Aptos Display"/>
              </a:rPr>
              <a:t>Zerlegung beider Faktoren</a:t>
            </a:r>
            <a:endParaRPr b="0" lang="de-DE" sz="3600" strike="noStrike" u="none">
              <a:solidFill>
                <a:srgbClr val="000000"/>
              </a:solidFill>
              <a:effectLst/>
              <a:uFillTx/>
              <a:latin typeface="Arial"/>
            </a:endParaRPr>
          </a:p>
        </p:txBody>
      </p:sp>
      <p:sp>
        <p:nvSpPr>
          <p:cNvPr id="166" name="Textfeld 2"/>
          <p:cNvSpPr/>
          <p:nvPr/>
        </p:nvSpPr>
        <p:spPr>
          <a:xfrm>
            <a:off x="5892840" y="163080"/>
            <a:ext cx="6987960" cy="3646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de-DE" sz="1800" strike="noStrike" u="none">
                <a:solidFill>
                  <a:schemeClr val="dk1"/>
                </a:solidFill>
                <a:effectLst/>
                <a:highlight>
                  <a:srgbClr val="ff00ff"/>
                </a:highlight>
                <a:uFillTx/>
                <a:latin typeface="Aptos"/>
              </a:rPr>
              <a:t>Hier abgängig welcher Term je nachdem wo das Kind schneidet</a:t>
            </a:r>
            <a:endParaRPr b="0" lang="de-DE" sz="1800" strike="noStrike" u="none">
              <a:solidFill>
                <a:srgbClr val="000000"/>
              </a:solidFill>
              <a:effectLst/>
              <a:uFillTx/>
              <a:latin typeface="Arial"/>
            </a:endParaRPr>
          </a:p>
        </p:txBody>
      </p:sp>
      <p:pic>
        <p:nvPicPr>
          <p:cNvPr id="167" name="Grafik 61" descr=""/>
          <p:cNvPicPr/>
          <p:nvPr/>
        </p:nvPicPr>
        <p:blipFill>
          <a:blip r:embed="rId10"/>
          <a:stretch/>
        </p:blipFill>
        <p:spPr>
          <a:xfrm>
            <a:off x="989280" y="4201200"/>
            <a:ext cx="4249080" cy="883800"/>
          </a:xfrm>
          <a:prstGeom prst="rect">
            <a:avLst/>
          </a:prstGeom>
          <a:noFill/>
          <a:ln w="0">
            <a:noFill/>
          </a:ln>
        </p:spPr>
      </p:pic>
      <p:pic>
        <p:nvPicPr>
          <p:cNvPr id="168" name="Grafik 63" descr="Farbe mit einfarbiger Füllung"/>
          <p:cNvPicPr/>
          <p:nvPr/>
        </p:nvPicPr>
        <p:blipFill>
          <a:blip r:embed="rId11">
            <a:extLst>
              <a:ext uri="{96DAC541-7B7A-43D3-8B79-37D633B846F1}">
                <asvg:svgBlip xmlns:asvg="http://schemas.microsoft.com/office/drawing/2016/SVG/main" r:embed="rId12"/>
              </a:ext>
            </a:extLst>
          </a:blip>
          <a:stretch/>
        </p:blipFill>
        <p:spPr>
          <a:xfrm>
            <a:off x="299880" y="2723400"/>
            <a:ext cx="432360" cy="432360"/>
          </a:xfrm>
          <a:prstGeom prst="rect">
            <a:avLst/>
          </a:prstGeom>
          <a:noFill/>
          <a:ln w="0">
            <a:noFill/>
          </a:ln>
        </p:spPr>
      </p:pic>
      <p:sp>
        <p:nvSpPr>
          <p:cNvPr id="169" name="Rechteck 68"/>
          <p:cNvSpPr/>
          <p:nvPr/>
        </p:nvSpPr>
        <p:spPr>
          <a:xfrm>
            <a:off x="972360" y="2839680"/>
            <a:ext cx="4279320" cy="2282400"/>
          </a:xfrm>
          <a:prstGeom prst="rect">
            <a:avLst/>
          </a:prstGeom>
          <a:solidFill>
            <a:srgbClr val="156082">
              <a:alpha val="30000"/>
            </a:srgbClr>
          </a:solidFill>
          <a:ln w="19080">
            <a:solidFill>
              <a:schemeClr val="accen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170" name="Rechteck 69"/>
          <p:cNvSpPr/>
          <p:nvPr/>
        </p:nvSpPr>
        <p:spPr>
          <a:xfrm>
            <a:off x="4149360" y="1351080"/>
            <a:ext cx="1102320" cy="3763800"/>
          </a:xfrm>
          <a:prstGeom prst="rect">
            <a:avLst/>
          </a:prstGeom>
          <a:solidFill>
            <a:srgbClr val="e97132">
              <a:alpha val="20000"/>
            </a:srgbClr>
          </a:solidFill>
          <a:ln w="19080">
            <a:solidFill>
              <a:schemeClr val="accent2"/>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pic>
        <p:nvPicPr>
          <p:cNvPr id="171" name="Grafik 82" descr="Schere mit einfarbiger Füllung"/>
          <p:cNvPicPr/>
          <p:nvPr/>
        </p:nvPicPr>
        <p:blipFill>
          <a:blip r:embed="rId13">
            <a:extLst>
              <a:ext uri="{96DAC541-7B7A-43D3-8B79-37D633B846F1}">
                <asvg:svgBlip xmlns:asvg="http://schemas.microsoft.com/office/drawing/2016/SVG/main" r:embed="rId14"/>
              </a:ext>
            </a:extLst>
          </a:blip>
          <a:stretch/>
        </p:blipFill>
        <p:spPr>
          <a:xfrm>
            <a:off x="211680" y="2049840"/>
            <a:ext cx="644760" cy="644760"/>
          </a:xfrm>
          <a:prstGeom prst="rect">
            <a:avLst/>
          </a:prstGeom>
          <a:noFill/>
          <a:ln w="0">
            <a:noFill/>
          </a:ln>
        </p:spPr>
      </p:pic>
      <p:pic>
        <p:nvPicPr>
          <p:cNvPr id="172" name="Grafik 94" descr="Caretzeichen nach links Silhouette"/>
          <p:cNvPicPr/>
          <p:nvPr/>
        </p:nvPicPr>
        <p:blipFill>
          <a:blip r:embed="rId15">
            <a:extLst>
              <a:ext uri="{96DAC541-7B7A-43D3-8B79-37D633B846F1}">
                <asvg:svgBlip xmlns:asvg="http://schemas.microsoft.com/office/drawing/2016/SVG/main" r:embed="rId16"/>
              </a:ext>
            </a:extLst>
          </a:blip>
          <a:stretch/>
        </p:blipFill>
        <p:spPr>
          <a:xfrm>
            <a:off x="294480" y="1454040"/>
            <a:ext cx="504720" cy="50472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PlaceHolder 1"/>
          <p:cNvSpPr>
            <a:spLocks noGrp="1"/>
          </p:cNvSpPr>
          <p:nvPr>
            <p:ph type="title"/>
          </p:nvPr>
        </p:nvSpPr>
        <p:spPr>
          <a:xfrm>
            <a:off x="178920" y="163080"/>
            <a:ext cx="10515240" cy="644760"/>
          </a:xfrm>
          <a:prstGeom prst="rect">
            <a:avLst/>
          </a:prstGeom>
          <a:noFill/>
          <a:ln w="0">
            <a:noFill/>
          </a:ln>
        </p:spPr>
        <p:txBody>
          <a:bodyPr lIns="91440" rIns="91440" tIns="45720" bIns="45720" anchor="ctr">
            <a:normAutofit/>
          </a:bodyPr>
          <a:p>
            <a:pPr indent="0" defTabSz="914400">
              <a:lnSpc>
                <a:spcPct val="90000"/>
              </a:lnSpc>
              <a:buNone/>
            </a:pPr>
            <a:r>
              <a:rPr b="0" lang="de-DE" sz="3600" strike="noStrike" u="none">
                <a:solidFill>
                  <a:schemeClr val="dk1"/>
                </a:solidFill>
                <a:effectLst/>
                <a:uFillTx/>
                <a:latin typeface="Aptos Display"/>
              </a:rPr>
              <a:t>Allgemeines</a:t>
            </a:r>
            <a:endParaRPr b="0" lang="de-DE" sz="3600" strike="noStrike" u="none">
              <a:solidFill>
                <a:schemeClr val="dk1"/>
              </a:solidFill>
              <a:effectLst/>
              <a:uFillTx/>
              <a:latin typeface="Aptos"/>
            </a:endParaRPr>
          </a:p>
        </p:txBody>
      </p:sp>
      <p:sp>
        <p:nvSpPr>
          <p:cNvPr id="174" name="PlaceHolder 2"/>
          <p:cNvSpPr>
            <a:spLocks noGrp="1"/>
          </p:cNvSpPr>
          <p:nvPr>
            <p:ph/>
          </p:nvPr>
        </p:nvSpPr>
        <p:spPr>
          <a:xfrm>
            <a:off x="263880" y="1253160"/>
            <a:ext cx="10515240" cy="435096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de-DE" sz="2400" strike="noStrike" u="none">
                <a:solidFill>
                  <a:schemeClr val="dk1"/>
                </a:solidFill>
                <a:effectLst/>
                <a:uFillTx/>
                <a:latin typeface="Aptos"/>
              </a:rPr>
              <a:t>Sollen es wirklich Quadrate sein? Für divomath würden wir eher Punkte nutzen wollen. In MSK haben wir auch nur Punkte.</a:t>
            </a:r>
            <a:endParaRPr b="0" lang="de-DE" sz="2400" strike="noStrike" u="none">
              <a:solidFill>
                <a:schemeClr val="dk1"/>
              </a:solidFill>
              <a:effectLst/>
              <a:uFillTx/>
              <a:latin typeface="Aptos"/>
            </a:endParaRPr>
          </a:p>
          <a:p>
            <a:pPr indent="0" defTabSz="914400">
              <a:lnSpc>
                <a:spcPct val="90000"/>
              </a:lnSpc>
              <a:spcBef>
                <a:spcPts val="1001"/>
              </a:spcBef>
              <a:buNone/>
              <a:tabLst>
                <a:tab algn="l" pos="0"/>
              </a:tabLst>
            </a:pPr>
            <a:endParaRPr b="0" lang="de-DE" sz="2400" strike="noStrike" u="none">
              <a:solidFill>
                <a:schemeClr val="dk1"/>
              </a:solidFill>
              <a:effectLst/>
              <a:uFillTx/>
              <a:latin typeface="Aptos"/>
            </a:endParaRPr>
          </a:p>
          <a:p>
            <a:pPr marL="228600" indent="-228600" defTabSz="914400">
              <a:lnSpc>
                <a:spcPct val="90000"/>
              </a:lnSpc>
              <a:spcBef>
                <a:spcPts val="1001"/>
              </a:spcBef>
              <a:buClr>
                <a:srgbClr val="000000"/>
              </a:buClr>
              <a:buFont typeface="Arial"/>
              <a:buChar char="•"/>
              <a:tabLst>
                <a:tab algn="l" pos="0"/>
              </a:tabLst>
            </a:pPr>
            <a:r>
              <a:rPr b="0" lang="de-DE" sz="2400" strike="noStrike" u="none">
                <a:solidFill>
                  <a:schemeClr val="dk1"/>
                </a:solidFill>
                <a:effectLst/>
                <a:uFillTx/>
                <a:latin typeface="Aptos"/>
              </a:rPr>
              <a:t>Evtl. nur die Sichtweise in Reihen (horizontal)</a:t>
            </a:r>
            <a:endParaRPr b="0" lang="de-DE" sz="2400" strike="noStrike" u="none">
              <a:solidFill>
                <a:schemeClr val="dk1"/>
              </a:solidFill>
              <a:effectLst/>
              <a:uFillTx/>
              <a:latin typeface="Aptos"/>
            </a:endParaRPr>
          </a:p>
          <a:p>
            <a:pPr marL="228600" indent="-228600" defTabSz="914400">
              <a:lnSpc>
                <a:spcPct val="90000"/>
              </a:lnSpc>
              <a:spcBef>
                <a:spcPts val="1001"/>
              </a:spcBef>
              <a:buClr>
                <a:srgbClr val="000000"/>
              </a:buClr>
              <a:buFont typeface="Arial"/>
              <a:buChar char="•"/>
              <a:tabLst>
                <a:tab algn="l" pos="0"/>
              </a:tabLst>
            </a:pPr>
            <a:r>
              <a:rPr b="0" lang="de-DE" sz="2400" strike="noStrike" u="none">
                <a:solidFill>
                  <a:schemeClr val="dk1"/>
                </a:solidFill>
                <a:effectLst/>
                <a:uFillTx/>
                <a:latin typeface="Aptos"/>
              </a:rPr>
              <a:t>Und dann lieber beide Zerlegungen:</a:t>
            </a:r>
            <a:endParaRPr b="0" lang="de-DE" sz="2400" strike="noStrike" u="none">
              <a:solidFill>
                <a:schemeClr val="dk1"/>
              </a:solidFill>
              <a:effectLst/>
              <a:uFillTx/>
              <a:latin typeface="Aptos"/>
            </a:endParaRPr>
          </a:p>
          <a:p>
            <a:pPr indent="0" defTabSz="914400">
              <a:lnSpc>
                <a:spcPct val="90000"/>
              </a:lnSpc>
              <a:spcBef>
                <a:spcPts val="1001"/>
              </a:spcBef>
              <a:buNone/>
              <a:tabLst>
                <a:tab algn="l" pos="0"/>
              </a:tabLst>
            </a:pPr>
            <a:r>
              <a:rPr b="0" lang="de-DE" sz="2400" strike="noStrike" u="none">
                <a:solidFill>
                  <a:schemeClr val="dk1"/>
                </a:solidFill>
                <a:effectLst/>
                <a:uFillTx/>
                <a:latin typeface="Aptos"/>
              </a:rPr>
              <a:t>	</a:t>
            </a:r>
            <a:r>
              <a:rPr b="0" lang="de-DE" sz="2400" strike="noStrike" u="none">
                <a:solidFill>
                  <a:schemeClr val="dk1"/>
                </a:solidFill>
                <a:effectLst/>
                <a:uFillTx/>
                <a:latin typeface="Aptos"/>
              </a:rPr>
              <a:t>1) Anzahl der Reihen (erster Faktor)</a:t>
            </a:r>
            <a:endParaRPr b="0" lang="de-DE" sz="2400" strike="noStrike" u="none">
              <a:solidFill>
                <a:schemeClr val="dk1"/>
              </a:solidFill>
              <a:effectLst/>
              <a:uFillTx/>
              <a:latin typeface="Aptos"/>
            </a:endParaRPr>
          </a:p>
          <a:p>
            <a:pPr indent="0" defTabSz="914400">
              <a:lnSpc>
                <a:spcPct val="90000"/>
              </a:lnSpc>
              <a:spcBef>
                <a:spcPts val="1001"/>
              </a:spcBef>
              <a:buNone/>
              <a:tabLst>
                <a:tab algn="l" pos="0"/>
              </a:tabLst>
            </a:pPr>
            <a:r>
              <a:rPr b="0" lang="de-DE" sz="2400" strike="noStrike" u="none">
                <a:solidFill>
                  <a:schemeClr val="dk1"/>
                </a:solidFill>
                <a:effectLst/>
                <a:uFillTx/>
                <a:latin typeface="Aptos"/>
              </a:rPr>
              <a:t>	</a:t>
            </a:r>
            <a:r>
              <a:rPr b="0" lang="de-DE" sz="2400" strike="noStrike" u="none">
                <a:solidFill>
                  <a:schemeClr val="dk1"/>
                </a:solidFill>
                <a:effectLst/>
                <a:uFillTx/>
                <a:latin typeface="Aptos"/>
              </a:rPr>
              <a:t>2) Reihen selbst (zweiter Faktor)</a:t>
            </a:r>
            <a:endParaRPr b="0" lang="de-DE" sz="2400" strike="noStrike" u="none">
              <a:solidFill>
                <a:schemeClr val="dk1"/>
              </a:solidFill>
              <a:effectLst/>
              <a:uFillTx/>
              <a:latin typeface="Aptos"/>
            </a:endParaRPr>
          </a:p>
          <a:p>
            <a:pPr indent="0" defTabSz="914400">
              <a:lnSpc>
                <a:spcPct val="90000"/>
              </a:lnSpc>
              <a:spcBef>
                <a:spcPts val="1001"/>
              </a:spcBef>
              <a:buNone/>
              <a:tabLst>
                <a:tab algn="l" pos="0"/>
              </a:tabLst>
            </a:pPr>
            <a:endParaRPr b="0" lang="de-DE" sz="2400" strike="noStrike" u="none">
              <a:solidFill>
                <a:schemeClr val="dk1"/>
              </a:solidFill>
              <a:effectLst/>
              <a:uFillTx/>
              <a:latin typeface="Aptos"/>
            </a:endParaRPr>
          </a:p>
          <a:p>
            <a:pPr marL="228600" indent="-228600" defTabSz="914400">
              <a:lnSpc>
                <a:spcPct val="90000"/>
              </a:lnSpc>
              <a:spcBef>
                <a:spcPts val="1001"/>
              </a:spcBef>
              <a:buClr>
                <a:srgbClr val="000000"/>
              </a:buClr>
              <a:buFont typeface="Arial"/>
              <a:buChar char="•"/>
              <a:tabLst>
                <a:tab algn="l" pos="0"/>
              </a:tabLst>
            </a:pPr>
            <a:r>
              <a:rPr b="0" lang="de-DE" sz="2400" strike="noStrike" u="none">
                <a:solidFill>
                  <a:schemeClr val="dk1"/>
                </a:solidFill>
                <a:effectLst/>
                <a:uFillTx/>
                <a:latin typeface="Aptos"/>
              </a:rPr>
              <a:t>Ziel: Am Ende ein Tool? Bei der Doppel-Zerlegung wären alle Funktionen integriert</a:t>
            </a:r>
            <a:endParaRPr b="0" lang="de-DE" sz="2400" strike="noStrike" u="none">
              <a:solidFill>
                <a:schemeClr val="dk1"/>
              </a:solidFill>
              <a:effectLst/>
              <a:uFillTx/>
              <a:latin typeface="Aptos"/>
            </a:endParaRPr>
          </a:p>
          <a:p>
            <a:pPr indent="0" defTabSz="914400">
              <a:lnSpc>
                <a:spcPct val="90000"/>
              </a:lnSpc>
              <a:spcBef>
                <a:spcPts val="1001"/>
              </a:spcBef>
              <a:buNone/>
              <a:tabLst>
                <a:tab algn="l" pos="0"/>
              </a:tabLst>
            </a:pPr>
            <a:endParaRPr b="0" lang="de-DE" sz="2400" strike="noStrike" u="none">
              <a:solidFill>
                <a:schemeClr val="dk1"/>
              </a:solidFill>
              <a:effectLst/>
              <a:uFillTx/>
              <a:latin typeface="Aptos"/>
            </a:endParaRPr>
          </a:p>
          <a:p>
            <a:pPr indent="0" defTabSz="914400">
              <a:lnSpc>
                <a:spcPct val="90000"/>
              </a:lnSpc>
              <a:spcBef>
                <a:spcPts val="1001"/>
              </a:spcBef>
              <a:buNone/>
              <a:tabLst>
                <a:tab algn="l" pos="0"/>
              </a:tabLst>
            </a:pPr>
            <a:endParaRPr b="0" lang="de-DE" sz="2400" strike="noStrike" u="none">
              <a:solidFill>
                <a:schemeClr val="dk1"/>
              </a:solidFill>
              <a:effectLst/>
              <a:uFillTx/>
              <a:latin typeface="Aptos"/>
            </a:endParaRPr>
          </a:p>
          <a:p>
            <a:pPr indent="0" defTabSz="914400">
              <a:lnSpc>
                <a:spcPct val="90000"/>
              </a:lnSpc>
              <a:spcBef>
                <a:spcPts val="1001"/>
              </a:spcBef>
              <a:buNone/>
              <a:tabLst>
                <a:tab algn="l" pos="0"/>
              </a:tabLst>
            </a:pPr>
            <a:endParaRPr b="0" lang="de-DE" sz="2800" strike="noStrike" u="non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Titel 1"/>
          <p:cNvSpPr/>
          <p:nvPr/>
        </p:nvSpPr>
        <p:spPr>
          <a:xfrm>
            <a:off x="178920" y="163080"/>
            <a:ext cx="10515240" cy="644760"/>
          </a:xfrm>
          <a:prstGeom prst="rect">
            <a:avLst/>
          </a:prstGeom>
          <a:noFill/>
          <a:ln w="0">
            <a:noFill/>
          </a:ln>
        </p:spPr>
        <p:style>
          <a:lnRef idx="0"/>
          <a:fillRef idx="0"/>
          <a:effectRef idx="0"/>
          <a:fontRef idx="minor"/>
        </p:style>
        <p:txBody>
          <a:bodyPr anchor="ctr">
            <a:normAutofit/>
          </a:bodyPr>
          <a:p>
            <a:pPr defTabSz="914400">
              <a:lnSpc>
                <a:spcPct val="90000"/>
              </a:lnSpc>
            </a:pPr>
            <a:r>
              <a:rPr b="0" lang="de-DE" sz="3600" strike="noStrike" u="none">
                <a:solidFill>
                  <a:schemeClr val="dk1"/>
                </a:solidFill>
                <a:effectLst/>
                <a:uFillTx/>
                <a:latin typeface="Aptos Display"/>
              </a:rPr>
              <a:t>Erster Faktor zerlegt</a:t>
            </a:r>
            <a:endParaRPr b="0" lang="de-DE" sz="3600" strike="noStrike" u="none">
              <a:solidFill>
                <a:srgbClr val="000000"/>
              </a:solidFill>
              <a:effectLst/>
              <a:uFillTx/>
              <a:latin typeface="Arial"/>
            </a:endParaRPr>
          </a:p>
        </p:txBody>
      </p:sp>
      <p:sp>
        <p:nvSpPr>
          <p:cNvPr id="176" name="Textfeld 3"/>
          <p:cNvSpPr/>
          <p:nvPr/>
        </p:nvSpPr>
        <p:spPr>
          <a:xfrm>
            <a:off x="7633800" y="4600440"/>
            <a:ext cx="3387960" cy="364680"/>
          </a:xfrm>
          <a:prstGeom prst="rect">
            <a:avLst/>
          </a:prstGeom>
          <a:noFill/>
          <a:ln w="0">
            <a:solidFill>
              <a:schemeClr val="accent6"/>
            </a:solidFill>
          </a:ln>
        </p:spPr>
        <p:style>
          <a:lnRef idx="0"/>
          <a:fillRef idx="0"/>
          <a:effectRef idx="0"/>
          <a:fontRef idx="minor"/>
        </p:style>
        <p:txBody>
          <a:bodyPr wrap="none" lIns="90000" rIns="90000" tIns="45000" bIns="45000" anchor="t">
            <a:spAutoFit/>
          </a:bodyPr>
          <a:p>
            <a:pPr defTabSz="914400">
              <a:lnSpc>
                <a:spcPct val="100000"/>
              </a:lnSpc>
            </a:pPr>
            <a:r>
              <a:rPr b="0" lang="de-DE" sz="1800" strike="noStrike" u="none">
                <a:solidFill>
                  <a:schemeClr val="dk1"/>
                </a:solidFill>
                <a:effectLst/>
                <a:uFillTx/>
                <a:latin typeface="Aptos"/>
              </a:rPr>
              <a:t>Ich sehe drei 5er und fünf 5er.</a:t>
            </a:r>
            <a:endParaRPr b="0" lang="de-DE" sz="1800" strike="noStrike" u="none">
              <a:solidFill>
                <a:srgbClr val="000000"/>
              </a:solidFill>
              <a:effectLst/>
              <a:uFillTx/>
              <a:latin typeface="Arial"/>
            </a:endParaRPr>
          </a:p>
        </p:txBody>
      </p:sp>
      <p:sp>
        <p:nvSpPr>
          <p:cNvPr id="177" name="Textfeld 5"/>
          <p:cNvSpPr/>
          <p:nvPr/>
        </p:nvSpPr>
        <p:spPr>
          <a:xfrm>
            <a:off x="5222160" y="1794600"/>
            <a:ext cx="2036160" cy="364680"/>
          </a:xfrm>
          <a:prstGeom prst="rect">
            <a:avLst/>
          </a:prstGeom>
          <a:noFill/>
          <a:ln w="0">
            <a:solidFill>
              <a:schemeClr val="accent6"/>
            </a:solidFill>
          </a:ln>
        </p:spPr>
        <p:style>
          <a:lnRef idx="0"/>
          <a:fillRef idx="0"/>
          <a:effectRef idx="0"/>
          <a:fontRef idx="minor"/>
        </p:style>
        <p:txBody>
          <a:bodyPr wrap="none" lIns="90000" rIns="90000" tIns="45000" bIns="45000" anchor="t">
            <a:spAutoFit/>
          </a:bodyPr>
          <a:p>
            <a:pPr defTabSz="914400">
              <a:lnSpc>
                <a:spcPct val="100000"/>
              </a:lnSpc>
            </a:pPr>
            <a:r>
              <a:rPr b="0" lang="de-DE" sz="1800" strike="noStrike" u="none">
                <a:solidFill>
                  <a:schemeClr val="dk1"/>
                </a:solidFill>
                <a:effectLst/>
                <a:uFillTx/>
                <a:latin typeface="Aptos"/>
              </a:rPr>
              <a:t>Ich sehe acht 5er.</a:t>
            </a:r>
            <a:endParaRPr b="0" lang="de-DE" sz="1800" strike="noStrike" u="none">
              <a:solidFill>
                <a:srgbClr val="000000"/>
              </a:solidFill>
              <a:effectLst/>
              <a:uFillTx/>
              <a:latin typeface="Arial"/>
            </a:endParaRPr>
          </a:p>
        </p:txBody>
      </p:sp>
      <p:sp>
        <p:nvSpPr>
          <p:cNvPr id="178" name="Textfeld 28"/>
          <p:cNvSpPr/>
          <p:nvPr/>
        </p:nvSpPr>
        <p:spPr>
          <a:xfrm>
            <a:off x="2371680" y="2961000"/>
            <a:ext cx="2055960" cy="63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i="1" lang="de-DE" sz="1800" strike="noStrike" u="none">
                <a:solidFill>
                  <a:schemeClr val="dk1"/>
                </a:solidFill>
                <a:effectLst/>
                <a:uFillTx/>
                <a:latin typeface="Aptos"/>
              </a:rPr>
              <a:t>Anzahl der Reihen wird zerlegt</a:t>
            </a:r>
            <a:endParaRPr b="0" lang="de-DE" sz="1800" strike="noStrike" u="none">
              <a:solidFill>
                <a:srgbClr val="000000"/>
              </a:solidFill>
              <a:effectLst/>
              <a:uFillTx/>
              <a:latin typeface="Arial"/>
            </a:endParaRPr>
          </a:p>
        </p:txBody>
      </p:sp>
      <p:pic>
        <p:nvPicPr>
          <p:cNvPr id="179" name="Grafik 17" descr=""/>
          <p:cNvPicPr/>
          <p:nvPr/>
        </p:nvPicPr>
        <p:blipFill>
          <a:blip r:embed="rId1"/>
          <a:srcRect l="4678" t="5756" r="3576" b="0"/>
          <a:stretch/>
        </p:blipFill>
        <p:spPr>
          <a:xfrm>
            <a:off x="4657680" y="2424960"/>
            <a:ext cx="2526120" cy="2023560"/>
          </a:xfrm>
          <a:prstGeom prst="rect">
            <a:avLst/>
          </a:prstGeom>
          <a:noFill/>
          <a:ln w="0">
            <a:solidFill>
              <a:schemeClr val="dk1">
                <a:lumMod val="50000"/>
                <a:lumOff val="50000"/>
              </a:schemeClr>
            </a:solidFill>
          </a:ln>
        </p:spPr>
      </p:pic>
      <p:sp>
        <p:nvSpPr>
          <p:cNvPr id="180" name="Textfeld 2"/>
          <p:cNvSpPr/>
          <p:nvPr/>
        </p:nvSpPr>
        <p:spPr>
          <a:xfrm>
            <a:off x="513000" y="4316760"/>
            <a:ext cx="3972600" cy="364680"/>
          </a:xfrm>
          <a:prstGeom prst="rect">
            <a:avLst/>
          </a:prstGeom>
          <a:noFill/>
          <a:ln w="0">
            <a:solidFill>
              <a:schemeClr val="accent6"/>
            </a:solidFill>
          </a:ln>
        </p:spPr>
        <p:style>
          <a:lnRef idx="0"/>
          <a:fillRef idx="0"/>
          <a:effectRef idx="0"/>
          <a:fontRef idx="minor"/>
        </p:style>
        <p:txBody>
          <a:bodyPr wrap="none" lIns="90000" rIns="90000" tIns="45000" bIns="45000" anchor="t">
            <a:spAutoFit/>
          </a:bodyPr>
          <a:p>
            <a:pPr defTabSz="914400">
              <a:lnSpc>
                <a:spcPct val="100000"/>
              </a:lnSpc>
            </a:pPr>
            <a:r>
              <a:rPr b="0" lang="de-DE" sz="1800" strike="noStrike" u="none">
                <a:solidFill>
                  <a:schemeClr val="dk1"/>
                </a:solidFill>
                <a:effectLst/>
                <a:uFillTx/>
                <a:latin typeface="Aptos"/>
              </a:rPr>
              <a:t>Ich sehe (drei und fünf) 5er-Reihen.</a:t>
            </a:r>
            <a:endParaRPr b="0" lang="de-DE" sz="1800" strike="noStrike" u="none">
              <a:solidFill>
                <a:srgbClr val="000000"/>
              </a:solidFill>
              <a:effectLst/>
              <a:uFillTx/>
              <a:latin typeface="Arial"/>
            </a:endParaRPr>
          </a:p>
        </p:txBody>
      </p:sp>
      <p:sp>
        <p:nvSpPr>
          <p:cNvPr id="181" name="Textfeld 7"/>
          <p:cNvSpPr/>
          <p:nvPr/>
        </p:nvSpPr>
        <p:spPr>
          <a:xfrm>
            <a:off x="421560" y="4798440"/>
            <a:ext cx="6450120" cy="364680"/>
          </a:xfrm>
          <a:prstGeom prst="rect">
            <a:avLst/>
          </a:prstGeom>
          <a:noFill/>
          <a:ln w="0">
            <a:solidFill>
              <a:schemeClr val="accent6"/>
            </a:solidFill>
          </a:ln>
        </p:spPr>
        <p:style>
          <a:lnRef idx="0"/>
          <a:fillRef idx="0"/>
          <a:effectRef idx="0"/>
          <a:fontRef idx="minor"/>
        </p:style>
        <p:txBody>
          <a:bodyPr wrap="none" lIns="90000" rIns="90000" tIns="45000" bIns="45000" anchor="t">
            <a:spAutoFit/>
          </a:bodyPr>
          <a:p>
            <a:pPr defTabSz="914400">
              <a:lnSpc>
                <a:spcPct val="100000"/>
              </a:lnSpc>
            </a:pPr>
            <a:r>
              <a:rPr b="0" lang="de-DE" sz="1800" strike="noStrike" u="none">
                <a:solidFill>
                  <a:schemeClr val="dk1"/>
                </a:solidFill>
                <a:effectLst/>
                <a:uFillTx/>
                <a:latin typeface="Aptos"/>
              </a:rPr>
              <a:t>Ich sehe drei und fünf Reihen mit je 5 Punkten/Quadraten.</a:t>
            </a:r>
            <a:endParaRPr b="0" lang="de-DE"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Titel 1"/>
          <p:cNvSpPr/>
          <p:nvPr/>
        </p:nvSpPr>
        <p:spPr>
          <a:xfrm>
            <a:off x="178920" y="163080"/>
            <a:ext cx="10515240" cy="644760"/>
          </a:xfrm>
          <a:prstGeom prst="rect">
            <a:avLst/>
          </a:prstGeom>
          <a:noFill/>
          <a:ln w="0">
            <a:noFill/>
          </a:ln>
        </p:spPr>
        <p:style>
          <a:lnRef idx="0"/>
          <a:fillRef idx="0"/>
          <a:effectRef idx="0"/>
          <a:fontRef idx="minor"/>
        </p:style>
        <p:txBody>
          <a:bodyPr anchor="ctr">
            <a:normAutofit/>
          </a:bodyPr>
          <a:p>
            <a:pPr defTabSz="914400">
              <a:lnSpc>
                <a:spcPct val="90000"/>
              </a:lnSpc>
            </a:pPr>
            <a:r>
              <a:rPr b="0" lang="de-DE" sz="3600" strike="noStrike" u="none">
                <a:solidFill>
                  <a:schemeClr val="dk1"/>
                </a:solidFill>
                <a:effectLst/>
                <a:uFillTx/>
                <a:latin typeface="Aptos Display"/>
              </a:rPr>
              <a:t>Zweiter Faktor zerlegt</a:t>
            </a:r>
            <a:endParaRPr b="0" lang="de-DE" sz="3600" strike="noStrike" u="none">
              <a:solidFill>
                <a:srgbClr val="000000"/>
              </a:solidFill>
              <a:effectLst/>
              <a:uFillTx/>
              <a:latin typeface="Arial"/>
            </a:endParaRPr>
          </a:p>
        </p:txBody>
      </p:sp>
      <p:sp>
        <p:nvSpPr>
          <p:cNvPr id="183" name="Inhaltsplatzhalter 2"/>
          <p:cNvSpPr/>
          <p:nvPr/>
        </p:nvSpPr>
        <p:spPr>
          <a:xfrm>
            <a:off x="263880" y="1253160"/>
            <a:ext cx="10515240" cy="4350960"/>
          </a:xfrm>
          <a:prstGeom prst="rect">
            <a:avLst/>
          </a:prstGeom>
          <a:noFill/>
          <a:ln w="0">
            <a:noFill/>
          </a:ln>
        </p:spPr>
        <p:style>
          <a:lnRef idx="0"/>
          <a:fillRef idx="0"/>
          <a:effectRef idx="0"/>
          <a:fontRef idx="minor"/>
        </p:style>
        <p:txBody>
          <a:bodyPr lIns="90000" rIns="90000" tIns="45000" bIns="45000" anchor="t">
            <a:noAutofit/>
          </a:bodyPr>
          <a:p>
            <a:pPr marL="228600" indent="-228600" defTabSz="914400">
              <a:lnSpc>
                <a:spcPct val="90000"/>
              </a:lnSpc>
              <a:spcBef>
                <a:spcPts val="1001"/>
              </a:spcBef>
              <a:buClr>
                <a:srgbClr val="000000"/>
              </a:buClr>
              <a:buFont typeface="Arial"/>
              <a:buChar char="•"/>
            </a:pPr>
            <a:r>
              <a:rPr b="0" lang="de-DE" sz="2800" strike="noStrike" u="none">
                <a:solidFill>
                  <a:schemeClr val="dk1"/>
                </a:solidFill>
                <a:effectLst/>
                <a:uFillTx/>
                <a:latin typeface="Aptos"/>
              </a:rPr>
              <a:t>Hier in dieser Ansicht wäre es doch klug, die Reihen, also den zweiten Faktor zu zerlegen. </a:t>
            </a:r>
            <a:endParaRPr b="0" lang="de-DE" sz="2800" strike="noStrike" u="none">
              <a:solidFill>
                <a:srgbClr val="000000"/>
              </a:solidFill>
              <a:effectLst/>
              <a:uFillTx/>
              <a:latin typeface="Arial"/>
            </a:endParaRPr>
          </a:p>
          <a:p>
            <a:pPr defTabSz="914400">
              <a:lnSpc>
                <a:spcPct val="90000"/>
              </a:lnSpc>
              <a:spcBef>
                <a:spcPts val="1001"/>
              </a:spcBef>
              <a:tabLst>
                <a:tab algn="l" pos="0"/>
              </a:tabLst>
            </a:pPr>
            <a:endParaRPr b="0" lang="de-DE" sz="2800" strike="noStrike" u="none">
              <a:solidFill>
                <a:srgbClr val="000000"/>
              </a:solidFill>
              <a:effectLst/>
              <a:uFillTx/>
              <a:latin typeface="Arial"/>
            </a:endParaRPr>
          </a:p>
        </p:txBody>
      </p:sp>
      <p:pic>
        <p:nvPicPr>
          <p:cNvPr id="184" name="Grafik 11" descr=""/>
          <p:cNvPicPr/>
          <p:nvPr/>
        </p:nvPicPr>
        <p:blipFill>
          <a:blip r:embed="rId1"/>
          <a:stretch/>
        </p:blipFill>
        <p:spPr>
          <a:xfrm>
            <a:off x="4244040" y="3217680"/>
            <a:ext cx="3363840" cy="2331360"/>
          </a:xfrm>
          <a:prstGeom prst="rect">
            <a:avLst/>
          </a:prstGeom>
          <a:noFill/>
          <a:ln w="0">
            <a:solidFill>
              <a:schemeClr val="dk1">
                <a:lumMod val="50000"/>
                <a:lumOff val="50000"/>
              </a:schemeClr>
            </a:solidFill>
          </a:ln>
        </p:spPr>
      </p:pic>
      <p:sp>
        <p:nvSpPr>
          <p:cNvPr id="185" name="Textfeld 12"/>
          <p:cNvSpPr/>
          <p:nvPr/>
        </p:nvSpPr>
        <p:spPr>
          <a:xfrm>
            <a:off x="5695920" y="2772360"/>
            <a:ext cx="590040" cy="369000"/>
          </a:xfrm>
          <a:prstGeom prst="rect">
            <a:avLst/>
          </a:prstGeom>
          <a:blipFill rotWithShape="0">
            <a:blip r:embed="rId2"/>
            <a:srcRect/>
            <a:stretch/>
          </a:blipFill>
          <a:ln w="0">
            <a:solidFill>
              <a:schemeClr val="accent6"/>
            </a:solidFill>
          </a:ln>
        </p:spPr>
        <p:style>
          <a:lnRef idx="0"/>
          <a:fillRef idx="0"/>
          <a:effectRef idx="0"/>
          <a:fontRef idx="minor"/>
        </p:style>
        <p:txBody>
          <a:bodyPr lIns="90000" rIns="90000" tIns="45000" bIns="45000" anchor="t">
            <a:noAutofit/>
          </a:bodyPr>
          <a:p>
            <a:pPr defTabSz="914400">
              <a:lnSpc>
                <a:spcPct val="100000"/>
              </a:lnSpc>
            </a:pPr>
            <a:r>
              <a:rPr b="0" lang="de-DE" sz="1800" strike="noStrike" u="none">
                <a:solidFill>
                  <a:srgbClr val="ffffff">
                    <a:alpha val="1000"/>
                  </a:srgbClr>
                </a:solidFill>
                <a:effectLst/>
                <a:uFillTx/>
                <a:latin typeface="Aptos"/>
              </a:rPr>
              <a:t> </a:t>
            </a:r>
            <a:endParaRPr b="0" lang="de-DE" sz="1800" strike="noStrike" u="none">
              <a:solidFill>
                <a:srgbClr val="000000"/>
              </a:solidFill>
              <a:effectLst/>
              <a:uFillTx/>
              <a:latin typeface="Arial"/>
            </a:endParaRPr>
          </a:p>
        </p:txBody>
      </p:sp>
      <p:sp>
        <p:nvSpPr>
          <p:cNvPr id="186" name="Textfeld 13"/>
          <p:cNvSpPr/>
          <p:nvPr/>
        </p:nvSpPr>
        <p:spPr>
          <a:xfrm>
            <a:off x="3125880" y="5095440"/>
            <a:ext cx="1064520" cy="369000"/>
          </a:xfrm>
          <a:prstGeom prst="rect">
            <a:avLst/>
          </a:prstGeom>
          <a:blipFill rotWithShape="0">
            <a:blip r:embed="rId3"/>
            <a:srcRect/>
            <a:stretch/>
          </a:blipFill>
          <a:ln w="0">
            <a:solidFill>
              <a:schemeClr val="accent6"/>
            </a:solidFill>
          </a:ln>
        </p:spPr>
        <p:style>
          <a:lnRef idx="0"/>
          <a:fillRef idx="0"/>
          <a:effectRef idx="0"/>
          <a:fontRef idx="minor"/>
        </p:style>
        <p:txBody>
          <a:bodyPr lIns="90000" rIns="90000" tIns="45000" bIns="45000" anchor="t">
            <a:noAutofit/>
          </a:bodyPr>
          <a:p>
            <a:pPr defTabSz="914400">
              <a:lnSpc>
                <a:spcPct val="100000"/>
              </a:lnSpc>
            </a:pPr>
            <a:r>
              <a:rPr b="0" lang="de-DE" sz="1800" strike="noStrike" u="none">
                <a:solidFill>
                  <a:srgbClr val="ffffff">
                    <a:alpha val="1000"/>
                  </a:srgbClr>
                </a:solidFill>
                <a:effectLst/>
                <a:uFillTx/>
                <a:latin typeface="Aptos"/>
              </a:rPr>
              <a:t> </a:t>
            </a:r>
            <a:endParaRPr b="0" lang="de-DE" sz="1800" strike="noStrike" u="none">
              <a:solidFill>
                <a:srgbClr val="000000"/>
              </a:solidFill>
              <a:effectLst/>
              <a:uFillTx/>
              <a:latin typeface="Arial"/>
            </a:endParaRPr>
          </a:p>
        </p:txBody>
      </p:sp>
      <p:sp>
        <p:nvSpPr>
          <p:cNvPr id="187" name="Textfeld 14"/>
          <p:cNvSpPr/>
          <p:nvPr/>
        </p:nvSpPr>
        <p:spPr>
          <a:xfrm>
            <a:off x="7661880" y="5109480"/>
            <a:ext cx="1258200" cy="369000"/>
          </a:xfrm>
          <a:prstGeom prst="rect">
            <a:avLst/>
          </a:prstGeom>
          <a:blipFill rotWithShape="0">
            <a:blip r:embed="rId4"/>
            <a:srcRect/>
            <a:stretch/>
          </a:blipFill>
          <a:ln w="0">
            <a:solidFill>
              <a:schemeClr val="accent6"/>
            </a:solidFill>
          </a:ln>
        </p:spPr>
        <p:style>
          <a:lnRef idx="0"/>
          <a:fillRef idx="0"/>
          <a:effectRef idx="0"/>
          <a:fontRef idx="minor"/>
        </p:style>
        <p:txBody>
          <a:bodyPr lIns="90000" rIns="90000" tIns="45000" bIns="45000" anchor="t">
            <a:noAutofit/>
          </a:bodyPr>
          <a:p>
            <a:pPr defTabSz="914400">
              <a:lnSpc>
                <a:spcPct val="100000"/>
              </a:lnSpc>
            </a:pPr>
            <a:r>
              <a:rPr b="0" lang="de-DE" sz="1800" strike="noStrike" u="none">
                <a:solidFill>
                  <a:srgbClr val="ffffff">
                    <a:alpha val="1000"/>
                  </a:srgbClr>
                </a:solidFill>
                <a:effectLst/>
                <a:uFillTx/>
                <a:latin typeface="Aptos"/>
              </a:rPr>
              <a:t> </a:t>
            </a:r>
            <a:endParaRPr b="0" lang="de-DE"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Titel 1"/>
          <p:cNvSpPr/>
          <p:nvPr/>
        </p:nvSpPr>
        <p:spPr>
          <a:xfrm>
            <a:off x="178920" y="163080"/>
            <a:ext cx="10515240" cy="644760"/>
          </a:xfrm>
          <a:prstGeom prst="rect">
            <a:avLst/>
          </a:prstGeom>
          <a:noFill/>
          <a:ln w="0">
            <a:noFill/>
          </a:ln>
        </p:spPr>
        <p:style>
          <a:lnRef idx="0"/>
          <a:fillRef idx="0"/>
          <a:effectRef idx="0"/>
          <a:fontRef idx="minor"/>
        </p:style>
        <p:txBody>
          <a:bodyPr anchor="ctr">
            <a:normAutofit/>
          </a:bodyPr>
          <a:p>
            <a:pPr defTabSz="914400">
              <a:lnSpc>
                <a:spcPct val="90000"/>
              </a:lnSpc>
            </a:pPr>
            <a:r>
              <a:rPr b="0" lang="de-DE" sz="3600" strike="noStrike" u="none">
                <a:solidFill>
                  <a:schemeClr val="dk1"/>
                </a:solidFill>
                <a:effectLst/>
                <a:uFillTx/>
                <a:latin typeface="Aptos Display"/>
              </a:rPr>
              <a:t>Zweiter Faktor zerlegt</a:t>
            </a:r>
            <a:endParaRPr b="0" lang="de-DE" sz="3600" strike="noStrike" u="none">
              <a:solidFill>
                <a:srgbClr val="000000"/>
              </a:solidFill>
              <a:effectLst/>
              <a:uFillTx/>
              <a:latin typeface="Arial"/>
            </a:endParaRPr>
          </a:p>
        </p:txBody>
      </p:sp>
      <p:pic>
        <p:nvPicPr>
          <p:cNvPr id="189" name="Grafik 11" descr=""/>
          <p:cNvPicPr/>
          <p:nvPr/>
        </p:nvPicPr>
        <p:blipFill>
          <a:blip r:embed="rId1"/>
          <a:stretch/>
        </p:blipFill>
        <p:spPr>
          <a:xfrm>
            <a:off x="4216320" y="2184480"/>
            <a:ext cx="3363840" cy="2331360"/>
          </a:xfrm>
          <a:prstGeom prst="rect">
            <a:avLst/>
          </a:prstGeom>
          <a:noFill/>
          <a:ln w="0">
            <a:solidFill>
              <a:schemeClr val="dk1">
                <a:lumMod val="50000"/>
                <a:lumOff val="50000"/>
              </a:schemeClr>
            </a:solidFill>
          </a:ln>
        </p:spPr>
      </p:pic>
      <p:sp>
        <p:nvSpPr>
          <p:cNvPr id="190" name="Textfeld 12"/>
          <p:cNvSpPr/>
          <p:nvPr/>
        </p:nvSpPr>
        <p:spPr>
          <a:xfrm>
            <a:off x="5667840" y="1739160"/>
            <a:ext cx="590040" cy="369000"/>
          </a:xfrm>
          <a:prstGeom prst="rect">
            <a:avLst/>
          </a:prstGeom>
          <a:blipFill rotWithShape="0">
            <a:blip r:embed="rId2"/>
            <a:srcRect/>
            <a:stretch/>
          </a:blipFill>
          <a:ln w="0">
            <a:solidFill>
              <a:schemeClr val="accent6"/>
            </a:solidFill>
          </a:ln>
        </p:spPr>
        <p:style>
          <a:lnRef idx="0"/>
          <a:fillRef idx="0"/>
          <a:effectRef idx="0"/>
          <a:fontRef idx="minor"/>
        </p:style>
        <p:txBody>
          <a:bodyPr lIns="90000" rIns="90000" tIns="45000" bIns="45000" anchor="t">
            <a:noAutofit/>
          </a:bodyPr>
          <a:p>
            <a:pPr defTabSz="914400">
              <a:lnSpc>
                <a:spcPct val="100000"/>
              </a:lnSpc>
            </a:pPr>
            <a:r>
              <a:rPr b="0" lang="de-DE" sz="1800" strike="noStrike" u="none">
                <a:solidFill>
                  <a:srgbClr val="ffffff">
                    <a:alpha val="1000"/>
                  </a:srgbClr>
                </a:solidFill>
                <a:effectLst/>
                <a:uFillTx/>
                <a:latin typeface="Aptos"/>
              </a:rPr>
              <a:t> </a:t>
            </a:r>
            <a:endParaRPr b="0" lang="de-DE" sz="1800" strike="noStrike" u="none">
              <a:solidFill>
                <a:srgbClr val="000000"/>
              </a:solidFill>
              <a:effectLst/>
              <a:uFillTx/>
              <a:latin typeface="Arial"/>
            </a:endParaRPr>
          </a:p>
        </p:txBody>
      </p:sp>
      <p:sp>
        <p:nvSpPr>
          <p:cNvPr id="191" name="Textfeld 13"/>
          <p:cNvSpPr/>
          <p:nvPr/>
        </p:nvSpPr>
        <p:spPr>
          <a:xfrm>
            <a:off x="3098160" y="4062600"/>
            <a:ext cx="1064520" cy="369000"/>
          </a:xfrm>
          <a:prstGeom prst="rect">
            <a:avLst/>
          </a:prstGeom>
          <a:blipFill rotWithShape="0">
            <a:blip r:embed="rId3"/>
            <a:srcRect/>
            <a:stretch/>
          </a:blipFill>
          <a:ln w="0">
            <a:solidFill>
              <a:schemeClr val="accent6"/>
            </a:solidFill>
          </a:ln>
        </p:spPr>
        <p:style>
          <a:lnRef idx="0"/>
          <a:fillRef idx="0"/>
          <a:effectRef idx="0"/>
          <a:fontRef idx="minor"/>
        </p:style>
        <p:txBody>
          <a:bodyPr lIns="90000" rIns="90000" tIns="45000" bIns="45000" anchor="t">
            <a:noAutofit/>
          </a:bodyPr>
          <a:p>
            <a:pPr defTabSz="914400">
              <a:lnSpc>
                <a:spcPct val="100000"/>
              </a:lnSpc>
            </a:pPr>
            <a:r>
              <a:rPr b="0" lang="de-DE" sz="1800" strike="noStrike" u="none">
                <a:solidFill>
                  <a:srgbClr val="ffffff">
                    <a:alpha val="1000"/>
                  </a:srgbClr>
                </a:solidFill>
                <a:effectLst/>
                <a:uFillTx/>
                <a:latin typeface="Aptos"/>
              </a:rPr>
              <a:t> </a:t>
            </a:r>
            <a:endParaRPr b="0" lang="de-DE" sz="1800" strike="noStrike" u="none">
              <a:solidFill>
                <a:srgbClr val="000000"/>
              </a:solidFill>
              <a:effectLst/>
              <a:uFillTx/>
              <a:latin typeface="Arial"/>
            </a:endParaRPr>
          </a:p>
        </p:txBody>
      </p:sp>
      <p:sp>
        <p:nvSpPr>
          <p:cNvPr id="192" name="Textfeld 14"/>
          <p:cNvSpPr/>
          <p:nvPr/>
        </p:nvSpPr>
        <p:spPr>
          <a:xfrm>
            <a:off x="7633800" y="4076640"/>
            <a:ext cx="1258200" cy="369000"/>
          </a:xfrm>
          <a:prstGeom prst="rect">
            <a:avLst/>
          </a:prstGeom>
          <a:blipFill rotWithShape="0">
            <a:blip r:embed="rId4"/>
            <a:srcRect/>
            <a:stretch/>
          </a:blipFill>
          <a:ln w="0">
            <a:solidFill>
              <a:schemeClr val="accent6"/>
            </a:solidFill>
          </a:ln>
        </p:spPr>
        <p:style>
          <a:lnRef idx="0"/>
          <a:fillRef idx="0"/>
          <a:effectRef idx="0"/>
          <a:fontRef idx="minor"/>
        </p:style>
        <p:txBody>
          <a:bodyPr lIns="90000" rIns="90000" tIns="45000" bIns="45000" anchor="t">
            <a:noAutofit/>
          </a:bodyPr>
          <a:p>
            <a:pPr defTabSz="914400">
              <a:lnSpc>
                <a:spcPct val="100000"/>
              </a:lnSpc>
            </a:pPr>
            <a:r>
              <a:rPr b="0" lang="de-DE" sz="1800" strike="noStrike" u="none">
                <a:solidFill>
                  <a:srgbClr val="ffffff">
                    <a:alpha val="1000"/>
                  </a:srgbClr>
                </a:solidFill>
                <a:effectLst/>
                <a:uFillTx/>
                <a:latin typeface="Aptos"/>
              </a:rPr>
              <a:t> </a:t>
            </a:r>
            <a:endParaRPr b="0" lang="de-DE" sz="1800" strike="noStrike" u="none">
              <a:solidFill>
                <a:srgbClr val="000000"/>
              </a:solidFill>
              <a:effectLst/>
              <a:uFillTx/>
              <a:latin typeface="Arial"/>
            </a:endParaRPr>
          </a:p>
        </p:txBody>
      </p:sp>
      <p:sp>
        <p:nvSpPr>
          <p:cNvPr id="193" name="Textfeld 1"/>
          <p:cNvSpPr/>
          <p:nvPr/>
        </p:nvSpPr>
        <p:spPr>
          <a:xfrm>
            <a:off x="6615000" y="1311480"/>
            <a:ext cx="2014200" cy="364680"/>
          </a:xfrm>
          <a:prstGeom prst="rect">
            <a:avLst/>
          </a:prstGeom>
          <a:noFill/>
          <a:ln w="0">
            <a:solidFill>
              <a:schemeClr val="accent6"/>
            </a:solidFill>
          </a:ln>
        </p:spPr>
        <p:style>
          <a:lnRef idx="0"/>
          <a:fillRef idx="0"/>
          <a:effectRef idx="0"/>
          <a:fontRef idx="minor"/>
        </p:style>
        <p:txBody>
          <a:bodyPr wrap="none" lIns="90000" rIns="90000" tIns="45000" bIns="45000" anchor="t">
            <a:spAutoFit/>
          </a:bodyPr>
          <a:p>
            <a:pPr defTabSz="914400">
              <a:lnSpc>
                <a:spcPct val="100000"/>
              </a:lnSpc>
            </a:pPr>
            <a:r>
              <a:rPr b="0" lang="de-DE" sz="1800" strike="noStrike" u="none">
                <a:solidFill>
                  <a:schemeClr val="dk1"/>
                </a:solidFill>
                <a:effectLst/>
                <a:uFillTx/>
                <a:latin typeface="Aptos"/>
              </a:rPr>
              <a:t>Ich sehe fünf 8er.</a:t>
            </a:r>
            <a:endParaRPr b="0" lang="de-DE" sz="1800" strike="noStrike" u="none">
              <a:solidFill>
                <a:srgbClr val="000000"/>
              </a:solidFill>
              <a:effectLst/>
              <a:uFillTx/>
              <a:latin typeface="Arial"/>
            </a:endParaRPr>
          </a:p>
        </p:txBody>
      </p:sp>
      <p:sp>
        <p:nvSpPr>
          <p:cNvPr id="194" name="Textfeld 2"/>
          <p:cNvSpPr/>
          <p:nvPr/>
        </p:nvSpPr>
        <p:spPr>
          <a:xfrm>
            <a:off x="7633800" y="5203440"/>
            <a:ext cx="3409560" cy="364680"/>
          </a:xfrm>
          <a:prstGeom prst="rect">
            <a:avLst/>
          </a:prstGeom>
          <a:noFill/>
          <a:ln w="0">
            <a:solidFill>
              <a:schemeClr val="accent6"/>
            </a:solidFill>
          </a:ln>
        </p:spPr>
        <p:style>
          <a:lnRef idx="0"/>
          <a:fillRef idx="0"/>
          <a:effectRef idx="0"/>
          <a:fontRef idx="minor"/>
        </p:style>
        <p:txBody>
          <a:bodyPr wrap="none" lIns="90000" rIns="90000" tIns="45000" bIns="45000" anchor="t">
            <a:spAutoFit/>
          </a:bodyPr>
          <a:p>
            <a:pPr defTabSz="914400">
              <a:lnSpc>
                <a:spcPct val="100000"/>
              </a:lnSpc>
            </a:pPr>
            <a:r>
              <a:rPr b="0" lang="de-DE" sz="1800" strike="noStrike" u="none">
                <a:solidFill>
                  <a:schemeClr val="dk1"/>
                </a:solidFill>
                <a:effectLst/>
                <a:uFillTx/>
                <a:latin typeface="Aptos"/>
              </a:rPr>
              <a:t>Ich sehe fünf 3er und fünf 5er.</a:t>
            </a:r>
            <a:endParaRPr b="0" lang="de-DE" sz="1800" strike="noStrike" u="none">
              <a:solidFill>
                <a:srgbClr val="000000"/>
              </a:solidFill>
              <a:effectLst/>
              <a:uFillTx/>
              <a:latin typeface="Arial"/>
            </a:endParaRPr>
          </a:p>
        </p:txBody>
      </p:sp>
      <p:sp>
        <p:nvSpPr>
          <p:cNvPr id="195" name="Textfeld 3"/>
          <p:cNvSpPr/>
          <p:nvPr/>
        </p:nvSpPr>
        <p:spPr>
          <a:xfrm>
            <a:off x="7633800" y="4600440"/>
            <a:ext cx="4061520" cy="364680"/>
          </a:xfrm>
          <a:prstGeom prst="rect">
            <a:avLst/>
          </a:prstGeom>
          <a:noFill/>
          <a:ln w="0">
            <a:solidFill>
              <a:srgbClr val="ff0000"/>
            </a:solidFill>
          </a:ln>
        </p:spPr>
        <p:style>
          <a:lnRef idx="0"/>
          <a:fillRef idx="0"/>
          <a:effectRef idx="0"/>
          <a:fontRef idx="minor"/>
        </p:style>
        <p:txBody>
          <a:bodyPr wrap="none" lIns="90000" rIns="90000" tIns="45000" bIns="45000" anchor="t">
            <a:spAutoFit/>
          </a:bodyPr>
          <a:p>
            <a:pPr defTabSz="914400">
              <a:lnSpc>
                <a:spcPct val="100000"/>
              </a:lnSpc>
            </a:pPr>
            <a:r>
              <a:rPr b="0" lang="de-DE" sz="1800" strike="sngStrike" u="none">
                <a:solidFill>
                  <a:schemeClr val="dk1"/>
                </a:solidFill>
                <a:effectLst/>
                <a:uFillTx/>
                <a:latin typeface="Aptos"/>
              </a:rPr>
              <a:t>Ich sehe drei Fünfer und fünf Fünfer</a:t>
            </a:r>
            <a:endParaRPr b="0" lang="de-DE" sz="1800" strike="noStrike" u="none">
              <a:solidFill>
                <a:srgbClr val="000000"/>
              </a:solidFill>
              <a:effectLst/>
              <a:uFillTx/>
              <a:latin typeface="Arial"/>
            </a:endParaRPr>
          </a:p>
        </p:txBody>
      </p:sp>
      <p:sp>
        <p:nvSpPr>
          <p:cNvPr id="196" name="Textfeld 5"/>
          <p:cNvSpPr/>
          <p:nvPr/>
        </p:nvSpPr>
        <p:spPr>
          <a:xfrm>
            <a:off x="6615000" y="884160"/>
            <a:ext cx="2385000" cy="364680"/>
          </a:xfrm>
          <a:prstGeom prst="rect">
            <a:avLst/>
          </a:prstGeom>
          <a:noFill/>
          <a:ln w="0">
            <a:solidFill>
              <a:srgbClr val="ff0000"/>
            </a:solidFill>
          </a:ln>
        </p:spPr>
        <p:style>
          <a:lnRef idx="0"/>
          <a:fillRef idx="0"/>
          <a:effectRef idx="0"/>
          <a:fontRef idx="minor"/>
        </p:style>
        <p:txBody>
          <a:bodyPr wrap="none" lIns="90000" rIns="90000" tIns="45000" bIns="45000" anchor="t">
            <a:spAutoFit/>
          </a:bodyPr>
          <a:p>
            <a:pPr defTabSz="914400">
              <a:lnSpc>
                <a:spcPct val="100000"/>
              </a:lnSpc>
            </a:pPr>
            <a:r>
              <a:rPr b="0" lang="de-DE" sz="1800" strike="sngStrike" u="none">
                <a:solidFill>
                  <a:schemeClr val="dk1"/>
                </a:solidFill>
                <a:effectLst/>
                <a:uFillTx/>
                <a:latin typeface="Aptos"/>
              </a:rPr>
              <a:t>Ich sehe acht Fünfer.</a:t>
            </a:r>
            <a:endParaRPr b="0" lang="de-DE" sz="1800" strike="noStrike" u="none">
              <a:solidFill>
                <a:srgbClr val="000000"/>
              </a:solidFill>
              <a:effectLst/>
              <a:uFillTx/>
              <a:latin typeface="Arial"/>
            </a:endParaRPr>
          </a:p>
        </p:txBody>
      </p:sp>
      <p:sp>
        <p:nvSpPr>
          <p:cNvPr id="197" name="Textfeld 6"/>
          <p:cNvSpPr/>
          <p:nvPr/>
        </p:nvSpPr>
        <p:spPr>
          <a:xfrm>
            <a:off x="524160" y="4693680"/>
            <a:ext cx="2763360" cy="364680"/>
          </a:xfrm>
          <a:prstGeom prst="rect">
            <a:avLst/>
          </a:prstGeom>
          <a:noFill/>
          <a:ln w="0">
            <a:solidFill>
              <a:srgbClr val="ff0000"/>
            </a:solidFill>
          </a:ln>
        </p:spPr>
        <p:style>
          <a:lnRef idx="0"/>
          <a:fillRef idx="0"/>
          <a:effectRef idx="0"/>
          <a:fontRef idx="minor"/>
        </p:style>
        <p:txBody>
          <a:bodyPr wrap="none" lIns="90000" rIns="90000" tIns="45000" bIns="45000" anchor="t">
            <a:spAutoFit/>
          </a:bodyPr>
          <a:p>
            <a:pPr defTabSz="914400">
              <a:lnSpc>
                <a:spcPct val="100000"/>
              </a:lnSpc>
            </a:pPr>
            <a:r>
              <a:rPr b="0" lang="de-DE" sz="1800" strike="sngStrike" u="none">
                <a:solidFill>
                  <a:schemeClr val="dk1"/>
                </a:solidFill>
                <a:effectLst/>
                <a:uFillTx/>
                <a:latin typeface="Aptos"/>
              </a:rPr>
              <a:t>Ich sehe 3 und 5 </a:t>
            </a:r>
            <a:r>
              <a:rPr b="0" lang="de-DE" sz="1800" strike="sngStrike" u="none">
                <a:solidFill>
                  <a:schemeClr val="dk1"/>
                </a:solidFill>
                <a:effectLst/>
                <a:highlight>
                  <a:srgbClr val="ffff00"/>
                </a:highlight>
                <a:uFillTx/>
                <a:latin typeface="Aptos"/>
              </a:rPr>
              <a:t>Fünfer</a:t>
            </a:r>
            <a:r>
              <a:rPr b="0" lang="de-DE" sz="1800" strike="sngStrike" u="none">
                <a:solidFill>
                  <a:schemeClr val="dk1"/>
                </a:solidFill>
                <a:effectLst/>
                <a:uFillTx/>
                <a:latin typeface="Aptos"/>
              </a:rPr>
              <a:t>.</a:t>
            </a:r>
            <a:endParaRPr b="0" lang="de-DE" sz="1800" strike="noStrike" u="none">
              <a:solidFill>
                <a:srgbClr val="000000"/>
              </a:solidFill>
              <a:effectLst/>
              <a:uFillTx/>
              <a:latin typeface="Arial"/>
            </a:endParaRPr>
          </a:p>
        </p:txBody>
      </p:sp>
      <p:sp>
        <p:nvSpPr>
          <p:cNvPr id="198" name="Textfeld 10"/>
          <p:cNvSpPr/>
          <p:nvPr/>
        </p:nvSpPr>
        <p:spPr>
          <a:xfrm>
            <a:off x="423360" y="5617080"/>
            <a:ext cx="6361200" cy="364680"/>
          </a:xfrm>
          <a:prstGeom prst="rect">
            <a:avLst/>
          </a:prstGeom>
          <a:noFill/>
          <a:ln w="0">
            <a:solidFill>
              <a:schemeClr val="accent6"/>
            </a:solidFill>
          </a:ln>
        </p:spPr>
        <p:style>
          <a:lnRef idx="0"/>
          <a:fillRef idx="0"/>
          <a:effectRef idx="0"/>
          <a:fontRef idx="minor"/>
        </p:style>
        <p:txBody>
          <a:bodyPr wrap="none" lIns="90000" rIns="90000" tIns="45000" bIns="45000" anchor="t">
            <a:spAutoFit/>
          </a:bodyPr>
          <a:p>
            <a:pPr defTabSz="914400">
              <a:lnSpc>
                <a:spcPct val="100000"/>
              </a:lnSpc>
            </a:pPr>
            <a:r>
              <a:rPr b="0" lang="de-DE" sz="1800" strike="noStrike" u="none">
                <a:solidFill>
                  <a:schemeClr val="dk1"/>
                </a:solidFill>
                <a:effectLst/>
                <a:uFillTx/>
                <a:latin typeface="Aptos"/>
              </a:rPr>
              <a:t>Ich sehe fünf Reihen, mit je 3 und 5 (Punkten/Quadraten).</a:t>
            </a:r>
            <a:endParaRPr b="0" lang="de-DE" sz="1800" strike="noStrike" u="none">
              <a:solidFill>
                <a:srgbClr val="000000"/>
              </a:solidFill>
              <a:effectLst/>
              <a:uFillTx/>
              <a:latin typeface="Arial"/>
            </a:endParaRPr>
          </a:p>
        </p:txBody>
      </p:sp>
      <p:cxnSp>
        <p:nvCxnSpPr>
          <p:cNvPr id="199" name="Gekrümmte Verbindung 16"/>
          <p:cNvCxnSpPr>
            <a:stCxn id="193" idx="1"/>
          </p:cNvCxnSpPr>
          <p:nvPr/>
        </p:nvCxnSpPr>
        <p:spPr>
          <a:xfrm flipV="1" rot="10800000">
            <a:off x="3050280" y="1493640"/>
            <a:ext cx="3564720" cy="2642760"/>
          </a:xfrm>
          <a:prstGeom prst="curvedConnector3">
            <a:avLst>
              <a:gd name="adj1" fmla="val 114129"/>
            </a:avLst>
          </a:prstGeom>
          <a:ln w="19080">
            <a:solidFill>
              <a:schemeClr val="accent1"/>
            </a:solidFill>
            <a:miter/>
            <a:tailEnd len="med" type="triangle" w="med"/>
          </a:ln>
        </p:spPr>
      </p:cxnSp>
      <p:sp>
        <p:nvSpPr>
          <p:cNvPr id="200" name="Textfeld 28"/>
          <p:cNvSpPr/>
          <p:nvPr/>
        </p:nvSpPr>
        <p:spPr>
          <a:xfrm>
            <a:off x="464760" y="2566080"/>
            <a:ext cx="2055960" cy="913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i="1" lang="de-DE" sz="1800" strike="noStrike" u="none">
                <a:solidFill>
                  <a:schemeClr val="dk1"/>
                </a:solidFill>
                <a:effectLst/>
                <a:uFillTx/>
                <a:latin typeface="Aptos"/>
              </a:rPr>
              <a:t>8er werden zerlegt in 3er und 5er</a:t>
            </a:r>
            <a:endParaRPr b="0" lang="de-DE" sz="1800" strike="noStrike" u="none">
              <a:solidFill>
                <a:srgbClr val="000000"/>
              </a:solidFill>
              <a:effectLst/>
              <a:uFillTx/>
              <a:latin typeface="Arial"/>
            </a:endParaRPr>
          </a:p>
        </p:txBody>
      </p:sp>
      <p:sp>
        <p:nvSpPr>
          <p:cNvPr id="201" name="Textfeld 21"/>
          <p:cNvSpPr/>
          <p:nvPr/>
        </p:nvSpPr>
        <p:spPr>
          <a:xfrm>
            <a:off x="464760" y="5156640"/>
            <a:ext cx="3264480" cy="364680"/>
          </a:xfrm>
          <a:prstGeom prst="rect">
            <a:avLst/>
          </a:prstGeom>
          <a:noFill/>
          <a:ln w="0">
            <a:solidFill>
              <a:schemeClr val="accent6"/>
            </a:solidFill>
          </a:ln>
        </p:spPr>
        <p:style>
          <a:lnRef idx="0"/>
          <a:fillRef idx="0"/>
          <a:effectRef idx="0"/>
          <a:fontRef idx="minor"/>
        </p:style>
        <p:txBody>
          <a:bodyPr wrap="none" lIns="90000" rIns="90000" tIns="45000" bIns="45000" anchor="t">
            <a:spAutoFit/>
          </a:bodyPr>
          <a:p>
            <a:pPr defTabSz="914400">
              <a:lnSpc>
                <a:spcPct val="100000"/>
              </a:lnSpc>
            </a:pPr>
            <a:r>
              <a:rPr b="0" lang="de-DE" sz="1800" strike="noStrike" u="none">
                <a:solidFill>
                  <a:schemeClr val="dk1"/>
                </a:solidFill>
                <a:effectLst/>
                <a:uFillTx/>
                <a:latin typeface="Aptos"/>
              </a:rPr>
              <a:t>Ich sehe fünf (3+5)er-Reihen.</a:t>
            </a:r>
            <a:endParaRPr b="0" lang="de-DE" sz="1800" strike="noStrike" u="none">
              <a:solidFill>
                <a:srgbClr val="000000"/>
              </a:solidFill>
              <a:effectLst/>
              <a:uFillTx/>
              <a:latin typeface="Arial"/>
            </a:endParaRPr>
          </a:p>
        </p:txBody>
      </p:sp>
      <p:sp>
        <p:nvSpPr>
          <p:cNvPr id="202" name="Textfeld 15"/>
          <p:cNvSpPr/>
          <p:nvPr/>
        </p:nvSpPr>
        <p:spPr>
          <a:xfrm>
            <a:off x="-1424880" y="3722040"/>
            <a:ext cx="2386080" cy="913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de-DE" sz="1800" strike="noStrike" u="none">
                <a:solidFill>
                  <a:schemeClr val="dk1"/>
                </a:solidFill>
                <a:effectLst/>
                <a:uFillTx/>
                <a:latin typeface="Aptos"/>
              </a:rPr>
              <a:t>Sprache aufzufalten (Wie bisher) finden wir super</a:t>
            </a:r>
            <a:endParaRPr b="0" lang="de-DE"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Titel 1"/>
          <p:cNvSpPr/>
          <p:nvPr/>
        </p:nvSpPr>
        <p:spPr>
          <a:xfrm>
            <a:off x="178920" y="163080"/>
            <a:ext cx="10515240" cy="644760"/>
          </a:xfrm>
          <a:prstGeom prst="rect">
            <a:avLst/>
          </a:prstGeom>
          <a:noFill/>
          <a:ln w="0">
            <a:noFill/>
          </a:ln>
        </p:spPr>
        <p:style>
          <a:lnRef idx="0"/>
          <a:fillRef idx="0"/>
          <a:effectRef idx="0"/>
          <a:fontRef idx="minor"/>
        </p:style>
        <p:txBody>
          <a:bodyPr anchor="ctr">
            <a:normAutofit/>
          </a:bodyPr>
          <a:p>
            <a:pPr defTabSz="914400">
              <a:lnSpc>
                <a:spcPct val="90000"/>
              </a:lnSpc>
            </a:pPr>
            <a:r>
              <a:rPr b="0" lang="de-DE" sz="3600" strike="noStrike" u="none">
                <a:solidFill>
                  <a:schemeClr val="dk1"/>
                </a:solidFill>
                <a:effectLst/>
                <a:uFillTx/>
                <a:latin typeface="Aptos Display"/>
              </a:rPr>
              <a:t>Das Auseinanderschieben / Zerschneiden</a:t>
            </a:r>
            <a:endParaRPr b="0" lang="de-DE" sz="3600" strike="noStrike" u="none">
              <a:solidFill>
                <a:srgbClr val="000000"/>
              </a:solidFill>
              <a:effectLst/>
              <a:uFillTx/>
              <a:latin typeface="Arial"/>
            </a:endParaRPr>
          </a:p>
        </p:txBody>
      </p:sp>
      <p:sp>
        <p:nvSpPr>
          <p:cNvPr id="204" name="Inhaltsplatzhalter 2"/>
          <p:cNvSpPr/>
          <p:nvPr/>
        </p:nvSpPr>
        <p:spPr>
          <a:xfrm>
            <a:off x="263880" y="1253160"/>
            <a:ext cx="10515240" cy="4350960"/>
          </a:xfrm>
          <a:prstGeom prst="rect">
            <a:avLst/>
          </a:prstGeom>
          <a:noFill/>
          <a:ln w="0">
            <a:noFill/>
          </a:ln>
        </p:spPr>
        <p:style>
          <a:lnRef idx="0"/>
          <a:fillRef idx="0"/>
          <a:effectRef idx="0"/>
          <a:fontRef idx="minor"/>
        </p:style>
        <p:txBody>
          <a:bodyPr lIns="90000" rIns="90000" tIns="45000" bIns="45000" anchor="t">
            <a:noAutofit/>
          </a:bodyPr>
          <a:p>
            <a:endParaRPr b="0" lang="de-DE" sz="2800" strike="noStrike" u="none">
              <a:solidFill>
                <a:schemeClr val="dk1"/>
              </a:solidFill>
              <a:effectLst/>
              <a:uFillTx/>
              <a:latin typeface="Aptos"/>
            </a:endParaRPr>
          </a:p>
        </p:txBody>
      </p:sp>
      <p:sp>
        <p:nvSpPr>
          <p:cNvPr id="205" name="Inhaltsplatzhalter 2"/>
          <p:cNvSpPr/>
          <p:nvPr/>
        </p:nvSpPr>
        <p:spPr>
          <a:xfrm>
            <a:off x="416520" y="1405800"/>
            <a:ext cx="10515240" cy="4350960"/>
          </a:xfrm>
          <a:prstGeom prst="rect">
            <a:avLst/>
          </a:prstGeom>
          <a:noFill/>
          <a:ln w="0">
            <a:noFill/>
          </a:ln>
        </p:spPr>
        <p:style>
          <a:lnRef idx="0"/>
          <a:fillRef idx="0"/>
          <a:effectRef idx="0"/>
          <a:fontRef idx="minor"/>
        </p:style>
        <p:txBody>
          <a:bodyPr lIns="90000" rIns="90000" tIns="45000" bIns="45000" anchor="t">
            <a:noAutofit/>
          </a:bodyPr>
          <a:p>
            <a:pPr marL="228600" indent="-228600" defTabSz="914400">
              <a:lnSpc>
                <a:spcPct val="90000"/>
              </a:lnSpc>
              <a:spcBef>
                <a:spcPts val="1001"/>
              </a:spcBef>
              <a:buClr>
                <a:srgbClr val="000000"/>
              </a:buClr>
              <a:buFont typeface="Arial"/>
              <a:buChar char="•"/>
            </a:pPr>
            <a:r>
              <a:rPr b="0" lang="de-DE" sz="2400" strike="noStrike" u="none">
                <a:solidFill>
                  <a:schemeClr val="dk1"/>
                </a:solidFill>
                <a:effectLst/>
                <a:uFillTx/>
                <a:latin typeface="Aptos"/>
              </a:rPr>
              <a:t>Das geht noch durcheinander bei dem Tool!</a:t>
            </a:r>
            <a:endParaRPr b="0" lang="de-DE" sz="2400" strike="noStrike" u="none">
              <a:solidFill>
                <a:srgbClr val="000000"/>
              </a:solidFill>
              <a:effectLst/>
              <a:uFillTx/>
              <a:latin typeface="Arial"/>
            </a:endParaRPr>
          </a:p>
        </p:txBody>
      </p:sp>
      <p:pic>
        <p:nvPicPr>
          <p:cNvPr id="206" name="Grafik 9" descr=""/>
          <p:cNvPicPr/>
          <p:nvPr/>
        </p:nvPicPr>
        <p:blipFill>
          <a:blip r:embed="rId1"/>
          <a:stretch/>
        </p:blipFill>
        <p:spPr>
          <a:xfrm>
            <a:off x="4044960" y="2128320"/>
            <a:ext cx="3212640" cy="4093560"/>
          </a:xfrm>
          <a:prstGeom prst="rect">
            <a:avLst/>
          </a:prstGeom>
          <a:noFill/>
          <a:ln w="0">
            <a:noFill/>
          </a:ln>
        </p:spPr>
      </p:pic>
      <p:sp>
        <p:nvSpPr>
          <p:cNvPr id="207" name="Gebogener Pfeil 12"/>
          <p:cNvSpPr/>
          <p:nvPr/>
        </p:nvSpPr>
        <p:spPr>
          <a:xfrm rot="5400000">
            <a:off x="6631200" y="2533680"/>
            <a:ext cx="983880" cy="1249200"/>
          </a:xfrm>
          <a:prstGeom prst="circularArrow">
            <a:avLst>
              <a:gd name="adj1" fmla="val 1397"/>
              <a:gd name="adj2" fmla="val 1142319"/>
              <a:gd name="adj3" fmla="val 19255307"/>
              <a:gd name="adj4" fmla="val 10800000"/>
              <a:gd name="adj5" fmla="val 12500"/>
            </a:avLst>
          </a:prstGeom>
          <a:solidFill>
            <a:srgbClr val="cfdde1"/>
          </a:solidFill>
          <a:ln w="19080">
            <a:noFill/>
          </a:ln>
        </p:spPr>
        <p:style>
          <a:lnRef idx="0"/>
          <a:fillRef idx="0"/>
          <a:effectRef idx="0"/>
          <a:fontRef idx="minor"/>
        </p:style>
        <p:txBody>
          <a:bodyPr lIns="90000" rIns="90000" tIns="45000" bIns="45000" anchor="ctr">
            <a:noAutofit/>
          </a:bodyPr>
          <a:p>
            <a:endParaRPr b="0" lang="de-DE" sz="1800" strike="noStrike" u="none">
              <a:solidFill>
                <a:schemeClr val="dk1"/>
              </a:solidFill>
              <a:effectLst/>
              <a:uFillTx/>
              <a:latin typeface="Aptos"/>
            </a:endParaRPr>
          </a:p>
        </p:txBody>
      </p:sp>
      <p:sp>
        <p:nvSpPr>
          <p:cNvPr id="208" name="Textfeld 14"/>
          <p:cNvSpPr/>
          <p:nvPr/>
        </p:nvSpPr>
        <p:spPr>
          <a:xfrm>
            <a:off x="7669800" y="2828880"/>
            <a:ext cx="3668400" cy="2040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de-DE" sz="1600" strike="noStrike" u="none">
                <a:solidFill>
                  <a:schemeClr val="dk1"/>
                </a:solidFill>
                <a:effectLst/>
                <a:uFillTx/>
                <a:latin typeface="Aptos"/>
              </a:rPr>
              <a:t>Das sollte erscheinen, wenn ich darauf klicke. Stattdessen passieren teilweise verschieden Dinge in verschiedenen Versionen (sieben 6er werden zu sechs 7ern ohne dass sich der Term ändert oder die Kästchen werden einzeln auseinandergeschoben).</a:t>
            </a:r>
            <a:endParaRPr b="0" lang="de-DE" sz="1600" strike="noStrike" u="none">
              <a:solidFill>
                <a:srgbClr val="000000"/>
              </a:solidFill>
              <a:effectLst/>
              <a:uFillTx/>
              <a:latin typeface="Arial"/>
            </a:endParaRPr>
          </a:p>
        </p:txBody>
      </p:sp>
      <p:pic>
        <p:nvPicPr>
          <p:cNvPr id="209" name="Grafik 13" descr=""/>
          <p:cNvPicPr/>
          <p:nvPr/>
        </p:nvPicPr>
        <p:blipFill>
          <a:blip r:embed="rId2"/>
          <a:stretch/>
        </p:blipFill>
        <p:spPr>
          <a:xfrm>
            <a:off x="1611360" y="3175560"/>
            <a:ext cx="2730600" cy="3151440"/>
          </a:xfrm>
          <a:prstGeom prst="rect">
            <a:avLst/>
          </a:prstGeom>
          <a:noFill/>
          <a:ln w="0">
            <a:noFill/>
          </a:ln>
        </p:spPr>
      </p:pic>
      <p:sp>
        <p:nvSpPr>
          <p:cNvPr id="210" name="Textfeld 15"/>
          <p:cNvSpPr/>
          <p:nvPr/>
        </p:nvSpPr>
        <p:spPr>
          <a:xfrm>
            <a:off x="-826920" y="2381040"/>
            <a:ext cx="3912480" cy="11876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de-DE" sz="1800" strike="noStrike" u="none">
                <a:solidFill>
                  <a:schemeClr val="dk1"/>
                </a:solidFill>
                <a:effectLst/>
                <a:uFillTx/>
                <a:latin typeface="Aptos"/>
              </a:rPr>
              <a:t>Besser wäre eigentlich, dass die Lernenden es im nächsten Schritt/passend zum nächsten Term selbst einfärben</a:t>
            </a:r>
            <a:endParaRPr b="0" lang="de-DE"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Rechteck 1"/>
          <p:cNvSpPr/>
          <p:nvPr/>
        </p:nvSpPr>
        <p:spPr>
          <a:xfrm>
            <a:off x="355680" y="989640"/>
            <a:ext cx="743760" cy="369000"/>
          </a:xfrm>
          <a:prstGeom prst="rect">
            <a:avLst/>
          </a:prstGeom>
          <a:blipFill rotWithShape="0">
            <a:blip r:embed="rId1"/>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de-DE" sz="1800" strike="noStrike" u="none">
                <a:solidFill>
                  <a:srgbClr val="ffffff">
                    <a:alpha val="1000"/>
                  </a:srgbClr>
                </a:solidFill>
                <a:effectLst/>
                <a:uFillTx/>
                <a:latin typeface="Aptos"/>
              </a:rPr>
              <a:t> </a:t>
            </a:r>
            <a:endParaRPr b="0" lang="de-DE" sz="1800" strike="noStrike" u="none">
              <a:solidFill>
                <a:srgbClr val="000000"/>
              </a:solidFill>
              <a:effectLst/>
              <a:uFillTx/>
              <a:latin typeface="Arial"/>
            </a:endParaRPr>
          </a:p>
        </p:txBody>
      </p:sp>
      <p:sp>
        <p:nvSpPr>
          <p:cNvPr id="212" name="Textfeld 7"/>
          <p:cNvSpPr/>
          <p:nvPr/>
        </p:nvSpPr>
        <p:spPr>
          <a:xfrm>
            <a:off x="2071800" y="989640"/>
            <a:ext cx="7893720" cy="3646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de-DE" sz="1800" strike="noStrike" u="none">
                <a:solidFill>
                  <a:schemeClr val="dk1"/>
                </a:solidFill>
                <a:effectLst/>
                <a:uFillTx/>
                <a:latin typeface="Aptos"/>
              </a:rPr>
              <a:t>Reihen rutschen auseinander.</a:t>
            </a:r>
            <a:endParaRPr b="0" lang="de-DE" sz="1800" strike="noStrike" u="none">
              <a:solidFill>
                <a:srgbClr val="000000"/>
              </a:solidFill>
              <a:effectLst/>
              <a:uFillTx/>
              <a:latin typeface="Arial"/>
            </a:endParaRPr>
          </a:p>
        </p:txBody>
      </p:sp>
      <p:pic>
        <p:nvPicPr>
          <p:cNvPr id="213" name="Grafik 8" descr=""/>
          <p:cNvPicPr/>
          <p:nvPr/>
        </p:nvPicPr>
        <p:blipFill>
          <a:blip r:embed="rId2"/>
          <a:stretch/>
        </p:blipFill>
        <p:spPr>
          <a:xfrm>
            <a:off x="2715840" y="1521360"/>
            <a:ext cx="6605640" cy="556920"/>
          </a:xfrm>
          <a:prstGeom prst="rect">
            <a:avLst/>
          </a:prstGeom>
          <a:noFill/>
          <a:ln w="0">
            <a:noFill/>
          </a:ln>
        </p:spPr>
      </p:pic>
      <p:pic>
        <p:nvPicPr>
          <p:cNvPr id="214" name="Grafik 9" descr=""/>
          <p:cNvPicPr/>
          <p:nvPr/>
        </p:nvPicPr>
        <p:blipFill>
          <a:blip r:embed="rId3"/>
          <a:stretch/>
        </p:blipFill>
        <p:spPr>
          <a:xfrm>
            <a:off x="2715840" y="2206440"/>
            <a:ext cx="6605640" cy="556920"/>
          </a:xfrm>
          <a:prstGeom prst="rect">
            <a:avLst/>
          </a:prstGeom>
          <a:noFill/>
          <a:ln w="0">
            <a:noFill/>
          </a:ln>
        </p:spPr>
      </p:pic>
      <p:pic>
        <p:nvPicPr>
          <p:cNvPr id="215" name="Grafik 10" descr=""/>
          <p:cNvPicPr/>
          <p:nvPr/>
        </p:nvPicPr>
        <p:blipFill>
          <a:blip r:embed="rId4"/>
          <a:stretch/>
        </p:blipFill>
        <p:spPr>
          <a:xfrm>
            <a:off x="2715840" y="2891160"/>
            <a:ext cx="6605640" cy="556920"/>
          </a:xfrm>
          <a:prstGeom prst="rect">
            <a:avLst/>
          </a:prstGeom>
          <a:noFill/>
          <a:ln w="0">
            <a:noFill/>
          </a:ln>
        </p:spPr>
      </p:pic>
      <p:pic>
        <p:nvPicPr>
          <p:cNvPr id="216" name="Grafik 11" descr=""/>
          <p:cNvPicPr/>
          <p:nvPr/>
        </p:nvPicPr>
        <p:blipFill>
          <a:blip r:embed="rId5"/>
          <a:stretch/>
        </p:blipFill>
        <p:spPr>
          <a:xfrm>
            <a:off x="2715840" y="3575880"/>
            <a:ext cx="6605640" cy="556920"/>
          </a:xfrm>
          <a:prstGeom prst="rect">
            <a:avLst/>
          </a:prstGeom>
          <a:noFill/>
          <a:ln w="0">
            <a:noFill/>
          </a:ln>
        </p:spPr>
      </p:pic>
      <p:pic>
        <p:nvPicPr>
          <p:cNvPr id="217" name="Grafik 12" descr=""/>
          <p:cNvPicPr/>
          <p:nvPr/>
        </p:nvPicPr>
        <p:blipFill>
          <a:blip r:embed="rId6"/>
          <a:stretch/>
        </p:blipFill>
        <p:spPr>
          <a:xfrm>
            <a:off x="2715840" y="4260960"/>
            <a:ext cx="6605640" cy="556920"/>
          </a:xfrm>
          <a:prstGeom prst="rect">
            <a:avLst/>
          </a:prstGeom>
          <a:noFill/>
          <a:ln w="0">
            <a:noFill/>
          </a:ln>
        </p:spPr>
      </p:pic>
      <p:sp>
        <p:nvSpPr>
          <p:cNvPr id="218" name="Titel 1"/>
          <p:cNvSpPr/>
          <p:nvPr/>
        </p:nvSpPr>
        <p:spPr>
          <a:xfrm>
            <a:off x="178920" y="147960"/>
            <a:ext cx="10515240" cy="644760"/>
          </a:xfrm>
          <a:prstGeom prst="rect">
            <a:avLst/>
          </a:prstGeom>
          <a:noFill/>
          <a:ln w="0">
            <a:noFill/>
          </a:ln>
        </p:spPr>
        <p:style>
          <a:lnRef idx="0"/>
          <a:fillRef idx="0"/>
          <a:effectRef idx="0"/>
          <a:fontRef idx="minor"/>
        </p:style>
        <p:txBody>
          <a:bodyPr anchor="ctr">
            <a:normAutofit fontScale="77500" lnSpcReduction="19999"/>
          </a:bodyPr>
          <a:p>
            <a:pPr defTabSz="914400">
              <a:lnSpc>
                <a:spcPct val="90000"/>
              </a:lnSpc>
            </a:pPr>
            <a:r>
              <a:rPr b="0" lang="de-DE" sz="3600" strike="noStrike" u="none">
                <a:solidFill>
                  <a:schemeClr val="dk1"/>
                </a:solidFill>
                <a:effectLst/>
                <a:uFillTx/>
                <a:latin typeface="Aptos Display"/>
              </a:rPr>
              <a:t>Zerlegung eines Faktors (am Beispiel des zweiten Faktors)</a:t>
            </a:r>
            <a:endParaRPr b="0" lang="de-DE" sz="3600" strike="noStrike" u="none">
              <a:solidFill>
                <a:srgbClr val="000000"/>
              </a:solidFill>
              <a:effectLst/>
              <a:uFillTx/>
              <a:latin typeface="Arial"/>
            </a:endParaRPr>
          </a:p>
        </p:txBody>
      </p:sp>
      <p:sp>
        <p:nvSpPr>
          <p:cNvPr id="219" name=""/>
          <p:cNvSpPr/>
          <p:nvPr/>
        </p:nvSpPr>
        <p:spPr>
          <a:xfrm>
            <a:off x="4680000" y="1980000"/>
            <a:ext cx="2510640" cy="2371680"/>
          </a:xfrm>
          <a:prstGeom prst="smileyFace">
            <a:avLst>
              <a:gd name="adj" fmla="val 9282"/>
            </a:avLst>
          </a:prstGeom>
          <a:solidFill>
            <a:srgbClr val="ffffd7"/>
          </a:solidFill>
          <a:ln w="0">
            <a:solidFill>
              <a:srgbClr val="3465a4"/>
            </a:solidFill>
          </a:ln>
        </p:spPr>
        <p:style>
          <a:lnRef idx="0"/>
          <a:fillRef idx="0"/>
          <a:effectRef idx="0"/>
          <a:fontRef idx="minor"/>
        </p:style>
        <p:txBody>
          <a:bodyPr lIns="90000" rIns="90000" tIns="45000" bIns="45000" anchor="ctr">
            <a:noAutofit/>
          </a:bodyPr>
          <a:p>
            <a:endParaRPr b="0" lang="de-DE"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Textfeld 7"/>
          <p:cNvSpPr/>
          <p:nvPr/>
        </p:nvSpPr>
        <p:spPr>
          <a:xfrm>
            <a:off x="2079360" y="873720"/>
            <a:ext cx="7893720" cy="63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de-DE" sz="1800" strike="noStrike" u="none">
                <a:solidFill>
                  <a:schemeClr val="dk1"/>
                </a:solidFill>
                <a:effectLst/>
                <a:uFillTx/>
                <a:latin typeface="Aptos"/>
              </a:rPr>
              <a:t>Die Zerlegung passt sich an die Farbe an (oder auch andersherum?, dann müsste man den Term verändern können).</a:t>
            </a:r>
            <a:endParaRPr b="0" lang="de-DE" sz="1800" strike="noStrike" u="none">
              <a:solidFill>
                <a:srgbClr val="000000"/>
              </a:solidFill>
              <a:effectLst/>
              <a:uFillTx/>
              <a:latin typeface="Arial"/>
            </a:endParaRPr>
          </a:p>
        </p:txBody>
      </p:sp>
      <p:sp>
        <p:nvSpPr>
          <p:cNvPr id="221" name="Rechteck 8"/>
          <p:cNvSpPr/>
          <p:nvPr/>
        </p:nvSpPr>
        <p:spPr>
          <a:xfrm>
            <a:off x="358920" y="873720"/>
            <a:ext cx="1339920" cy="369000"/>
          </a:xfrm>
          <a:prstGeom prst="rect">
            <a:avLst/>
          </a:prstGeom>
          <a:blipFill rotWithShape="0">
            <a:blip r:embed="rId1"/>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de-DE" sz="1800" strike="noStrike" u="none">
                <a:solidFill>
                  <a:srgbClr val="ffffff">
                    <a:alpha val="1000"/>
                  </a:srgbClr>
                </a:solidFill>
                <a:effectLst/>
                <a:uFillTx/>
                <a:latin typeface="Aptos"/>
              </a:rPr>
              <a:t> </a:t>
            </a:r>
            <a:endParaRPr b="0" lang="de-DE" sz="1800" strike="noStrike" u="none">
              <a:solidFill>
                <a:srgbClr val="000000"/>
              </a:solidFill>
              <a:effectLst/>
              <a:uFillTx/>
              <a:latin typeface="Arial"/>
            </a:endParaRPr>
          </a:p>
        </p:txBody>
      </p:sp>
      <p:pic>
        <p:nvPicPr>
          <p:cNvPr id="222" name="Grafik 9" descr=""/>
          <p:cNvPicPr/>
          <p:nvPr/>
        </p:nvPicPr>
        <p:blipFill>
          <a:blip r:embed="rId2"/>
          <a:stretch/>
        </p:blipFill>
        <p:spPr>
          <a:xfrm>
            <a:off x="1881000" y="1631160"/>
            <a:ext cx="8275680" cy="712440"/>
          </a:xfrm>
          <a:prstGeom prst="rect">
            <a:avLst/>
          </a:prstGeom>
          <a:noFill/>
          <a:ln w="0">
            <a:noFill/>
          </a:ln>
        </p:spPr>
      </p:pic>
      <p:pic>
        <p:nvPicPr>
          <p:cNvPr id="223" name="Grafik 10" descr=""/>
          <p:cNvPicPr/>
          <p:nvPr/>
        </p:nvPicPr>
        <p:blipFill>
          <a:blip r:embed="rId3"/>
          <a:stretch/>
        </p:blipFill>
        <p:spPr>
          <a:xfrm>
            <a:off x="1881000" y="2541240"/>
            <a:ext cx="8275680" cy="712440"/>
          </a:xfrm>
          <a:prstGeom prst="rect">
            <a:avLst/>
          </a:prstGeom>
          <a:noFill/>
          <a:ln w="0">
            <a:noFill/>
          </a:ln>
        </p:spPr>
      </p:pic>
      <p:pic>
        <p:nvPicPr>
          <p:cNvPr id="224" name="Grafik 11" descr=""/>
          <p:cNvPicPr/>
          <p:nvPr/>
        </p:nvPicPr>
        <p:blipFill>
          <a:blip r:embed="rId4"/>
          <a:stretch/>
        </p:blipFill>
        <p:spPr>
          <a:xfrm>
            <a:off x="1881000" y="3451320"/>
            <a:ext cx="8275680" cy="712440"/>
          </a:xfrm>
          <a:prstGeom prst="rect">
            <a:avLst/>
          </a:prstGeom>
          <a:noFill/>
          <a:ln w="0">
            <a:noFill/>
          </a:ln>
        </p:spPr>
      </p:pic>
      <p:pic>
        <p:nvPicPr>
          <p:cNvPr id="225" name="Grafik 12" descr=""/>
          <p:cNvPicPr/>
          <p:nvPr/>
        </p:nvPicPr>
        <p:blipFill>
          <a:blip r:embed="rId5"/>
          <a:stretch/>
        </p:blipFill>
        <p:spPr>
          <a:xfrm>
            <a:off x="1881000" y="4361400"/>
            <a:ext cx="8275680" cy="712440"/>
          </a:xfrm>
          <a:prstGeom prst="rect">
            <a:avLst/>
          </a:prstGeom>
          <a:noFill/>
          <a:ln w="0">
            <a:noFill/>
          </a:ln>
        </p:spPr>
      </p:pic>
      <p:pic>
        <p:nvPicPr>
          <p:cNvPr id="226" name="Grafik 13" descr=""/>
          <p:cNvPicPr/>
          <p:nvPr/>
        </p:nvPicPr>
        <p:blipFill>
          <a:blip r:embed="rId6"/>
          <a:stretch/>
        </p:blipFill>
        <p:spPr>
          <a:xfrm>
            <a:off x="1881000" y="5271480"/>
            <a:ext cx="8275680" cy="712440"/>
          </a:xfrm>
          <a:prstGeom prst="rect">
            <a:avLst/>
          </a:prstGeom>
          <a:noFill/>
          <a:ln w="0">
            <a:noFill/>
          </a:ln>
        </p:spPr>
      </p:pic>
      <p:sp>
        <p:nvSpPr>
          <p:cNvPr id="227" name="Titel 1"/>
          <p:cNvSpPr/>
          <p:nvPr/>
        </p:nvSpPr>
        <p:spPr>
          <a:xfrm>
            <a:off x="178920" y="147960"/>
            <a:ext cx="10515240" cy="644760"/>
          </a:xfrm>
          <a:prstGeom prst="rect">
            <a:avLst/>
          </a:prstGeom>
          <a:noFill/>
          <a:ln w="0">
            <a:noFill/>
          </a:ln>
        </p:spPr>
        <p:style>
          <a:lnRef idx="0"/>
          <a:fillRef idx="0"/>
          <a:effectRef idx="0"/>
          <a:fontRef idx="minor"/>
        </p:style>
        <p:txBody>
          <a:bodyPr anchor="ctr">
            <a:normAutofit fontScale="77500" lnSpcReduction="19999"/>
          </a:bodyPr>
          <a:p>
            <a:pPr defTabSz="914400">
              <a:lnSpc>
                <a:spcPct val="90000"/>
              </a:lnSpc>
            </a:pPr>
            <a:r>
              <a:rPr b="0" lang="de-DE" sz="3600" strike="noStrike" u="none">
                <a:solidFill>
                  <a:schemeClr val="dk1"/>
                </a:solidFill>
                <a:effectLst/>
                <a:uFillTx/>
                <a:latin typeface="Aptos Display"/>
              </a:rPr>
              <a:t>Zerlegung eines Faktors (am Beispiel des zweiten Faktors)</a:t>
            </a:r>
            <a:endParaRPr b="0" lang="de-DE" sz="3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8" name="Grafik 1" descr=""/>
          <p:cNvPicPr/>
          <p:nvPr/>
        </p:nvPicPr>
        <p:blipFill>
          <a:blip r:embed="rId1"/>
          <a:stretch/>
        </p:blipFill>
        <p:spPr>
          <a:xfrm>
            <a:off x="2543760" y="1970280"/>
            <a:ext cx="6379920" cy="525960"/>
          </a:xfrm>
          <a:prstGeom prst="rect">
            <a:avLst/>
          </a:prstGeom>
          <a:noFill/>
          <a:ln w="0">
            <a:noFill/>
          </a:ln>
        </p:spPr>
      </p:pic>
      <p:pic>
        <p:nvPicPr>
          <p:cNvPr id="229" name="Grafik 2" descr=""/>
          <p:cNvPicPr/>
          <p:nvPr/>
        </p:nvPicPr>
        <p:blipFill>
          <a:blip r:embed="rId2"/>
          <a:stretch/>
        </p:blipFill>
        <p:spPr>
          <a:xfrm>
            <a:off x="2543760" y="2631960"/>
            <a:ext cx="6379920" cy="525960"/>
          </a:xfrm>
          <a:prstGeom prst="rect">
            <a:avLst/>
          </a:prstGeom>
          <a:noFill/>
          <a:ln w="0">
            <a:noFill/>
          </a:ln>
        </p:spPr>
      </p:pic>
      <p:pic>
        <p:nvPicPr>
          <p:cNvPr id="230" name="Grafik 3" descr=""/>
          <p:cNvPicPr/>
          <p:nvPr/>
        </p:nvPicPr>
        <p:blipFill>
          <a:blip r:embed="rId3"/>
          <a:stretch/>
        </p:blipFill>
        <p:spPr>
          <a:xfrm>
            <a:off x="2543760" y="3293640"/>
            <a:ext cx="6379920" cy="525960"/>
          </a:xfrm>
          <a:prstGeom prst="rect">
            <a:avLst/>
          </a:prstGeom>
          <a:noFill/>
          <a:ln w="0">
            <a:noFill/>
          </a:ln>
        </p:spPr>
      </p:pic>
      <p:pic>
        <p:nvPicPr>
          <p:cNvPr id="231" name="Grafik 4" descr=""/>
          <p:cNvPicPr/>
          <p:nvPr/>
        </p:nvPicPr>
        <p:blipFill>
          <a:blip r:embed="rId4"/>
          <a:stretch/>
        </p:blipFill>
        <p:spPr>
          <a:xfrm>
            <a:off x="2543760" y="3955320"/>
            <a:ext cx="6379920" cy="525960"/>
          </a:xfrm>
          <a:prstGeom prst="rect">
            <a:avLst/>
          </a:prstGeom>
          <a:noFill/>
          <a:ln w="0">
            <a:noFill/>
          </a:ln>
        </p:spPr>
      </p:pic>
      <p:pic>
        <p:nvPicPr>
          <p:cNvPr id="232" name="Grafik 5" descr=""/>
          <p:cNvPicPr/>
          <p:nvPr/>
        </p:nvPicPr>
        <p:blipFill>
          <a:blip r:embed="rId5"/>
          <a:stretch/>
        </p:blipFill>
        <p:spPr>
          <a:xfrm>
            <a:off x="2543760" y="4617000"/>
            <a:ext cx="6379920" cy="525960"/>
          </a:xfrm>
          <a:prstGeom prst="rect">
            <a:avLst/>
          </a:prstGeom>
          <a:noFill/>
          <a:ln w="0">
            <a:noFill/>
          </a:ln>
        </p:spPr>
      </p:pic>
      <p:sp>
        <p:nvSpPr>
          <p:cNvPr id="233" name="Rechteck 6"/>
          <p:cNvSpPr/>
          <p:nvPr/>
        </p:nvSpPr>
        <p:spPr>
          <a:xfrm>
            <a:off x="271440" y="1157760"/>
            <a:ext cx="1922040" cy="369000"/>
          </a:xfrm>
          <a:prstGeom prst="rect">
            <a:avLst/>
          </a:prstGeom>
          <a:blipFill rotWithShape="0">
            <a:blip r:embed="rId6"/>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de-DE" sz="1800" strike="noStrike" u="none">
                <a:solidFill>
                  <a:srgbClr val="ffffff">
                    <a:alpha val="1000"/>
                  </a:srgbClr>
                </a:solidFill>
                <a:effectLst/>
                <a:uFillTx/>
                <a:latin typeface="Aptos"/>
              </a:rPr>
              <a:t> </a:t>
            </a:r>
            <a:endParaRPr b="0" lang="de-DE" sz="1800" strike="noStrike" u="none">
              <a:solidFill>
                <a:srgbClr val="000000"/>
              </a:solidFill>
              <a:effectLst/>
              <a:uFillTx/>
              <a:latin typeface="Arial"/>
            </a:endParaRPr>
          </a:p>
        </p:txBody>
      </p:sp>
      <p:sp>
        <p:nvSpPr>
          <p:cNvPr id="234" name="Textfeld 7"/>
          <p:cNvSpPr/>
          <p:nvPr/>
        </p:nvSpPr>
        <p:spPr>
          <a:xfrm>
            <a:off x="2543760" y="1157760"/>
            <a:ext cx="7837560" cy="3646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de-DE" sz="1800" strike="noStrike" u="none">
                <a:solidFill>
                  <a:schemeClr val="dk1"/>
                </a:solidFill>
                <a:effectLst/>
                <a:uFillTx/>
                <a:latin typeface="Aptos"/>
              </a:rPr>
              <a:t>Blöcke rutschen auseinander</a:t>
            </a:r>
            <a:endParaRPr b="0" lang="de-DE" sz="1800" strike="noStrike" u="none">
              <a:solidFill>
                <a:srgbClr val="000000"/>
              </a:solidFill>
              <a:effectLst/>
              <a:uFillTx/>
              <a:latin typeface="Arial"/>
            </a:endParaRPr>
          </a:p>
        </p:txBody>
      </p:sp>
      <p:sp>
        <p:nvSpPr>
          <p:cNvPr id="235" name="Titel 1"/>
          <p:cNvSpPr/>
          <p:nvPr/>
        </p:nvSpPr>
        <p:spPr>
          <a:xfrm>
            <a:off x="178920" y="147960"/>
            <a:ext cx="10515240" cy="644760"/>
          </a:xfrm>
          <a:prstGeom prst="rect">
            <a:avLst/>
          </a:prstGeom>
          <a:noFill/>
          <a:ln w="0">
            <a:noFill/>
          </a:ln>
        </p:spPr>
        <p:style>
          <a:lnRef idx="0"/>
          <a:fillRef idx="0"/>
          <a:effectRef idx="0"/>
          <a:fontRef idx="minor"/>
        </p:style>
        <p:txBody>
          <a:bodyPr anchor="ctr">
            <a:normAutofit fontScale="77500" lnSpcReduction="19999"/>
          </a:bodyPr>
          <a:p>
            <a:pPr defTabSz="914400">
              <a:lnSpc>
                <a:spcPct val="90000"/>
              </a:lnSpc>
            </a:pPr>
            <a:r>
              <a:rPr b="0" lang="de-DE" sz="3600" strike="noStrike" u="none">
                <a:solidFill>
                  <a:schemeClr val="dk1"/>
                </a:solidFill>
                <a:effectLst/>
                <a:uFillTx/>
                <a:latin typeface="Aptos Display"/>
              </a:rPr>
              <a:t>Zerlegung eines Faktors (am Beispiel des zweiten Faktors)</a:t>
            </a:r>
            <a:endParaRPr b="0" lang="de-DE" sz="3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Rechteck 1"/>
          <p:cNvSpPr/>
          <p:nvPr/>
        </p:nvSpPr>
        <p:spPr>
          <a:xfrm>
            <a:off x="338040" y="744120"/>
            <a:ext cx="953280" cy="3646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de-DE" sz="1800" strike="noStrike" u="none">
                <a:solidFill>
                  <a:schemeClr val="dk1"/>
                </a:solidFill>
                <a:effectLst/>
                <a:uFillTx/>
                <a:latin typeface="Be Vietnam"/>
              </a:rPr>
              <a:t>50 + 10</a:t>
            </a:r>
            <a:endParaRPr b="0" lang="de-DE" sz="1800" strike="noStrike" u="none">
              <a:solidFill>
                <a:srgbClr val="000000"/>
              </a:solidFill>
              <a:effectLst/>
              <a:uFillTx/>
              <a:latin typeface="Arial"/>
            </a:endParaRPr>
          </a:p>
        </p:txBody>
      </p:sp>
      <p:pic>
        <p:nvPicPr>
          <p:cNvPr id="237" name="Grafik 2" descr=""/>
          <p:cNvPicPr/>
          <p:nvPr/>
        </p:nvPicPr>
        <p:blipFill>
          <a:blip r:embed="rId1"/>
          <a:stretch/>
        </p:blipFill>
        <p:spPr>
          <a:xfrm>
            <a:off x="685080" y="1257120"/>
            <a:ext cx="10821600" cy="4343760"/>
          </a:xfrm>
          <a:prstGeom prst="rect">
            <a:avLst/>
          </a:prstGeom>
          <a:noFill/>
          <a:ln w="0">
            <a:noFill/>
          </a:ln>
        </p:spPr>
      </p:pic>
      <p:sp>
        <p:nvSpPr>
          <p:cNvPr id="238" name="Textfeld 4"/>
          <p:cNvSpPr/>
          <p:nvPr/>
        </p:nvSpPr>
        <p:spPr>
          <a:xfrm>
            <a:off x="1740240" y="744120"/>
            <a:ext cx="7176240" cy="63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de-DE" sz="1800" strike="noStrike" u="none">
                <a:solidFill>
                  <a:schemeClr val="dk1"/>
                </a:solidFill>
                <a:effectLst/>
                <a:uFillTx/>
                <a:latin typeface="Aptos"/>
              </a:rPr>
              <a:t>Falls wir Term aufnehmen wollen: Es entstehen 2 Blöcke (ohne Reihen)</a:t>
            </a:r>
            <a:endParaRPr b="0" lang="de-DE" sz="1800" strike="noStrike" u="none">
              <a:solidFill>
                <a:srgbClr val="000000"/>
              </a:solidFill>
              <a:effectLst/>
              <a:uFillTx/>
              <a:latin typeface="Arial"/>
            </a:endParaRPr>
          </a:p>
        </p:txBody>
      </p:sp>
      <p:sp>
        <p:nvSpPr>
          <p:cNvPr id="239" name="Textfeld 3"/>
          <p:cNvSpPr/>
          <p:nvPr/>
        </p:nvSpPr>
        <p:spPr>
          <a:xfrm>
            <a:off x="10198080" y="323640"/>
            <a:ext cx="2617560" cy="63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de-DE" sz="1800" strike="noStrike" u="none">
                <a:solidFill>
                  <a:schemeClr val="dk1"/>
                </a:solidFill>
                <a:effectLst/>
                <a:uFillTx/>
                <a:latin typeface="Aptos"/>
              </a:rPr>
              <a:t>Diesen letzten Schritt evtl. noch einbauen?</a:t>
            </a:r>
            <a:endParaRPr b="0" lang="de-DE" sz="1800" strike="noStrike" u="none">
              <a:solidFill>
                <a:srgbClr val="000000"/>
              </a:solidFill>
              <a:effectLst/>
              <a:uFillTx/>
              <a:latin typeface="Arial"/>
            </a:endParaRPr>
          </a:p>
        </p:txBody>
      </p:sp>
      <p:sp>
        <p:nvSpPr>
          <p:cNvPr id="240" name="Titel 1"/>
          <p:cNvSpPr/>
          <p:nvPr/>
        </p:nvSpPr>
        <p:spPr>
          <a:xfrm>
            <a:off x="178920" y="147960"/>
            <a:ext cx="10515240" cy="644760"/>
          </a:xfrm>
          <a:prstGeom prst="rect">
            <a:avLst/>
          </a:prstGeom>
          <a:noFill/>
          <a:ln w="0">
            <a:noFill/>
          </a:ln>
        </p:spPr>
        <p:style>
          <a:lnRef idx="0"/>
          <a:fillRef idx="0"/>
          <a:effectRef idx="0"/>
          <a:fontRef idx="minor"/>
        </p:style>
        <p:txBody>
          <a:bodyPr anchor="ctr">
            <a:normAutofit fontScale="77500" lnSpcReduction="19999"/>
          </a:bodyPr>
          <a:p>
            <a:pPr defTabSz="914400">
              <a:lnSpc>
                <a:spcPct val="90000"/>
              </a:lnSpc>
            </a:pPr>
            <a:r>
              <a:rPr b="0" lang="de-DE" sz="3600" strike="noStrike" u="none">
                <a:solidFill>
                  <a:schemeClr val="dk1"/>
                </a:solidFill>
                <a:effectLst/>
                <a:uFillTx/>
                <a:latin typeface="Aptos Display"/>
              </a:rPr>
              <a:t>Zerlegung eines Faktors (am Beispiel des zweiten Faktors)</a:t>
            </a:r>
            <a:endParaRPr b="0" lang="de-DE" sz="3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Rechteck 3"/>
          <p:cNvSpPr/>
          <p:nvPr/>
        </p:nvSpPr>
        <p:spPr>
          <a:xfrm>
            <a:off x="1600560" y="1651320"/>
            <a:ext cx="743760" cy="369000"/>
          </a:xfrm>
          <a:prstGeom prst="rect">
            <a:avLst/>
          </a:prstGeom>
          <a:blipFill rotWithShape="0">
            <a:blip r:embed="rId1"/>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de-DE" sz="1800" strike="noStrike" u="none">
                <a:solidFill>
                  <a:srgbClr val="ffffff">
                    <a:alpha val="1000"/>
                  </a:srgbClr>
                </a:solidFill>
                <a:effectLst/>
                <a:uFillTx/>
                <a:latin typeface="Aptos"/>
              </a:rPr>
              <a:t> </a:t>
            </a:r>
            <a:endParaRPr b="0" lang="de-DE" sz="1800" strike="noStrike" u="none">
              <a:solidFill>
                <a:srgbClr val="000000"/>
              </a:solidFill>
              <a:effectLst/>
              <a:uFillTx/>
              <a:latin typeface="Arial"/>
            </a:endParaRPr>
          </a:p>
        </p:txBody>
      </p:sp>
      <p:sp>
        <p:nvSpPr>
          <p:cNvPr id="242" name="Rechteck 4"/>
          <p:cNvSpPr/>
          <p:nvPr/>
        </p:nvSpPr>
        <p:spPr>
          <a:xfrm>
            <a:off x="7664400" y="532800"/>
            <a:ext cx="1825920" cy="369000"/>
          </a:xfrm>
          <a:prstGeom prst="rect">
            <a:avLst/>
          </a:prstGeom>
          <a:blipFill rotWithShape="0">
            <a:blip r:embed="rId2"/>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de-DE" sz="1800" strike="noStrike" u="none">
                <a:solidFill>
                  <a:srgbClr val="ffffff">
                    <a:alpha val="1000"/>
                  </a:srgbClr>
                </a:solidFill>
                <a:effectLst/>
                <a:uFillTx/>
                <a:latin typeface="Aptos"/>
              </a:rPr>
              <a:t> </a:t>
            </a:r>
            <a:endParaRPr b="0" lang="de-DE" sz="1800" strike="noStrike" u="none">
              <a:solidFill>
                <a:srgbClr val="000000"/>
              </a:solidFill>
              <a:effectLst/>
              <a:uFillTx/>
              <a:latin typeface="Arial"/>
            </a:endParaRPr>
          </a:p>
        </p:txBody>
      </p:sp>
      <p:grpSp>
        <p:nvGrpSpPr>
          <p:cNvPr id="243" name="Gruppieren 10"/>
          <p:cNvGrpSpPr/>
          <p:nvPr/>
        </p:nvGrpSpPr>
        <p:grpSpPr>
          <a:xfrm>
            <a:off x="6193440" y="1251000"/>
            <a:ext cx="4250160" cy="3457440"/>
            <a:chOff x="6193440" y="1251000"/>
            <a:chExt cx="4250160" cy="3457440"/>
          </a:xfrm>
        </p:grpSpPr>
        <p:pic>
          <p:nvPicPr>
            <p:cNvPr id="244" name="Grafik 5" descr=""/>
            <p:cNvPicPr/>
            <p:nvPr/>
          </p:nvPicPr>
          <p:blipFill>
            <a:blip r:embed="rId3"/>
            <a:stretch/>
          </p:blipFill>
          <p:spPr>
            <a:xfrm flipH="1" rot="10800000">
              <a:off x="6193440" y="1250640"/>
              <a:ext cx="4250160" cy="365760"/>
            </a:xfrm>
            <a:prstGeom prst="rect">
              <a:avLst/>
            </a:prstGeom>
            <a:noFill/>
            <a:ln w="0">
              <a:noFill/>
            </a:ln>
          </p:spPr>
        </p:pic>
        <p:pic>
          <p:nvPicPr>
            <p:cNvPr id="245" name="Grafik 6" descr=""/>
            <p:cNvPicPr/>
            <p:nvPr/>
          </p:nvPicPr>
          <p:blipFill>
            <a:blip r:embed="rId4"/>
            <a:stretch/>
          </p:blipFill>
          <p:spPr>
            <a:xfrm flipH="1" rot="10800000">
              <a:off x="6193440" y="1762200"/>
              <a:ext cx="4250160" cy="365760"/>
            </a:xfrm>
            <a:prstGeom prst="rect">
              <a:avLst/>
            </a:prstGeom>
            <a:noFill/>
            <a:ln w="0">
              <a:noFill/>
            </a:ln>
          </p:spPr>
        </p:pic>
        <p:pic>
          <p:nvPicPr>
            <p:cNvPr id="246" name="Grafik 7" descr=""/>
            <p:cNvPicPr/>
            <p:nvPr/>
          </p:nvPicPr>
          <p:blipFill>
            <a:blip r:embed="rId5"/>
            <a:stretch/>
          </p:blipFill>
          <p:spPr>
            <a:xfrm flipH="1" rot="10800000">
              <a:off x="6193440" y="2273760"/>
              <a:ext cx="4250160" cy="365760"/>
            </a:xfrm>
            <a:prstGeom prst="rect">
              <a:avLst/>
            </a:prstGeom>
            <a:noFill/>
            <a:ln w="0">
              <a:noFill/>
            </a:ln>
          </p:spPr>
        </p:pic>
        <p:pic>
          <p:nvPicPr>
            <p:cNvPr id="247" name="Grafik 8" descr=""/>
            <p:cNvPicPr/>
            <p:nvPr/>
          </p:nvPicPr>
          <p:blipFill>
            <a:blip r:embed="rId6"/>
            <a:stretch/>
          </p:blipFill>
          <p:spPr>
            <a:xfrm flipH="1" rot="10800000">
              <a:off x="6193440" y="2784960"/>
              <a:ext cx="4250160" cy="365760"/>
            </a:xfrm>
            <a:prstGeom prst="rect">
              <a:avLst/>
            </a:prstGeom>
            <a:noFill/>
            <a:ln w="0">
              <a:noFill/>
            </a:ln>
          </p:spPr>
        </p:pic>
        <p:pic>
          <p:nvPicPr>
            <p:cNvPr id="248" name="Grafik 9" descr=""/>
            <p:cNvPicPr/>
            <p:nvPr/>
          </p:nvPicPr>
          <p:blipFill>
            <a:blip r:embed="rId7"/>
            <a:stretch/>
          </p:blipFill>
          <p:spPr>
            <a:xfrm flipH="1" rot="10800000">
              <a:off x="6193440" y="3296880"/>
              <a:ext cx="4250160" cy="365760"/>
            </a:xfrm>
            <a:prstGeom prst="rect">
              <a:avLst/>
            </a:prstGeom>
            <a:noFill/>
            <a:ln w="0">
              <a:noFill/>
            </a:ln>
          </p:spPr>
        </p:pic>
        <p:pic>
          <p:nvPicPr>
            <p:cNvPr id="249" name="Grafik 11" descr=""/>
            <p:cNvPicPr/>
            <p:nvPr/>
          </p:nvPicPr>
          <p:blipFill>
            <a:blip r:embed="rId8"/>
            <a:stretch/>
          </p:blipFill>
          <p:spPr>
            <a:xfrm flipH="1" rot="10800000">
              <a:off x="6193440" y="3819600"/>
              <a:ext cx="4250160" cy="365760"/>
            </a:xfrm>
            <a:prstGeom prst="rect">
              <a:avLst/>
            </a:prstGeom>
            <a:solidFill>
              <a:schemeClr val="accent4"/>
            </a:solidFill>
            <a:ln w="0">
              <a:noFill/>
            </a:ln>
          </p:spPr>
        </p:pic>
        <p:pic>
          <p:nvPicPr>
            <p:cNvPr id="250" name="Grafik 12" descr=""/>
            <p:cNvPicPr/>
            <p:nvPr/>
          </p:nvPicPr>
          <p:blipFill>
            <a:blip r:embed="rId9"/>
            <a:stretch/>
          </p:blipFill>
          <p:spPr>
            <a:xfrm flipH="1" rot="10800000">
              <a:off x="6193440" y="4342680"/>
              <a:ext cx="4250160" cy="365760"/>
            </a:xfrm>
            <a:prstGeom prst="rect">
              <a:avLst/>
            </a:prstGeom>
            <a:solidFill>
              <a:schemeClr val="accent4"/>
            </a:solidFill>
            <a:ln w="0">
              <a:noFill/>
            </a:ln>
          </p:spPr>
        </p:pic>
      </p:grpSp>
      <p:sp>
        <p:nvSpPr>
          <p:cNvPr id="251" name="Rechteck 13"/>
          <p:cNvSpPr/>
          <p:nvPr/>
        </p:nvSpPr>
        <p:spPr>
          <a:xfrm>
            <a:off x="6195600" y="3807360"/>
            <a:ext cx="348120" cy="35712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252" name="Rechteck 15"/>
          <p:cNvSpPr/>
          <p:nvPr/>
        </p:nvSpPr>
        <p:spPr>
          <a:xfrm>
            <a:off x="6544080" y="3807360"/>
            <a:ext cx="348120" cy="35712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253" name="Rechteck 16"/>
          <p:cNvSpPr/>
          <p:nvPr/>
        </p:nvSpPr>
        <p:spPr>
          <a:xfrm>
            <a:off x="6892560" y="3807360"/>
            <a:ext cx="348120" cy="35712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254" name="Rechteck 17"/>
          <p:cNvSpPr/>
          <p:nvPr/>
        </p:nvSpPr>
        <p:spPr>
          <a:xfrm>
            <a:off x="7241400" y="3807360"/>
            <a:ext cx="348120" cy="35712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255" name="Rechteck 18"/>
          <p:cNvSpPr/>
          <p:nvPr/>
        </p:nvSpPr>
        <p:spPr>
          <a:xfrm>
            <a:off x="7589880" y="3807360"/>
            <a:ext cx="348120" cy="35712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256" name="Rechteck 19"/>
          <p:cNvSpPr/>
          <p:nvPr/>
        </p:nvSpPr>
        <p:spPr>
          <a:xfrm>
            <a:off x="7938360" y="3807360"/>
            <a:ext cx="348120" cy="35712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257" name="Rechteck 20"/>
          <p:cNvSpPr/>
          <p:nvPr/>
        </p:nvSpPr>
        <p:spPr>
          <a:xfrm>
            <a:off x="8287200" y="3807360"/>
            <a:ext cx="348120" cy="35712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258" name="Rechteck 21"/>
          <p:cNvSpPr/>
          <p:nvPr/>
        </p:nvSpPr>
        <p:spPr>
          <a:xfrm>
            <a:off x="8647920" y="3807360"/>
            <a:ext cx="348120" cy="35712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259" name="Rechteck 22"/>
          <p:cNvSpPr/>
          <p:nvPr/>
        </p:nvSpPr>
        <p:spPr>
          <a:xfrm>
            <a:off x="9008640" y="3807360"/>
            <a:ext cx="348120" cy="35712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260" name="Rechteck 23"/>
          <p:cNvSpPr/>
          <p:nvPr/>
        </p:nvSpPr>
        <p:spPr>
          <a:xfrm>
            <a:off x="9369360" y="3807360"/>
            <a:ext cx="348120" cy="35712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261" name="Rechteck 24"/>
          <p:cNvSpPr/>
          <p:nvPr/>
        </p:nvSpPr>
        <p:spPr>
          <a:xfrm>
            <a:off x="6195600" y="4331880"/>
            <a:ext cx="348120" cy="35712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262" name="Rechteck 25"/>
          <p:cNvSpPr/>
          <p:nvPr/>
        </p:nvSpPr>
        <p:spPr>
          <a:xfrm>
            <a:off x="6544080" y="4331880"/>
            <a:ext cx="348120" cy="35712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263" name="Rechteck 26"/>
          <p:cNvSpPr/>
          <p:nvPr/>
        </p:nvSpPr>
        <p:spPr>
          <a:xfrm>
            <a:off x="6892560" y="4331880"/>
            <a:ext cx="348120" cy="35712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264" name="Rechteck 27"/>
          <p:cNvSpPr/>
          <p:nvPr/>
        </p:nvSpPr>
        <p:spPr>
          <a:xfrm>
            <a:off x="7241400" y="4331880"/>
            <a:ext cx="348120" cy="35712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265" name="Rechteck 28"/>
          <p:cNvSpPr/>
          <p:nvPr/>
        </p:nvSpPr>
        <p:spPr>
          <a:xfrm>
            <a:off x="7589880" y="4331880"/>
            <a:ext cx="348120" cy="35712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266" name="Rechteck 29"/>
          <p:cNvSpPr/>
          <p:nvPr/>
        </p:nvSpPr>
        <p:spPr>
          <a:xfrm>
            <a:off x="7938360" y="4331880"/>
            <a:ext cx="348120" cy="35712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267" name="Rechteck 30"/>
          <p:cNvSpPr/>
          <p:nvPr/>
        </p:nvSpPr>
        <p:spPr>
          <a:xfrm>
            <a:off x="8287200" y="4331880"/>
            <a:ext cx="348120" cy="35712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268" name="Rechteck 31"/>
          <p:cNvSpPr/>
          <p:nvPr/>
        </p:nvSpPr>
        <p:spPr>
          <a:xfrm>
            <a:off x="8635680" y="4331880"/>
            <a:ext cx="348120" cy="35712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269" name="Rechteck 32"/>
          <p:cNvSpPr/>
          <p:nvPr/>
        </p:nvSpPr>
        <p:spPr>
          <a:xfrm>
            <a:off x="9002520" y="4331880"/>
            <a:ext cx="348120" cy="35712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270" name="Rechteck 33"/>
          <p:cNvSpPr/>
          <p:nvPr/>
        </p:nvSpPr>
        <p:spPr>
          <a:xfrm>
            <a:off x="9369360" y="4331880"/>
            <a:ext cx="348120" cy="35712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271" name="Rechteck 34"/>
          <p:cNvSpPr/>
          <p:nvPr/>
        </p:nvSpPr>
        <p:spPr>
          <a:xfrm>
            <a:off x="9730080" y="3807720"/>
            <a:ext cx="348120" cy="357120"/>
          </a:xfrm>
          <a:prstGeom prst="rect">
            <a:avLst/>
          </a:prstGeom>
          <a:solidFill>
            <a:srgbClr val="ffff00"/>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272" name="Rechteck 35"/>
          <p:cNvSpPr/>
          <p:nvPr/>
        </p:nvSpPr>
        <p:spPr>
          <a:xfrm>
            <a:off x="10090800" y="3807720"/>
            <a:ext cx="348120" cy="357120"/>
          </a:xfrm>
          <a:prstGeom prst="rect">
            <a:avLst/>
          </a:prstGeom>
          <a:solidFill>
            <a:srgbClr val="ffff00"/>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273" name="Rechteck 36"/>
          <p:cNvSpPr/>
          <p:nvPr/>
        </p:nvSpPr>
        <p:spPr>
          <a:xfrm>
            <a:off x="9730080" y="4321800"/>
            <a:ext cx="348120" cy="357120"/>
          </a:xfrm>
          <a:prstGeom prst="rect">
            <a:avLst/>
          </a:prstGeom>
          <a:solidFill>
            <a:srgbClr val="ffff00"/>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274" name="Rechteck 37"/>
          <p:cNvSpPr/>
          <p:nvPr/>
        </p:nvSpPr>
        <p:spPr>
          <a:xfrm>
            <a:off x="10090800" y="4321800"/>
            <a:ext cx="348120" cy="357120"/>
          </a:xfrm>
          <a:prstGeom prst="rect">
            <a:avLst/>
          </a:prstGeom>
          <a:solidFill>
            <a:srgbClr val="ffff00"/>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275" name="Titel 1"/>
          <p:cNvSpPr/>
          <p:nvPr/>
        </p:nvSpPr>
        <p:spPr>
          <a:xfrm>
            <a:off x="178920" y="163080"/>
            <a:ext cx="10515240" cy="644760"/>
          </a:xfrm>
          <a:prstGeom prst="rect">
            <a:avLst/>
          </a:prstGeom>
          <a:noFill/>
          <a:ln w="0">
            <a:noFill/>
          </a:ln>
        </p:spPr>
        <p:style>
          <a:lnRef idx="0"/>
          <a:fillRef idx="0"/>
          <a:effectRef idx="0"/>
          <a:fontRef idx="minor"/>
        </p:style>
        <p:txBody>
          <a:bodyPr anchor="ctr">
            <a:normAutofit/>
          </a:bodyPr>
          <a:p>
            <a:pPr defTabSz="914400">
              <a:lnSpc>
                <a:spcPct val="90000"/>
              </a:lnSpc>
            </a:pPr>
            <a:r>
              <a:rPr b="0" lang="de-DE" sz="3600" strike="noStrike" u="none">
                <a:solidFill>
                  <a:schemeClr val="dk1"/>
                </a:solidFill>
                <a:effectLst/>
                <a:uFillTx/>
                <a:latin typeface="Aptos Display"/>
              </a:rPr>
              <a:t>Zerlegung beider Faktoren</a:t>
            </a:r>
            <a:endParaRPr b="0" lang="de-DE" sz="3600" strike="noStrike" u="none">
              <a:solidFill>
                <a:srgbClr val="000000"/>
              </a:solidFill>
              <a:effectLst/>
              <a:uFillTx/>
              <a:latin typeface="Arial"/>
            </a:endParaRPr>
          </a:p>
        </p:txBody>
      </p:sp>
      <p:pic>
        <p:nvPicPr>
          <p:cNvPr id="276" name="Grafik 38" descr=""/>
          <p:cNvPicPr/>
          <p:nvPr/>
        </p:nvPicPr>
        <p:blipFill>
          <a:blip r:embed="rId10"/>
          <a:stretch/>
        </p:blipFill>
        <p:spPr>
          <a:xfrm>
            <a:off x="366480" y="2018880"/>
            <a:ext cx="4160880" cy="2584800"/>
          </a:xfrm>
          <a:prstGeom prst="rect">
            <a:avLst/>
          </a:prstGeom>
          <a:noFill/>
          <a:ln w="0">
            <a:noFill/>
          </a:ln>
        </p:spPr>
      </p:pic>
      <p:sp>
        <p:nvSpPr>
          <p:cNvPr id="277" name="Abgerundete rechteckige Legende 67"/>
          <p:cNvSpPr/>
          <p:nvPr/>
        </p:nvSpPr>
        <p:spPr>
          <a:xfrm>
            <a:off x="893520" y="4616640"/>
            <a:ext cx="2282040" cy="411480"/>
          </a:xfrm>
          <a:prstGeom prst="wedgeRoundRectCallout">
            <a:avLst>
              <a:gd name="adj1" fmla="val -20833"/>
              <a:gd name="adj2" fmla="val 62500"/>
              <a:gd name="adj3" fmla="val 16667"/>
            </a:avLst>
          </a:prstGeom>
          <a:noFill/>
          <a:ln w="19080">
            <a:solidFill>
              <a:schemeClr val="accent1"/>
            </a:solidFill>
            <a:miter/>
          </a:ln>
        </p:spPr>
        <p:style>
          <a:lnRef idx="0"/>
          <a:fillRef idx="0"/>
          <a:effectRef idx="0"/>
          <a:fontRef idx="minor"/>
        </p:style>
        <p:txBody>
          <a:bodyPr lIns="90000" rIns="90000" tIns="45000" bIns="45000" anchor="ctr">
            <a:noAutofit/>
          </a:bodyPr>
          <a:p>
            <a:pPr algn="ctr" defTabSz="914400">
              <a:lnSpc>
                <a:spcPct val="100000"/>
              </a:lnSpc>
            </a:pPr>
            <a:r>
              <a:rPr b="0" lang="de-DE" sz="1600" strike="noStrike" u="none">
                <a:solidFill>
                  <a:schemeClr val="dk1"/>
                </a:solidFill>
                <a:effectLst/>
                <a:uFillTx/>
                <a:latin typeface="Aptos"/>
              </a:rPr>
              <a:t>Sieben 12er</a:t>
            </a:r>
            <a:r>
              <a:rPr b="0" lang="de-DE" sz="1600" strike="noStrike" u="none">
                <a:solidFill>
                  <a:schemeClr val="dk1">
                    <a:lumMod val="50000"/>
                    <a:lumOff val="50000"/>
                  </a:schemeClr>
                </a:solidFill>
                <a:effectLst/>
                <a:uFillTx/>
                <a:latin typeface="Aptos"/>
              </a:rPr>
              <a:t>(-Reihen)</a:t>
            </a:r>
            <a:endParaRPr b="0" lang="de-DE" sz="1600" strike="noStrike" u="none">
              <a:solidFill>
                <a:srgbClr val="000000"/>
              </a:solidFill>
              <a:effectLst/>
              <a:uFillTx/>
              <a:latin typeface="Arial"/>
            </a:endParaRPr>
          </a:p>
        </p:txBody>
      </p:sp>
      <p:sp>
        <p:nvSpPr>
          <p:cNvPr id="278" name="Abgerundete rechteckige Legende 68"/>
          <p:cNvSpPr/>
          <p:nvPr/>
        </p:nvSpPr>
        <p:spPr>
          <a:xfrm>
            <a:off x="6419880" y="4997520"/>
            <a:ext cx="2916360" cy="578520"/>
          </a:xfrm>
          <a:prstGeom prst="wedgeRoundRectCallout">
            <a:avLst>
              <a:gd name="adj1" fmla="val -21551"/>
              <a:gd name="adj2" fmla="val 79376"/>
              <a:gd name="adj3" fmla="val 16667"/>
            </a:avLst>
          </a:prstGeom>
          <a:noFill/>
          <a:ln w="19080">
            <a:solidFill>
              <a:schemeClr val="accent1"/>
            </a:solidFill>
            <a:miter/>
          </a:ln>
        </p:spPr>
        <p:style>
          <a:lnRef idx="0"/>
          <a:fillRef idx="0"/>
          <a:effectRef idx="0"/>
          <a:fontRef idx="minor"/>
        </p:style>
        <p:txBody>
          <a:bodyPr lIns="90000" rIns="90000" tIns="45000" bIns="45000" anchor="ctr">
            <a:noAutofit/>
          </a:bodyPr>
          <a:p>
            <a:pPr algn="ctr" defTabSz="914400">
              <a:lnSpc>
                <a:spcPct val="100000"/>
              </a:lnSpc>
            </a:pPr>
            <a:r>
              <a:rPr b="0" lang="de-DE" sz="1600" strike="noStrike" u="none">
                <a:solidFill>
                  <a:schemeClr val="dk1"/>
                </a:solidFill>
                <a:effectLst/>
                <a:uFillTx/>
                <a:latin typeface="Aptos"/>
              </a:rPr>
              <a:t>Ich sehe fünf und zwei (10+2)er-Reihen.</a:t>
            </a:r>
            <a:endParaRPr b="0" lang="de-DE" sz="1600" strike="noStrike" u="none">
              <a:solidFill>
                <a:srgbClr val="000000"/>
              </a:solidFill>
              <a:effectLst/>
              <a:uFillTx/>
              <a:latin typeface="Arial"/>
            </a:endParaRPr>
          </a:p>
        </p:txBody>
      </p:sp>
      <p:sp>
        <p:nvSpPr>
          <p:cNvPr id="279" name=""/>
          <p:cNvSpPr/>
          <p:nvPr/>
        </p:nvSpPr>
        <p:spPr>
          <a:xfrm>
            <a:off x="7029360" y="1792800"/>
            <a:ext cx="2510640" cy="2371680"/>
          </a:xfrm>
          <a:prstGeom prst="smileyFace">
            <a:avLst>
              <a:gd name="adj" fmla="val 9282"/>
            </a:avLst>
          </a:prstGeom>
          <a:solidFill>
            <a:srgbClr val="ffffd7"/>
          </a:solidFill>
          <a:ln w="0">
            <a:solidFill>
              <a:srgbClr val="3465a4"/>
            </a:solidFill>
          </a:ln>
        </p:spPr>
        <p:style>
          <a:lnRef idx="0"/>
          <a:fillRef idx="0"/>
          <a:effectRef idx="0"/>
          <a:fontRef idx="minor"/>
        </p:style>
        <p:txBody>
          <a:bodyPr lIns="90000" rIns="90000" tIns="45000" bIns="45000" anchor="ctr">
            <a:noAutofit/>
          </a:bodyPr>
          <a:p>
            <a:endParaRPr b="0" lang="de-DE"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Rechteck 4"/>
          <p:cNvSpPr/>
          <p:nvPr/>
        </p:nvSpPr>
        <p:spPr>
          <a:xfrm>
            <a:off x="6861600" y="1683360"/>
            <a:ext cx="1845000" cy="3646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de-DE" sz="1800" strike="noStrike" u="none">
                <a:solidFill>
                  <a:schemeClr val="dk1"/>
                </a:solidFill>
                <a:effectLst/>
                <a:uFillTx/>
                <a:latin typeface="Aptos"/>
              </a:rPr>
              <a:t>50 + 10 + 20 + 4</a:t>
            </a:r>
            <a:endParaRPr b="0" lang="de-DE" sz="1800" strike="noStrike" u="none">
              <a:solidFill>
                <a:srgbClr val="000000"/>
              </a:solidFill>
              <a:effectLst/>
              <a:uFillTx/>
              <a:latin typeface="Arial"/>
            </a:endParaRPr>
          </a:p>
        </p:txBody>
      </p:sp>
      <p:sp>
        <p:nvSpPr>
          <p:cNvPr id="281" name="Textfeld 2"/>
          <p:cNvSpPr/>
          <p:nvPr/>
        </p:nvSpPr>
        <p:spPr>
          <a:xfrm>
            <a:off x="528120" y="1404360"/>
            <a:ext cx="4369680" cy="369000"/>
          </a:xfrm>
          <a:prstGeom prst="rect">
            <a:avLst/>
          </a:prstGeom>
          <a:blipFill rotWithShape="0">
            <a:blip r:embed="rId1"/>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de-DE" sz="1800" strike="noStrike" u="none">
                <a:solidFill>
                  <a:srgbClr val="ffffff">
                    <a:alpha val="1000"/>
                  </a:srgbClr>
                </a:solidFill>
                <a:effectLst/>
                <a:uFillTx/>
                <a:latin typeface="Aptos"/>
              </a:rPr>
              <a:t> </a:t>
            </a:r>
            <a:endParaRPr b="0" lang="de-DE" sz="1800" strike="noStrike" u="none">
              <a:solidFill>
                <a:srgbClr val="000000"/>
              </a:solidFill>
              <a:effectLst/>
              <a:uFillTx/>
              <a:latin typeface="Arial"/>
            </a:endParaRPr>
          </a:p>
        </p:txBody>
      </p:sp>
      <p:grpSp>
        <p:nvGrpSpPr>
          <p:cNvPr id="282" name="Gruppieren 74"/>
          <p:cNvGrpSpPr/>
          <p:nvPr/>
        </p:nvGrpSpPr>
        <p:grpSpPr>
          <a:xfrm>
            <a:off x="5979600" y="2242440"/>
            <a:ext cx="5248440" cy="2977560"/>
            <a:chOff x="5979600" y="2242440"/>
            <a:chExt cx="5248440" cy="2977560"/>
          </a:xfrm>
        </p:grpSpPr>
        <p:pic>
          <p:nvPicPr>
            <p:cNvPr id="283" name="Grafik 14" descr=""/>
            <p:cNvPicPr/>
            <p:nvPr/>
          </p:nvPicPr>
          <p:blipFill>
            <a:blip r:embed="rId2"/>
            <a:srcRect l="0" t="28553" r="0" b="0"/>
            <a:stretch/>
          </p:blipFill>
          <p:spPr>
            <a:xfrm>
              <a:off x="5979600" y="2242440"/>
              <a:ext cx="5248440" cy="2109240"/>
            </a:xfrm>
            <a:prstGeom prst="rect">
              <a:avLst/>
            </a:prstGeom>
            <a:noFill/>
            <a:ln w="0">
              <a:noFill/>
            </a:ln>
          </p:spPr>
        </p:pic>
        <p:sp>
          <p:nvSpPr>
            <p:cNvPr id="284" name="Rechteck 13"/>
            <p:cNvSpPr/>
            <p:nvPr/>
          </p:nvSpPr>
          <p:spPr>
            <a:xfrm>
              <a:off x="6156720" y="4460040"/>
              <a:ext cx="370080" cy="37980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285" name="Rechteck 15"/>
            <p:cNvSpPr/>
            <p:nvPr/>
          </p:nvSpPr>
          <p:spPr>
            <a:xfrm>
              <a:off x="6527160" y="4460040"/>
              <a:ext cx="370080" cy="37980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286" name="Rechteck 16"/>
            <p:cNvSpPr/>
            <p:nvPr/>
          </p:nvSpPr>
          <p:spPr>
            <a:xfrm>
              <a:off x="6897960" y="4460040"/>
              <a:ext cx="370080" cy="37980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287" name="Rechteck 17"/>
            <p:cNvSpPr/>
            <p:nvPr/>
          </p:nvSpPr>
          <p:spPr>
            <a:xfrm>
              <a:off x="7268400" y="4460040"/>
              <a:ext cx="370080" cy="37980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288" name="Rechteck 18"/>
            <p:cNvSpPr/>
            <p:nvPr/>
          </p:nvSpPr>
          <p:spPr>
            <a:xfrm>
              <a:off x="7638840" y="4460040"/>
              <a:ext cx="370080" cy="37980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289" name="Rechteck 19"/>
            <p:cNvSpPr/>
            <p:nvPr/>
          </p:nvSpPr>
          <p:spPr>
            <a:xfrm>
              <a:off x="8009280" y="4460040"/>
              <a:ext cx="370080" cy="37980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290" name="Rechteck 20"/>
            <p:cNvSpPr/>
            <p:nvPr/>
          </p:nvSpPr>
          <p:spPr>
            <a:xfrm>
              <a:off x="8379720" y="4460040"/>
              <a:ext cx="370080" cy="37980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291" name="Rechteck 21"/>
            <p:cNvSpPr/>
            <p:nvPr/>
          </p:nvSpPr>
          <p:spPr>
            <a:xfrm>
              <a:off x="8763120" y="4460040"/>
              <a:ext cx="370080" cy="37980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292" name="Rechteck 22"/>
            <p:cNvSpPr/>
            <p:nvPr/>
          </p:nvSpPr>
          <p:spPr>
            <a:xfrm>
              <a:off x="9146880" y="4460040"/>
              <a:ext cx="370080" cy="37980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293" name="Rechteck 23"/>
            <p:cNvSpPr/>
            <p:nvPr/>
          </p:nvSpPr>
          <p:spPr>
            <a:xfrm>
              <a:off x="9530280" y="4460040"/>
              <a:ext cx="370080" cy="37980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294" name="Rechteck 24"/>
            <p:cNvSpPr/>
            <p:nvPr/>
          </p:nvSpPr>
          <p:spPr>
            <a:xfrm>
              <a:off x="6156720" y="4840200"/>
              <a:ext cx="370080" cy="37980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295" name="Rechteck 25"/>
            <p:cNvSpPr/>
            <p:nvPr/>
          </p:nvSpPr>
          <p:spPr>
            <a:xfrm>
              <a:off x="6527160" y="4840200"/>
              <a:ext cx="370080" cy="37980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296" name="Rechteck 26"/>
            <p:cNvSpPr/>
            <p:nvPr/>
          </p:nvSpPr>
          <p:spPr>
            <a:xfrm>
              <a:off x="6897960" y="4840200"/>
              <a:ext cx="370080" cy="37980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297" name="Rechteck 27"/>
            <p:cNvSpPr/>
            <p:nvPr/>
          </p:nvSpPr>
          <p:spPr>
            <a:xfrm>
              <a:off x="7268400" y="4840200"/>
              <a:ext cx="370080" cy="37980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298" name="Rechteck 28"/>
            <p:cNvSpPr/>
            <p:nvPr/>
          </p:nvSpPr>
          <p:spPr>
            <a:xfrm>
              <a:off x="7638840" y="4840200"/>
              <a:ext cx="370080" cy="37980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299" name="Rechteck 29"/>
            <p:cNvSpPr/>
            <p:nvPr/>
          </p:nvSpPr>
          <p:spPr>
            <a:xfrm>
              <a:off x="8009280" y="4840200"/>
              <a:ext cx="370080" cy="37980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300" name="Rechteck 30"/>
            <p:cNvSpPr/>
            <p:nvPr/>
          </p:nvSpPr>
          <p:spPr>
            <a:xfrm>
              <a:off x="8379720" y="4840200"/>
              <a:ext cx="370080" cy="37980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301" name="Rechteck 31"/>
            <p:cNvSpPr/>
            <p:nvPr/>
          </p:nvSpPr>
          <p:spPr>
            <a:xfrm>
              <a:off x="8750160" y="4840200"/>
              <a:ext cx="370080" cy="37980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302" name="Rechteck 32"/>
            <p:cNvSpPr/>
            <p:nvPr/>
          </p:nvSpPr>
          <p:spPr>
            <a:xfrm>
              <a:off x="9140400" y="4840200"/>
              <a:ext cx="370080" cy="37980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303" name="Rechteck 33"/>
            <p:cNvSpPr/>
            <p:nvPr/>
          </p:nvSpPr>
          <p:spPr>
            <a:xfrm>
              <a:off x="9530280" y="4840200"/>
              <a:ext cx="370080" cy="37980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304" name="Rechteck 34"/>
            <p:cNvSpPr/>
            <p:nvPr/>
          </p:nvSpPr>
          <p:spPr>
            <a:xfrm>
              <a:off x="10432080" y="4470480"/>
              <a:ext cx="370080" cy="379800"/>
            </a:xfrm>
            <a:prstGeom prst="rect">
              <a:avLst/>
            </a:prstGeom>
            <a:solidFill>
              <a:srgbClr val="ffff00"/>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305" name="Rechteck 35"/>
            <p:cNvSpPr/>
            <p:nvPr/>
          </p:nvSpPr>
          <p:spPr>
            <a:xfrm>
              <a:off x="10815480" y="4470480"/>
              <a:ext cx="370080" cy="379800"/>
            </a:xfrm>
            <a:prstGeom prst="rect">
              <a:avLst/>
            </a:prstGeom>
            <a:solidFill>
              <a:srgbClr val="ffff00"/>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306" name="Rechteck 36"/>
            <p:cNvSpPr/>
            <p:nvPr/>
          </p:nvSpPr>
          <p:spPr>
            <a:xfrm>
              <a:off x="10432080" y="4840200"/>
              <a:ext cx="370080" cy="379800"/>
            </a:xfrm>
            <a:prstGeom prst="rect">
              <a:avLst/>
            </a:prstGeom>
            <a:solidFill>
              <a:srgbClr val="ffff00"/>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307" name="Rechteck 37"/>
            <p:cNvSpPr/>
            <p:nvPr/>
          </p:nvSpPr>
          <p:spPr>
            <a:xfrm>
              <a:off x="10815480" y="4840200"/>
              <a:ext cx="370080" cy="379800"/>
            </a:xfrm>
            <a:prstGeom prst="rect">
              <a:avLst/>
            </a:prstGeom>
            <a:solidFill>
              <a:srgbClr val="ffff00"/>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grpSp>
      <p:pic>
        <p:nvPicPr>
          <p:cNvPr id="308" name="Grafik 72" descr=""/>
          <p:cNvPicPr/>
          <p:nvPr/>
        </p:nvPicPr>
        <p:blipFill>
          <a:blip r:embed="rId3"/>
          <a:srcRect l="0" t="0" r="17241" b="25974"/>
          <a:stretch/>
        </p:blipFill>
        <p:spPr>
          <a:xfrm>
            <a:off x="459360" y="1879920"/>
            <a:ext cx="3516120" cy="2558520"/>
          </a:xfrm>
          <a:prstGeom prst="rect">
            <a:avLst/>
          </a:prstGeom>
          <a:noFill/>
          <a:ln w="0">
            <a:noFill/>
          </a:ln>
        </p:spPr>
      </p:pic>
      <p:pic>
        <p:nvPicPr>
          <p:cNvPr id="309" name="Grafik 73" descr=""/>
          <p:cNvPicPr/>
          <p:nvPr/>
        </p:nvPicPr>
        <p:blipFill>
          <a:blip r:embed="rId4"/>
          <a:srcRect l="82759" t="0" r="1805" b="25974"/>
          <a:stretch/>
        </p:blipFill>
        <p:spPr>
          <a:xfrm>
            <a:off x="4338720" y="1879920"/>
            <a:ext cx="655920" cy="2558520"/>
          </a:xfrm>
          <a:prstGeom prst="rect">
            <a:avLst/>
          </a:prstGeom>
          <a:noFill/>
          <a:ln w="0">
            <a:noFill/>
          </a:ln>
        </p:spPr>
      </p:pic>
      <p:sp>
        <p:nvSpPr>
          <p:cNvPr id="310" name="Titel 1"/>
          <p:cNvSpPr/>
          <p:nvPr/>
        </p:nvSpPr>
        <p:spPr>
          <a:xfrm>
            <a:off x="178920" y="163080"/>
            <a:ext cx="10515240" cy="644760"/>
          </a:xfrm>
          <a:prstGeom prst="rect">
            <a:avLst/>
          </a:prstGeom>
          <a:noFill/>
          <a:ln w="0">
            <a:noFill/>
          </a:ln>
        </p:spPr>
        <p:style>
          <a:lnRef idx="0"/>
          <a:fillRef idx="0"/>
          <a:effectRef idx="0"/>
          <a:fontRef idx="minor"/>
        </p:style>
        <p:txBody>
          <a:bodyPr anchor="ctr">
            <a:normAutofit/>
          </a:bodyPr>
          <a:p>
            <a:pPr defTabSz="914400">
              <a:lnSpc>
                <a:spcPct val="90000"/>
              </a:lnSpc>
            </a:pPr>
            <a:r>
              <a:rPr b="0" lang="de-DE" sz="3600" strike="noStrike" u="none">
                <a:solidFill>
                  <a:schemeClr val="dk1"/>
                </a:solidFill>
                <a:effectLst/>
                <a:uFillTx/>
                <a:latin typeface="Aptos Display"/>
              </a:rPr>
              <a:t>Zerlegung beider Faktoren</a:t>
            </a:r>
            <a:endParaRPr b="0" lang="de-DE" sz="3600" strike="noStrike" u="none">
              <a:solidFill>
                <a:srgbClr val="000000"/>
              </a:solidFill>
              <a:effectLst/>
              <a:uFillTx/>
              <a:latin typeface="Arial"/>
            </a:endParaRPr>
          </a:p>
        </p:txBody>
      </p:sp>
      <p:sp>
        <p:nvSpPr>
          <p:cNvPr id="311" name="Abgerundete rechteckige Legende 8"/>
          <p:cNvSpPr/>
          <p:nvPr/>
        </p:nvSpPr>
        <p:spPr>
          <a:xfrm>
            <a:off x="2432880" y="5742000"/>
            <a:ext cx="2916360" cy="762480"/>
          </a:xfrm>
          <a:prstGeom prst="wedgeRoundRectCallout">
            <a:avLst>
              <a:gd name="adj1" fmla="val -32823"/>
              <a:gd name="adj2" fmla="val -60701"/>
              <a:gd name="adj3" fmla="val 16667"/>
            </a:avLst>
          </a:prstGeom>
          <a:noFill/>
          <a:ln w="19080">
            <a:solidFill>
              <a:schemeClr val="accent1"/>
            </a:solidFill>
            <a:miter/>
          </a:ln>
        </p:spPr>
        <p:style>
          <a:lnRef idx="0"/>
          <a:fillRef idx="0"/>
          <a:effectRef idx="0"/>
          <a:fontRef idx="minor"/>
        </p:style>
        <p:txBody>
          <a:bodyPr lIns="90000" rIns="90000" tIns="45000" bIns="45000" anchor="ctr">
            <a:noAutofit/>
          </a:bodyPr>
          <a:p>
            <a:pPr algn="ctr" defTabSz="914400">
              <a:lnSpc>
                <a:spcPct val="100000"/>
              </a:lnSpc>
            </a:pPr>
            <a:r>
              <a:rPr b="0" lang="de-DE" sz="1600" strike="noStrike" u="none">
                <a:solidFill>
                  <a:schemeClr val="dk1"/>
                </a:solidFill>
                <a:effectLst/>
                <a:uFillTx/>
                <a:latin typeface="Aptos"/>
              </a:rPr>
              <a:t>Ich sehe fünf 10er und fünf 2er und zwei 10er und zwei 2er .</a:t>
            </a:r>
            <a:endParaRPr b="0" lang="de-DE" sz="1600" strike="noStrike" u="none">
              <a:solidFill>
                <a:srgbClr val="000000"/>
              </a:solidFill>
              <a:effectLst/>
              <a:uFillTx/>
              <a:latin typeface="Arial"/>
            </a:endParaRPr>
          </a:p>
        </p:txBody>
      </p:sp>
      <p:sp>
        <p:nvSpPr>
          <p:cNvPr id="312" name="Abgerundete rechteckige Legende 9"/>
          <p:cNvSpPr/>
          <p:nvPr/>
        </p:nvSpPr>
        <p:spPr>
          <a:xfrm>
            <a:off x="6712560" y="5493960"/>
            <a:ext cx="3271680" cy="762480"/>
          </a:xfrm>
          <a:prstGeom prst="wedgeRoundRectCallout">
            <a:avLst>
              <a:gd name="adj1" fmla="val -21551"/>
              <a:gd name="adj2" fmla="val 79376"/>
              <a:gd name="adj3" fmla="val 16667"/>
            </a:avLst>
          </a:prstGeom>
          <a:noFill/>
          <a:ln w="19080">
            <a:solidFill>
              <a:schemeClr val="accent1"/>
            </a:solidFill>
            <a:miter/>
          </a:ln>
        </p:spPr>
        <p:style>
          <a:lnRef idx="0"/>
          <a:fillRef idx="0"/>
          <a:effectRef idx="0"/>
          <a:fontRef idx="minor"/>
        </p:style>
        <p:txBody>
          <a:bodyPr lIns="90000" rIns="90000" tIns="45000" bIns="45000" anchor="ctr">
            <a:noAutofit/>
          </a:bodyPr>
          <a:p>
            <a:pPr algn="ctr" defTabSz="914400">
              <a:lnSpc>
                <a:spcPct val="100000"/>
              </a:lnSpc>
            </a:pPr>
            <a:r>
              <a:rPr b="0" lang="de-DE" sz="1600" strike="noStrike" u="none">
                <a:solidFill>
                  <a:schemeClr val="dk1"/>
                </a:solidFill>
                <a:effectLst/>
                <a:uFillTx/>
                <a:latin typeface="Aptos"/>
              </a:rPr>
              <a:t>Ich sehe eine 50er-Gruppe und eine 10er-Gruppe und eine 20er-Gruppe und eine 4er-Gruppe.</a:t>
            </a:r>
            <a:endParaRPr b="0" lang="de-DE" sz="1600" strike="noStrike" u="none">
              <a:solidFill>
                <a:srgbClr val="000000"/>
              </a:solidFill>
              <a:effectLst/>
              <a:uFillTx/>
              <a:latin typeface="Arial"/>
            </a:endParaRPr>
          </a:p>
        </p:txBody>
      </p:sp>
      <p:sp>
        <p:nvSpPr>
          <p:cNvPr id="313" name="Rechteck 3"/>
          <p:cNvSpPr/>
          <p:nvPr/>
        </p:nvSpPr>
        <p:spPr>
          <a:xfrm>
            <a:off x="464400" y="4656960"/>
            <a:ext cx="348120" cy="35712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314" name="Rechteck 5"/>
          <p:cNvSpPr/>
          <p:nvPr/>
        </p:nvSpPr>
        <p:spPr>
          <a:xfrm>
            <a:off x="812880" y="4656960"/>
            <a:ext cx="348120" cy="35712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315" name="Rechteck 7"/>
          <p:cNvSpPr/>
          <p:nvPr/>
        </p:nvSpPr>
        <p:spPr>
          <a:xfrm>
            <a:off x="1161720" y="4656960"/>
            <a:ext cx="348120" cy="35712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316" name="Rechteck 10"/>
          <p:cNvSpPr/>
          <p:nvPr/>
        </p:nvSpPr>
        <p:spPr>
          <a:xfrm>
            <a:off x="1510200" y="4656960"/>
            <a:ext cx="348120" cy="35712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317" name="Rechteck 11"/>
          <p:cNvSpPr/>
          <p:nvPr/>
        </p:nvSpPr>
        <p:spPr>
          <a:xfrm>
            <a:off x="1858680" y="4656960"/>
            <a:ext cx="348120" cy="35712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318" name="Rechteck 12"/>
          <p:cNvSpPr/>
          <p:nvPr/>
        </p:nvSpPr>
        <p:spPr>
          <a:xfrm>
            <a:off x="2207520" y="4656960"/>
            <a:ext cx="348120" cy="35712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319" name="Rechteck 38"/>
          <p:cNvSpPr/>
          <p:nvPr/>
        </p:nvSpPr>
        <p:spPr>
          <a:xfrm>
            <a:off x="2556000" y="4656960"/>
            <a:ext cx="348120" cy="35712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320" name="Rechteck 40"/>
          <p:cNvSpPr/>
          <p:nvPr/>
        </p:nvSpPr>
        <p:spPr>
          <a:xfrm>
            <a:off x="2916720" y="4656960"/>
            <a:ext cx="348120" cy="35712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321" name="Rechteck 41"/>
          <p:cNvSpPr/>
          <p:nvPr/>
        </p:nvSpPr>
        <p:spPr>
          <a:xfrm>
            <a:off x="3277440" y="4656960"/>
            <a:ext cx="348120" cy="35712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322" name="Rechteck 42"/>
          <p:cNvSpPr/>
          <p:nvPr/>
        </p:nvSpPr>
        <p:spPr>
          <a:xfrm>
            <a:off x="3638160" y="4656960"/>
            <a:ext cx="348120" cy="35712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323" name="Rechteck 43"/>
          <p:cNvSpPr/>
          <p:nvPr/>
        </p:nvSpPr>
        <p:spPr>
          <a:xfrm>
            <a:off x="464400" y="5181120"/>
            <a:ext cx="348120" cy="35712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324" name="Rechteck 44"/>
          <p:cNvSpPr/>
          <p:nvPr/>
        </p:nvSpPr>
        <p:spPr>
          <a:xfrm>
            <a:off x="812880" y="5181120"/>
            <a:ext cx="348120" cy="35712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325" name="Rechteck 45"/>
          <p:cNvSpPr/>
          <p:nvPr/>
        </p:nvSpPr>
        <p:spPr>
          <a:xfrm>
            <a:off x="1161720" y="5181120"/>
            <a:ext cx="348120" cy="35712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326" name="Rechteck 46"/>
          <p:cNvSpPr/>
          <p:nvPr/>
        </p:nvSpPr>
        <p:spPr>
          <a:xfrm>
            <a:off x="1510200" y="5181120"/>
            <a:ext cx="348120" cy="35712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327" name="Rechteck 47"/>
          <p:cNvSpPr/>
          <p:nvPr/>
        </p:nvSpPr>
        <p:spPr>
          <a:xfrm>
            <a:off x="1858680" y="5181120"/>
            <a:ext cx="348120" cy="35712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328" name="Rechteck 48"/>
          <p:cNvSpPr/>
          <p:nvPr/>
        </p:nvSpPr>
        <p:spPr>
          <a:xfrm>
            <a:off x="2207520" y="5181120"/>
            <a:ext cx="348120" cy="35712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329" name="Rechteck 49"/>
          <p:cNvSpPr/>
          <p:nvPr/>
        </p:nvSpPr>
        <p:spPr>
          <a:xfrm>
            <a:off x="2556000" y="5181120"/>
            <a:ext cx="348120" cy="35712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330" name="Rechteck 50"/>
          <p:cNvSpPr/>
          <p:nvPr/>
        </p:nvSpPr>
        <p:spPr>
          <a:xfrm>
            <a:off x="2904480" y="5181120"/>
            <a:ext cx="348120" cy="35712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331" name="Rechteck 51"/>
          <p:cNvSpPr/>
          <p:nvPr/>
        </p:nvSpPr>
        <p:spPr>
          <a:xfrm>
            <a:off x="3271320" y="5181120"/>
            <a:ext cx="348120" cy="35712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332" name="Rechteck 52"/>
          <p:cNvSpPr/>
          <p:nvPr/>
        </p:nvSpPr>
        <p:spPr>
          <a:xfrm>
            <a:off x="3638160" y="5181120"/>
            <a:ext cx="348120" cy="357120"/>
          </a:xfrm>
          <a:prstGeom prst="rect">
            <a:avLst/>
          </a:prstGeom>
          <a:solidFill>
            <a:schemeClr val="accent6"/>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333" name="Rechteck 53"/>
          <p:cNvSpPr/>
          <p:nvPr/>
        </p:nvSpPr>
        <p:spPr>
          <a:xfrm>
            <a:off x="4338720" y="4666680"/>
            <a:ext cx="348120" cy="357120"/>
          </a:xfrm>
          <a:prstGeom prst="rect">
            <a:avLst/>
          </a:prstGeom>
          <a:solidFill>
            <a:srgbClr val="ffff00"/>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334" name="Rechteck 54"/>
          <p:cNvSpPr/>
          <p:nvPr/>
        </p:nvSpPr>
        <p:spPr>
          <a:xfrm>
            <a:off x="4699440" y="4667040"/>
            <a:ext cx="348120" cy="357120"/>
          </a:xfrm>
          <a:prstGeom prst="rect">
            <a:avLst/>
          </a:prstGeom>
          <a:solidFill>
            <a:srgbClr val="ffff00"/>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335" name="Rechteck 55"/>
          <p:cNvSpPr/>
          <p:nvPr/>
        </p:nvSpPr>
        <p:spPr>
          <a:xfrm>
            <a:off x="4338720" y="5181120"/>
            <a:ext cx="348120" cy="357120"/>
          </a:xfrm>
          <a:prstGeom prst="rect">
            <a:avLst/>
          </a:prstGeom>
          <a:solidFill>
            <a:srgbClr val="ffff00"/>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336" name="Rechteck 56"/>
          <p:cNvSpPr/>
          <p:nvPr/>
        </p:nvSpPr>
        <p:spPr>
          <a:xfrm>
            <a:off x="4699440" y="5181120"/>
            <a:ext cx="348120" cy="357120"/>
          </a:xfrm>
          <a:prstGeom prst="rect">
            <a:avLst/>
          </a:prstGeom>
          <a:solidFill>
            <a:srgbClr val="ffff00"/>
          </a:solidFill>
          <a:ln w="324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
        <p:nvSpPr>
          <p:cNvPr id="337" name="Textfeld 58"/>
          <p:cNvSpPr/>
          <p:nvPr/>
        </p:nvSpPr>
        <p:spPr>
          <a:xfrm>
            <a:off x="130680" y="6135480"/>
            <a:ext cx="2410200" cy="63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de-DE" sz="1800" strike="noStrike" u="none">
                <a:solidFill>
                  <a:schemeClr val="dk1"/>
                </a:solidFill>
                <a:effectLst/>
                <a:uFillTx/>
                <a:latin typeface="Aptos"/>
              </a:rPr>
              <a:t>3 * 12 + 2 * 12 + 2 * 12</a:t>
            </a:r>
            <a:endParaRPr b="0" lang="de-DE" sz="1800" strike="noStrike" u="none">
              <a:solidFill>
                <a:srgbClr val="000000"/>
              </a:solidFill>
              <a:effectLst/>
              <a:uFillTx/>
              <a:latin typeface="Arial"/>
            </a:endParaRPr>
          </a:p>
        </p:txBody>
      </p:sp>
      <p:sp>
        <p:nvSpPr>
          <p:cNvPr id="338" name=""/>
          <p:cNvSpPr/>
          <p:nvPr/>
        </p:nvSpPr>
        <p:spPr>
          <a:xfrm>
            <a:off x="7200000" y="2700000"/>
            <a:ext cx="2510640" cy="2371680"/>
          </a:xfrm>
          <a:prstGeom prst="smileyFace">
            <a:avLst>
              <a:gd name="adj" fmla="val 9282"/>
            </a:avLst>
          </a:prstGeom>
          <a:solidFill>
            <a:srgbClr val="ffffd7"/>
          </a:solidFill>
          <a:ln w="0">
            <a:solidFill>
              <a:srgbClr val="3465a4"/>
            </a:solidFill>
          </a:ln>
        </p:spPr>
        <p:style>
          <a:lnRef idx="0"/>
          <a:fillRef idx="0"/>
          <a:effectRef idx="0"/>
          <a:fontRef idx="minor"/>
        </p:style>
        <p:txBody>
          <a:bodyPr lIns="90000" rIns="90000" tIns="45000" bIns="45000" anchor="ctr">
            <a:noAutofit/>
          </a:bodyPr>
          <a:p>
            <a:endParaRPr b="0" lang="de-DE" sz="1800" strike="noStrike" u="none">
              <a:solidFill>
                <a:srgbClr val="000000"/>
              </a:solidFill>
              <a:effectLst/>
              <a:uFillTx/>
              <a:latin typeface="Arial"/>
            </a:endParaRPr>
          </a:p>
        </p:txBody>
      </p:sp>
      <p:sp>
        <p:nvSpPr>
          <p:cNvPr id="339" name=""/>
          <p:cNvSpPr/>
          <p:nvPr/>
        </p:nvSpPr>
        <p:spPr>
          <a:xfrm>
            <a:off x="1510200" y="2488320"/>
            <a:ext cx="2510640" cy="2371680"/>
          </a:xfrm>
          <a:prstGeom prst="smileyFace">
            <a:avLst>
              <a:gd name="adj" fmla="val 9282"/>
            </a:avLst>
          </a:prstGeom>
          <a:solidFill>
            <a:srgbClr val="ffffd7"/>
          </a:solidFill>
          <a:ln w="0">
            <a:solidFill>
              <a:srgbClr val="3465a4"/>
            </a:solidFill>
          </a:ln>
        </p:spPr>
        <p:style>
          <a:lnRef idx="0"/>
          <a:fillRef idx="0"/>
          <a:effectRef idx="0"/>
          <a:fontRef idx="minor"/>
        </p:style>
        <p:txBody>
          <a:bodyPr lIns="90000" rIns="90000" tIns="45000" bIns="45000" anchor="ctr">
            <a:noAutofit/>
          </a:bodyPr>
          <a:p>
            <a:endParaRPr b="0" lang="de-DE"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Titel 1"/>
          <p:cNvSpPr/>
          <p:nvPr/>
        </p:nvSpPr>
        <p:spPr>
          <a:xfrm>
            <a:off x="178920" y="163080"/>
            <a:ext cx="10515240" cy="644760"/>
          </a:xfrm>
          <a:prstGeom prst="rect">
            <a:avLst/>
          </a:prstGeom>
          <a:noFill/>
          <a:ln w="0">
            <a:noFill/>
          </a:ln>
        </p:spPr>
        <p:style>
          <a:lnRef idx="0"/>
          <a:fillRef idx="0"/>
          <a:effectRef idx="0"/>
          <a:fontRef idx="minor"/>
        </p:style>
        <p:txBody>
          <a:bodyPr anchor="ctr">
            <a:normAutofit/>
          </a:bodyPr>
          <a:p>
            <a:pPr defTabSz="914400">
              <a:lnSpc>
                <a:spcPct val="90000"/>
              </a:lnSpc>
            </a:pPr>
            <a:r>
              <a:rPr b="0" lang="de-DE" sz="3600" strike="noStrike" u="none">
                <a:solidFill>
                  <a:schemeClr val="dk1"/>
                </a:solidFill>
                <a:effectLst/>
                <a:uFillTx/>
                <a:latin typeface="Aptos Display"/>
              </a:rPr>
              <a:t>Wünschenswerte Features</a:t>
            </a:r>
            <a:endParaRPr b="0" lang="de-DE" sz="3600" strike="noStrike" u="none">
              <a:solidFill>
                <a:srgbClr val="000000"/>
              </a:solidFill>
              <a:effectLst/>
              <a:uFillTx/>
              <a:latin typeface="Arial"/>
            </a:endParaRPr>
          </a:p>
        </p:txBody>
      </p:sp>
      <p:sp>
        <p:nvSpPr>
          <p:cNvPr id="341" name="Inhaltsplatzhalter 2"/>
          <p:cNvSpPr/>
          <p:nvPr/>
        </p:nvSpPr>
        <p:spPr>
          <a:xfrm>
            <a:off x="263880" y="1253160"/>
            <a:ext cx="11686680" cy="4350960"/>
          </a:xfrm>
          <a:prstGeom prst="rect">
            <a:avLst/>
          </a:prstGeom>
          <a:noFill/>
          <a:ln w="0">
            <a:noFill/>
          </a:ln>
        </p:spPr>
        <p:style>
          <a:lnRef idx="0"/>
          <a:fillRef idx="0"/>
          <a:effectRef idx="0"/>
          <a:fontRef idx="minor"/>
        </p:style>
        <p:txBody>
          <a:bodyPr lIns="90000" rIns="90000" tIns="45000" bIns="45000" anchor="t">
            <a:noAutofit/>
          </a:bodyPr>
          <a:p>
            <a:pPr marL="228600" indent="-228600" defTabSz="914400">
              <a:lnSpc>
                <a:spcPct val="90000"/>
              </a:lnSpc>
              <a:spcBef>
                <a:spcPts val="1001"/>
              </a:spcBef>
              <a:buClr>
                <a:srgbClr val="000000"/>
              </a:buClr>
              <a:buFont typeface="Arial"/>
              <a:buChar char="•"/>
            </a:pPr>
            <a:r>
              <a:rPr b="0" lang="de-DE" sz="2400" strike="noStrike" u="none">
                <a:solidFill>
                  <a:schemeClr val="dk1"/>
                </a:solidFill>
                <a:effectLst/>
                <a:uFillTx/>
                <a:latin typeface="Aptos"/>
              </a:rPr>
              <a:t>Stiftfunktion, um selbst Markierungen vorzunehmen?</a:t>
            </a:r>
            <a:endParaRPr b="0" lang="de-DE" sz="2400" strike="noStrike" u="none">
              <a:solidFill>
                <a:srgbClr val="000000"/>
              </a:solidFill>
              <a:effectLst/>
              <a:uFillTx/>
              <a:latin typeface="Arial"/>
            </a:endParaRPr>
          </a:p>
          <a:p>
            <a:pPr marL="228600" indent="-228600" defTabSz="914400">
              <a:lnSpc>
                <a:spcPct val="90000"/>
              </a:lnSpc>
              <a:spcBef>
                <a:spcPts val="1001"/>
              </a:spcBef>
              <a:buClr>
                <a:srgbClr val="000000"/>
              </a:buClr>
              <a:buFont typeface="Arial"/>
              <a:buChar char="•"/>
            </a:pPr>
            <a:r>
              <a:rPr b="0" lang="de-DE" sz="2400" strike="noStrike" u="none">
                <a:solidFill>
                  <a:schemeClr val="dk1"/>
                </a:solidFill>
                <a:effectLst/>
                <a:uFillTx/>
                <a:latin typeface="Aptos"/>
              </a:rPr>
              <a:t>Evtl. auch weitere Farben falls eine Zahl 3-teilig  zerlegt werden soll? Z.B. wenn ich 6*21 in 6*10+6*10+6*1 zerlege. Oder für Multiplikation von zwei zweistelligen Zahlen (23*15 zerlegt in 20 * (10 + 5) + 3 * (10 + 5) )</a:t>
            </a:r>
            <a:endParaRPr b="0" lang="de-DE" sz="2400" strike="noStrike" u="none">
              <a:solidFill>
                <a:srgbClr val="000000"/>
              </a:solidFill>
              <a:effectLst/>
              <a:uFillTx/>
              <a:latin typeface="Arial"/>
            </a:endParaRPr>
          </a:p>
          <a:p>
            <a:pPr marL="228600" indent="-228600" defTabSz="914400">
              <a:lnSpc>
                <a:spcPct val="90000"/>
              </a:lnSpc>
              <a:spcBef>
                <a:spcPts val="1001"/>
              </a:spcBef>
              <a:buClr>
                <a:srgbClr val="000000"/>
              </a:buClr>
              <a:buFont typeface="Arial"/>
              <a:buChar char="•"/>
            </a:pPr>
            <a:r>
              <a:rPr b="0" lang="de-DE" sz="2400" strike="noStrike" u="none">
                <a:solidFill>
                  <a:schemeClr val="dk1"/>
                </a:solidFill>
                <a:effectLst/>
                <a:uFillTx/>
                <a:latin typeface="Aptos"/>
              </a:rPr>
              <a:t>Einzelne Darstellungen innerhalb einer Darstellungsebe ausblenden können? Oder Hervorhebungen? Bsp: auf symbolischer Ebene sieht man nur 7*6 fokussiert (also (5+2)*6 und 5*6+2*6 sind nicht sichtbar)</a:t>
            </a:r>
            <a:endParaRPr b="0" lang="de-DE" sz="2400" strike="noStrike" u="none">
              <a:solidFill>
                <a:srgbClr val="000000"/>
              </a:solidFill>
              <a:effectLst/>
              <a:uFillTx/>
              <a:latin typeface="Arial"/>
            </a:endParaRPr>
          </a:p>
          <a:p>
            <a:pPr lvl="1" marL="685800" indent="-228600" defTabSz="914400">
              <a:lnSpc>
                <a:spcPct val="90000"/>
              </a:lnSpc>
              <a:spcBef>
                <a:spcPts val="499"/>
              </a:spcBef>
              <a:buClr>
                <a:srgbClr val="000000"/>
              </a:buClr>
              <a:buFont typeface="Arial"/>
              <a:buChar char="•"/>
            </a:pPr>
            <a:r>
              <a:rPr b="0" lang="de-DE" sz="2000" strike="noStrike" u="none">
                <a:solidFill>
                  <a:schemeClr val="dk1"/>
                </a:solidFill>
                <a:effectLst/>
                <a:uFillTx/>
                <a:latin typeface="Aptos"/>
              </a:rPr>
              <a:t> Einerseits, damit Lernende im Klassengespräch selbst andere Terme aufstellen, nicht direkt alles vorgegeben ist</a:t>
            </a:r>
            <a:endParaRPr b="0" lang="de-DE" sz="2000" strike="noStrike" u="none">
              <a:solidFill>
                <a:srgbClr val="000000"/>
              </a:solidFill>
              <a:effectLst/>
              <a:uFillTx/>
              <a:latin typeface="Arial"/>
            </a:endParaRPr>
          </a:p>
          <a:p>
            <a:pPr lvl="1" marL="685800" indent="-228600" defTabSz="914400">
              <a:lnSpc>
                <a:spcPct val="90000"/>
              </a:lnSpc>
              <a:spcBef>
                <a:spcPts val="499"/>
              </a:spcBef>
              <a:buClr>
                <a:srgbClr val="000000"/>
              </a:buClr>
              <a:buFont typeface="Arial"/>
              <a:buChar char="•"/>
            </a:pPr>
            <a:r>
              <a:rPr b="0" lang="de-DE" sz="2000" strike="noStrike" u="none">
                <a:solidFill>
                  <a:schemeClr val="dk1"/>
                </a:solidFill>
                <a:effectLst/>
                <a:uFillTx/>
                <a:latin typeface="Aptos"/>
              </a:rPr>
              <a:t>Je nach Veränderungen würde dann nur ein Term am besten passen</a:t>
            </a:r>
            <a:endParaRPr b="0" lang="de-DE" sz="2000" strike="noStrike" u="none">
              <a:solidFill>
                <a:srgbClr val="000000"/>
              </a:solidFill>
              <a:effectLst/>
              <a:uFillTx/>
              <a:latin typeface="Arial"/>
            </a:endParaRPr>
          </a:p>
          <a:p>
            <a:pPr defTabSz="914400">
              <a:lnSpc>
                <a:spcPct val="90000"/>
              </a:lnSpc>
              <a:spcBef>
                <a:spcPts val="499"/>
              </a:spcBef>
            </a:pPr>
            <a:endParaRPr b="0" lang="de-DE" sz="2000" strike="noStrike" u="none">
              <a:solidFill>
                <a:srgbClr val="000000"/>
              </a:solidFill>
              <a:effectLst/>
              <a:uFillTx/>
              <a:latin typeface="Arial"/>
            </a:endParaRPr>
          </a:p>
          <a:p>
            <a:pPr defTabSz="914400">
              <a:lnSpc>
                <a:spcPct val="90000"/>
              </a:lnSpc>
              <a:spcBef>
                <a:spcPts val="1001"/>
              </a:spcBef>
            </a:pPr>
            <a:endParaRPr b="0" lang="de-DE" sz="2400" strike="noStrike" u="none">
              <a:solidFill>
                <a:srgbClr val="000000"/>
              </a:solidFill>
              <a:effectLst/>
              <a:uFillTx/>
              <a:latin typeface="Arial"/>
            </a:endParaRPr>
          </a:p>
          <a:p>
            <a:pPr defTabSz="914400">
              <a:lnSpc>
                <a:spcPct val="90000"/>
              </a:lnSpc>
              <a:spcBef>
                <a:spcPts val="1001"/>
              </a:spcBef>
            </a:pPr>
            <a:endParaRPr b="0" lang="de-DE" sz="2400" strike="noStrike" u="none">
              <a:solidFill>
                <a:srgbClr val="000000"/>
              </a:solidFill>
              <a:effectLst/>
              <a:uFillTx/>
              <a:latin typeface="Arial"/>
            </a:endParaRPr>
          </a:p>
          <a:p>
            <a:pPr defTabSz="914400">
              <a:lnSpc>
                <a:spcPct val="90000"/>
              </a:lnSpc>
              <a:spcBef>
                <a:spcPts val="1001"/>
              </a:spcBef>
            </a:pPr>
            <a:endParaRPr b="0" lang="de-DE" sz="2400" strike="noStrike" u="none">
              <a:solidFill>
                <a:srgbClr val="000000"/>
              </a:solidFill>
              <a:effectLst/>
              <a:uFillTx/>
              <a:latin typeface="Arial"/>
            </a:endParaRPr>
          </a:p>
          <a:p>
            <a:pPr defTabSz="914400">
              <a:lnSpc>
                <a:spcPct val="90000"/>
              </a:lnSpc>
              <a:spcBef>
                <a:spcPts val="1001"/>
              </a:spcBef>
            </a:pPr>
            <a:endParaRPr b="0" lang="de-DE" sz="2400" strike="noStrike" u="none">
              <a:solidFill>
                <a:srgbClr val="000000"/>
              </a:solidFill>
              <a:effectLst/>
              <a:uFillTx/>
              <a:latin typeface="Arial"/>
            </a:endParaRPr>
          </a:p>
          <a:p>
            <a:pPr defTabSz="914400">
              <a:lnSpc>
                <a:spcPct val="90000"/>
              </a:lnSpc>
              <a:spcBef>
                <a:spcPts val="1001"/>
              </a:spcBef>
            </a:pPr>
            <a:endParaRPr b="0" lang="de-DE"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Titel 1"/>
          <p:cNvSpPr/>
          <p:nvPr/>
        </p:nvSpPr>
        <p:spPr>
          <a:xfrm>
            <a:off x="178920" y="163080"/>
            <a:ext cx="10515240" cy="644760"/>
          </a:xfrm>
          <a:prstGeom prst="rect">
            <a:avLst/>
          </a:prstGeom>
          <a:noFill/>
          <a:ln w="0">
            <a:noFill/>
          </a:ln>
        </p:spPr>
        <p:style>
          <a:lnRef idx="0"/>
          <a:fillRef idx="0"/>
          <a:effectRef idx="0"/>
          <a:fontRef idx="minor"/>
        </p:style>
        <p:txBody>
          <a:bodyPr anchor="ctr">
            <a:normAutofit/>
          </a:bodyPr>
          <a:p>
            <a:pPr defTabSz="914400">
              <a:lnSpc>
                <a:spcPct val="90000"/>
              </a:lnSpc>
            </a:pPr>
            <a:r>
              <a:rPr b="0" lang="de-DE" sz="3600" strike="noStrike" u="none">
                <a:solidFill>
                  <a:schemeClr val="dk1"/>
                </a:solidFill>
                <a:effectLst/>
                <a:uFillTx/>
                <a:latin typeface="Aptos Display"/>
              </a:rPr>
              <a:t>Technik</a:t>
            </a:r>
            <a:endParaRPr b="0" lang="de-DE" sz="3600" strike="noStrike" u="none">
              <a:solidFill>
                <a:srgbClr val="000000"/>
              </a:solidFill>
              <a:effectLst/>
              <a:uFillTx/>
              <a:latin typeface="Arial"/>
            </a:endParaRPr>
          </a:p>
        </p:txBody>
      </p:sp>
      <p:sp>
        <p:nvSpPr>
          <p:cNvPr id="343" name="Inhaltsplatzhalter 2"/>
          <p:cNvSpPr/>
          <p:nvPr/>
        </p:nvSpPr>
        <p:spPr>
          <a:xfrm>
            <a:off x="365760" y="1359720"/>
            <a:ext cx="10515240" cy="4350960"/>
          </a:xfrm>
          <a:prstGeom prst="rect">
            <a:avLst/>
          </a:prstGeom>
          <a:noFill/>
          <a:ln w="0">
            <a:noFill/>
          </a:ln>
        </p:spPr>
        <p:style>
          <a:lnRef idx="0"/>
          <a:fillRef idx="0"/>
          <a:effectRef idx="0"/>
          <a:fontRef idx="minor"/>
        </p:style>
        <p:txBody>
          <a:bodyPr lIns="90000" rIns="90000" tIns="45000" bIns="45000" anchor="t">
            <a:noAutofit/>
          </a:bodyPr>
          <a:p>
            <a:pPr marL="228600" indent="-228600" defTabSz="914400">
              <a:lnSpc>
                <a:spcPct val="90000"/>
              </a:lnSpc>
              <a:spcBef>
                <a:spcPts val="1001"/>
              </a:spcBef>
              <a:buClr>
                <a:srgbClr val="000000"/>
              </a:buClr>
              <a:buFont typeface="Arial"/>
              <a:buChar char="•"/>
            </a:pPr>
            <a:r>
              <a:rPr b="0" lang="de-DE" sz="2400" strike="noStrike" u="none">
                <a:solidFill>
                  <a:schemeClr val="dk1"/>
                </a:solidFill>
                <a:effectLst/>
                <a:uFillTx/>
                <a:latin typeface="Aptos"/>
              </a:rPr>
              <a:t>Die Zerlegungsfunktion ist aktuell nicht intuitiv, lieber aktives Zerschneiden (z.B. mit dem Finger Linie ziehen) wie in divomath </a:t>
            </a:r>
            <a:endParaRPr b="0" lang="de-DE" sz="2400" strike="noStrike" u="none">
              <a:solidFill>
                <a:srgbClr val="000000"/>
              </a:solidFill>
              <a:effectLst/>
              <a:uFillTx/>
              <a:latin typeface="Arial"/>
            </a:endParaRPr>
          </a:p>
          <a:p>
            <a:pPr marL="228600" indent="-228600" defTabSz="914400">
              <a:lnSpc>
                <a:spcPct val="90000"/>
              </a:lnSpc>
              <a:spcBef>
                <a:spcPts val="1001"/>
              </a:spcBef>
              <a:buClr>
                <a:srgbClr val="000000"/>
              </a:buClr>
              <a:buFont typeface="Arial"/>
              <a:buChar char="•"/>
            </a:pPr>
            <a:r>
              <a:rPr b="0" lang="de-DE" sz="2400" strike="noStrike" u="none">
                <a:solidFill>
                  <a:schemeClr val="dk1"/>
                </a:solidFill>
                <a:effectLst/>
                <a:uFillTx/>
                <a:latin typeface="Aptos"/>
              </a:rPr>
              <a:t>Markierung der Reihen (Quadrate formieren sich zu horizontalen Reihen) auch nicht intuitiv</a:t>
            </a:r>
            <a:endParaRPr b="0" lang="de-DE" sz="2400" strike="noStrike" u="none">
              <a:solidFill>
                <a:srgbClr val="000000"/>
              </a:solidFill>
              <a:effectLst/>
              <a:uFillTx/>
              <a:latin typeface="Arial"/>
            </a:endParaRPr>
          </a:p>
          <a:p>
            <a:pPr marL="228600" indent="-228600" defTabSz="914400">
              <a:lnSpc>
                <a:spcPct val="90000"/>
              </a:lnSpc>
              <a:spcBef>
                <a:spcPts val="1001"/>
              </a:spcBef>
              <a:buClr>
                <a:srgbClr val="000000"/>
              </a:buClr>
              <a:buFont typeface="Arial"/>
              <a:buChar char="•"/>
            </a:pPr>
            <a:r>
              <a:rPr b="0" lang="de-DE" sz="2400" strike="noStrike" u="none">
                <a:solidFill>
                  <a:schemeClr val="dk1"/>
                </a:solidFill>
                <a:effectLst/>
                <a:uFillTx/>
                <a:latin typeface="Aptos"/>
              </a:rPr>
              <a:t>Funktion der Markierung der Spalten bräuchten wir nicht mehr</a:t>
            </a:r>
            <a:endParaRPr b="0" lang="de-DE" sz="2400" strike="noStrike" u="none">
              <a:solidFill>
                <a:srgbClr val="000000"/>
              </a:solidFill>
              <a:effectLst/>
              <a:uFillTx/>
              <a:latin typeface="Arial"/>
            </a:endParaRPr>
          </a:p>
          <a:p>
            <a:pPr defTabSz="914400">
              <a:lnSpc>
                <a:spcPct val="90000"/>
              </a:lnSpc>
              <a:spcBef>
                <a:spcPts val="1001"/>
              </a:spcBef>
            </a:pPr>
            <a:endParaRPr b="0" lang="de-DE" sz="2400" strike="noStrike" u="none">
              <a:solidFill>
                <a:srgbClr val="000000"/>
              </a:solidFill>
              <a:effectLst/>
              <a:uFillTx/>
              <a:latin typeface="Arial"/>
            </a:endParaRPr>
          </a:p>
          <a:p>
            <a:pPr defTabSz="914400">
              <a:lnSpc>
                <a:spcPct val="90000"/>
              </a:lnSpc>
              <a:spcBef>
                <a:spcPts val="1001"/>
              </a:spcBef>
            </a:pPr>
            <a:endParaRPr b="0" lang="de-DE"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Titel 1"/>
          <p:cNvSpPr/>
          <p:nvPr/>
        </p:nvSpPr>
        <p:spPr>
          <a:xfrm>
            <a:off x="178920" y="163080"/>
            <a:ext cx="10515240" cy="644760"/>
          </a:xfrm>
          <a:prstGeom prst="rect">
            <a:avLst/>
          </a:prstGeom>
          <a:noFill/>
          <a:ln w="0">
            <a:noFill/>
          </a:ln>
        </p:spPr>
        <p:style>
          <a:lnRef idx="0"/>
          <a:fillRef idx="0"/>
          <a:effectRef idx="0"/>
          <a:fontRef idx="minor"/>
        </p:style>
        <p:txBody>
          <a:bodyPr anchor="ctr">
            <a:normAutofit/>
          </a:bodyPr>
          <a:p>
            <a:pPr defTabSz="914400">
              <a:lnSpc>
                <a:spcPct val="90000"/>
              </a:lnSpc>
            </a:pPr>
            <a:r>
              <a:rPr b="0" lang="de-DE" sz="3600" strike="noStrike" u="none">
                <a:solidFill>
                  <a:schemeClr val="dk1"/>
                </a:solidFill>
                <a:effectLst/>
                <a:uFillTx/>
                <a:latin typeface="Aptos Display"/>
              </a:rPr>
              <a:t>Mögliche weitere Funktionen</a:t>
            </a:r>
            <a:endParaRPr b="0" lang="de-DE" sz="3600" strike="noStrike" u="none">
              <a:solidFill>
                <a:srgbClr val="000000"/>
              </a:solidFill>
              <a:effectLst/>
              <a:uFillTx/>
              <a:latin typeface="Arial"/>
            </a:endParaRPr>
          </a:p>
        </p:txBody>
      </p:sp>
      <p:sp>
        <p:nvSpPr>
          <p:cNvPr id="345" name="Textfeld 2"/>
          <p:cNvSpPr/>
          <p:nvPr/>
        </p:nvSpPr>
        <p:spPr>
          <a:xfrm>
            <a:off x="362520" y="1407600"/>
            <a:ext cx="7866720" cy="369000"/>
          </a:xfrm>
          <a:prstGeom prst="rect">
            <a:avLst/>
          </a:prstGeom>
          <a:blipFill rotWithShape="0">
            <a:blip r:embed="rId1"/>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de-DE" sz="1800" strike="noStrike" u="none">
                <a:solidFill>
                  <a:srgbClr val="ffffff">
                    <a:alpha val="1000"/>
                  </a:srgbClr>
                </a:solidFill>
                <a:effectLst/>
                <a:uFillTx/>
                <a:latin typeface="Aptos"/>
              </a:rPr>
              <a:t> </a:t>
            </a:r>
            <a:endParaRPr b="0" lang="de-DE" sz="1800" strike="noStrike" u="none">
              <a:solidFill>
                <a:srgbClr val="000000"/>
              </a:solidFill>
              <a:effectLst/>
              <a:uFillTx/>
              <a:latin typeface="Arial"/>
            </a:endParaRPr>
          </a:p>
        </p:txBody>
      </p:sp>
      <p:pic>
        <p:nvPicPr>
          <p:cNvPr id="346" name="Grafik 5" descr=""/>
          <p:cNvPicPr/>
          <p:nvPr/>
        </p:nvPicPr>
        <p:blipFill>
          <a:blip r:embed="rId2"/>
          <a:stretch/>
        </p:blipFill>
        <p:spPr>
          <a:xfrm>
            <a:off x="458280" y="2376720"/>
            <a:ext cx="3437280" cy="2845440"/>
          </a:xfrm>
          <a:prstGeom prst="rect">
            <a:avLst/>
          </a:prstGeom>
          <a:noFill/>
          <a:ln w="0">
            <a:noFill/>
          </a:ln>
        </p:spPr>
      </p:pic>
      <p:pic>
        <p:nvPicPr>
          <p:cNvPr id="347" name="Grafik 7" descr=""/>
          <p:cNvPicPr/>
          <p:nvPr/>
        </p:nvPicPr>
        <p:blipFill>
          <a:blip r:embed="rId3"/>
          <a:stretch/>
        </p:blipFill>
        <p:spPr>
          <a:xfrm>
            <a:off x="6635160" y="2232360"/>
            <a:ext cx="2566800" cy="3134160"/>
          </a:xfrm>
          <a:prstGeom prst="rect">
            <a:avLst/>
          </a:prstGeom>
          <a:noFill/>
          <a:ln w="0">
            <a:noFill/>
          </a:ln>
        </p:spPr>
      </p:pic>
      <p:sp>
        <p:nvSpPr>
          <p:cNvPr id="348" name="Pfeil nach unten 8"/>
          <p:cNvSpPr/>
          <p:nvPr/>
        </p:nvSpPr>
        <p:spPr>
          <a:xfrm rot="16200000">
            <a:off x="4872240" y="3489120"/>
            <a:ext cx="537840" cy="829800"/>
          </a:xfrm>
          <a:prstGeom prst="downArrow">
            <a:avLst>
              <a:gd name="adj1" fmla="val 50000"/>
              <a:gd name="adj2" fmla="val 51781"/>
            </a:avLst>
          </a:prstGeom>
          <a:solidFill>
            <a:srgbClr val="cfdde1"/>
          </a:solidFill>
          <a:ln w="19080">
            <a:noFill/>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Aptos"/>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0.xml><?xml version="1.0" encoding="utf-8"?>
<a:theme xmlns:a="http://schemas.openxmlformats.org/drawingml/2006/main" xmlns:r="http://schemas.openxmlformats.org/officeDocument/2006/relationships" name="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1.xml><?xml version="1.0" encoding="utf-8"?>
<a:theme xmlns:a="http://schemas.openxmlformats.org/drawingml/2006/main" xmlns:r="http://schemas.openxmlformats.org/officeDocument/2006/relationships" name="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63</TotalTime>
  <Application>LibreOffice/25.2.6.2$Linux_X86_64 LibreOffice_project/520$Build-2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2025-04-29T05:48:40Z</dcterms:created>
  <dc:creator>Lena 2727</dc:creator>
  <dc:description/>
  <dc:language>de-DE</dc:language>
  <cp:lastModifiedBy>Marcus Röhming</cp:lastModifiedBy>
  <dcterms:modified xsi:type="dcterms:W3CDTF">2025-09-19T20:38:20Z</dcterms:modified>
  <cp:revision>27</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3</vt:r8>
  </property>
  <property fmtid="{D5CDD505-2E9C-101B-9397-08002B2CF9AE}" pid="3" name="PresentationFormat">
    <vt:lpwstr>Breitbild</vt:lpwstr>
  </property>
  <property fmtid="{D5CDD505-2E9C-101B-9397-08002B2CF9AE}" pid="4" name="Slides">
    <vt:r8>24</vt:r8>
  </property>
</Properties>
</file>