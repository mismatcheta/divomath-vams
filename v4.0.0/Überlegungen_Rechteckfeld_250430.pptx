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80" r:id="rId3"/>
    <p:sldId id="282" r:id="rId4"/>
    <p:sldId id="276" r:id="rId5"/>
    <p:sldId id="283" r:id="rId6"/>
    <p:sldId id="284" r:id="rId7"/>
    <p:sldId id="277" r:id="rId8"/>
    <p:sldId id="278" r:id="rId9"/>
    <p:sldId id="279" r:id="rId10"/>
    <p:sldId id="275" r:id="rId11"/>
    <p:sldId id="260" r:id="rId12"/>
    <p:sldId id="268" r:id="rId13"/>
    <p:sldId id="258" r:id="rId14"/>
    <p:sldId id="262" r:id="rId15"/>
    <p:sldId id="264" r:id="rId16"/>
    <p:sldId id="269" r:id="rId17"/>
    <p:sldId id="270" r:id="rId18"/>
    <p:sldId id="271" r:id="rId19"/>
    <p:sldId id="272" r:id="rId20"/>
    <p:sldId id="273" r:id="rId21"/>
    <p:sldId id="274" r:id="rId22"/>
    <p:sldId id="265" r:id="rId23"/>
    <p:sldId id="267" r:id="rId24"/>
    <p:sldId id="261"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EBEBEB"/>
    <a:srgbClr val="FFFFFF"/>
    <a:srgbClr val="E97132"/>
    <a:srgbClr val="156082"/>
    <a:srgbClr val="CFDD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08B7BB-3E7B-43CF-83DE-3B198F10B24D}" v="34" dt="2025-08-18T00:34:54.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80"/>
    <p:restoredTop sz="95803" autoAdjust="0"/>
  </p:normalViewPr>
  <p:slideViewPr>
    <p:cSldViewPr snapToGrid="0">
      <p:cViewPr varScale="1">
        <p:scale>
          <a:sx n="99" d="100"/>
          <a:sy n="99" d="100"/>
        </p:scale>
        <p:origin x="1206"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Roehming" userId="c33ed90f-6218-4529-85de-f886b629b2c1" providerId="ADAL" clId="{5E08B7BB-3E7B-43CF-83DE-3B198F10B24D}"/>
    <pc:docChg chg="undo custSel addSld delSld modSld sldOrd">
      <pc:chgData name="Marcus Roehming" userId="c33ed90f-6218-4529-85de-f886b629b2c1" providerId="ADAL" clId="{5E08B7BB-3E7B-43CF-83DE-3B198F10B24D}" dt="2025-08-18T00:36:24.157" v="2010" actId="6549"/>
      <pc:docMkLst>
        <pc:docMk/>
      </pc:docMkLst>
      <pc:sldChg chg="addSp delSp modSp add mod">
        <pc:chgData name="Marcus Roehming" userId="c33ed90f-6218-4529-85de-f886b629b2c1" providerId="ADAL" clId="{5E08B7BB-3E7B-43CF-83DE-3B198F10B24D}" dt="2025-08-18T00:09:36.250" v="1404" actId="1076"/>
        <pc:sldMkLst>
          <pc:docMk/>
          <pc:sldMk cId="1325576391" sldId="275"/>
        </pc:sldMkLst>
        <pc:spChg chg="add del mod ord">
          <ac:chgData name="Marcus Roehming" userId="c33ed90f-6218-4529-85de-f886b629b2c1" providerId="ADAL" clId="{5E08B7BB-3E7B-43CF-83DE-3B198F10B24D}" dt="2025-08-17T23:23:34.042" v="307" actId="478"/>
          <ac:spMkLst>
            <pc:docMk/>
            <pc:sldMk cId="1325576391" sldId="275"/>
            <ac:spMk id="14" creationId="{D56F1486-5C57-62ED-FE3D-9FFF256BB245}"/>
          </ac:spMkLst>
        </pc:spChg>
        <pc:spChg chg="add del mod">
          <ac:chgData name="Marcus Roehming" userId="c33ed90f-6218-4529-85de-f886b629b2c1" providerId="ADAL" clId="{5E08B7BB-3E7B-43CF-83DE-3B198F10B24D}" dt="2025-08-17T23:23:34.042" v="307" actId="478"/>
          <ac:spMkLst>
            <pc:docMk/>
            <pc:sldMk cId="1325576391" sldId="275"/>
            <ac:spMk id="15" creationId="{D1B3CD3B-A8E4-B8F4-1E60-1E529E20961A}"/>
          </ac:spMkLst>
        </pc:spChg>
        <pc:spChg chg="add del mod">
          <ac:chgData name="Marcus Roehming" userId="c33ed90f-6218-4529-85de-f886b629b2c1" providerId="ADAL" clId="{5E08B7BB-3E7B-43CF-83DE-3B198F10B24D}" dt="2025-08-17T23:23:34.042" v="307" actId="478"/>
          <ac:spMkLst>
            <pc:docMk/>
            <pc:sldMk cId="1325576391" sldId="275"/>
            <ac:spMk id="16" creationId="{EC0E88EF-6703-0F54-9CDD-B2873D23C8CF}"/>
          </ac:spMkLst>
        </pc:spChg>
        <pc:spChg chg="mod">
          <ac:chgData name="Marcus Roehming" userId="c33ed90f-6218-4529-85de-f886b629b2c1" providerId="ADAL" clId="{5E08B7BB-3E7B-43CF-83DE-3B198F10B24D}" dt="2025-08-17T23:26:08.780" v="436"/>
          <ac:spMkLst>
            <pc:docMk/>
            <pc:sldMk cId="1325576391" sldId="275"/>
            <ac:spMk id="18" creationId="{F97022B2-FE98-8A8E-FE5A-D4E97C979098}"/>
          </ac:spMkLst>
        </pc:spChg>
        <pc:spChg chg="mod">
          <ac:chgData name="Marcus Roehming" userId="c33ed90f-6218-4529-85de-f886b629b2c1" providerId="ADAL" clId="{5E08B7BB-3E7B-43CF-83DE-3B198F10B24D}" dt="2025-08-17T23:26:08.780" v="436"/>
          <ac:spMkLst>
            <pc:docMk/>
            <pc:sldMk cId="1325576391" sldId="275"/>
            <ac:spMk id="19" creationId="{DC44DC4A-D534-50ED-5ADB-ACA6718387A4}"/>
          </ac:spMkLst>
        </pc:spChg>
        <pc:spChg chg="mod">
          <ac:chgData name="Marcus Roehming" userId="c33ed90f-6218-4529-85de-f886b629b2c1" providerId="ADAL" clId="{5E08B7BB-3E7B-43CF-83DE-3B198F10B24D}" dt="2025-08-17T23:26:08.780" v="436"/>
          <ac:spMkLst>
            <pc:docMk/>
            <pc:sldMk cId="1325576391" sldId="275"/>
            <ac:spMk id="20" creationId="{2538F64A-E76C-A32A-AD26-C2B8D61D75FD}"/>
          </ac:spMkLst>
        </pc:spChg>
        <pc:spChg chg="mod">
          <ac:chgData name="Marcus Roehming" userId="c33ed90f-6218-4529-85de-f886b629b2c1" providerId="ADAL" clId="{5E08B7BB-3E7B-43CF-83DE-3B198F10B24D}" dt="2025-08-17T23:26:08.780" v="436"/>
          <ac:spMkLst>
            <pc:docMk/>
            <pc:sldMk cId="1325576391" sldId="275"/>
            <ac:spMk id="21" creationId="{5CB72193-DBE0-A3F2-42C0-F76DD28B6D73}"/>
          </ac:spMkLst>
        </pc:spChg>
        <pc:spChg chg="add del mod">
          <ac:chgData name="Marcus Roehming" userId="c33ed90f-6218-4529-85de-f886b629b2c1" providerId="ADAL" clId="{5E08B7BB-3E7B-43CF-83DE-3B198F10B24D}" dt="2025-08-17T23:43:23.110" v="950" actId="478"/>
          <ac:spMkLst>
            <pc:docMk/>
            <pc:sldMk cId="1325576391" sldId="275"/>
            <ac:spMk id="22" creationId="{6CAEAB57-65E8-0F29-687B-C9C6E84C91ED}"/>
          </ac:spMkLst>
        </pc:spChg>
        <pc:spChg chg="add del mod">
          <ac:chgData name="Marcus Roehming" userId="c33ed90f-6218-4529-85de-f886b629b2c1" providerId="ADAL" clId="{5E08B7BB-3E7B-43CF-83DE-3B198F10B24D}" dt="2025-08-17T23:49:04.218" v="1002" actId="478"/>
          <ac:spMkLst>
            <pc:docMk/>
            <pc:sldMk cId="1325576391" sldId="275"/>
            <ac:spMk id="23" creationId="{B2333F96-D819-8D73-890E-488695869C41}"/>
          </ac:spMkLst>
        </pc:spChg>
        <pc:spChg chg="mod">
          <ac:chgData name="Marcus Roehming" userId="c33ed90f-6218-4529-85de-f886b629b2c1" providerId="ADAL" clId="{5E08B7BB-3E7B-43CF-83DE-3B198F10B24D}" dt="2025-08-17T23:48:05.702" v="968" actId="14100"/>
          <ac:spMkLst>
            <pc:docMk/>
            <pc:sldMk cId="1325576391" sldId="275"/>
            <ac:spMk id="69" creationId="{474A09F1-9A48-A6FD-DDB7-1BBE0256E1FC}"/>
          </ac:spMkLst>
        </pc:spChg>
        <pc:spChg chg="mod">
          <ac:chgData name="Marcus Roehming" userId="c33ed90f-6218-4529-85de-f886b629b2c1" providerId="ADAL" clId="{5E08B7BB-3E7B-43CF-83DE-3B198F10B24D}" dt="2025-08-18T00:07:35.922" v="1307" actId="14100"/>
          <ac:spMkLst>
            <pc:docMk/>
            <pc:sldMk cId="1325576391" sldId="275"/>
            <ac:spMk id="70" creationId="{49C4BF54-7679-EDD4-F66B-81CC2AC57DB6}"/>
          </ac:spMkLst>
        </pc:spChg>
        <pc:spChg chg="del">
          <ac:chgData name="Marcus Roehming" userId="c33ed90f-6218-4529-85de-f886b629b2c1" providerId="ADAL" clId="{5E08B7BB-3E7B-43CF-83DE-3B198F10B24D}" dt="2025-08-18T00:09:23.360" v="1400" actId="478"/>
          <ac:spMkLst>
            <pc:docMk/>
            <pc:sldMk cId="1325576391" sldId="275"/>
            <ac:spMk id="89" creationId="{FB39662E-A1DA-C8F8-A946-100FCF54A09D}"/>
          </ac:spMkLst>
        </pc:spChg>
        <pc:grpChg chg="add del mod ord">
          <ac:chgData name="Marcus Roehming" userId="c33ed90f-6218-4529-85de-f886b629b2c1" providerId="ADAL" clId="{5E08B7BB-3E7B-43CF-83DE-3B198F10B24D}" dt="2025-08-17T23:27:14.358" v="448" actId="478"/>
          <ac:grpSpMkLst>
            <pc:docMk/>
            <pc:sldMk cId="1325576391" sldId="275"/>
            <ac:grpSpMk id="17" creationId="{B93AC9F1-A109-0065-067B-A70366727201}"/>
          </ac:grpSpMkLst>
        </pc:grpChg>
        <pc:grpChg chg="del">
          <ac:chgData name="Marcus Roehming" userId="c33ed90f-6218-4529-85de-f886b629b2c1" providerId="ADAL" clId="{5E08B7BB-3E7B-43CF-83DE-3B198F10B24D}" dt="2025-08-18T00:09:23.360" v="1400" actId="478"/>
          <ac:grpSpMkLst>
            <pc:docMk/>
            <pc:sldMk cId="1325576391" sldId="275"/>
            <ac:grpSpMk id="76" creationId="{C8F62047-493B-D3D3-5E03-5CED95E94A84}"/>
          </ac:grpSpMkLst>
        </pc:grpChg>
        <pc:grpChg chg="del">
          <ac:chgData name="Marcus Roehming" userId="c33ed90f-6218-4529-85de-f886b629b2c1" providerId="ADAL" clId="{5E08B7BB-3E7B-43CF-83DE-3B198F10B24D}" dt="2025-08-18T00:09:30.500" v="1402" actId="478"/>
          <ac:grpSpMkLst>
            <pc:docMk/>
            <pc:sldMk cId="1325576391" sldId="275"/>
            <ac:grpSpMk id="77" creationId="{72A98489-435E-62DA-2E69-D8C1B523A9F7}"/>
          </ac:grpSpMkLst>
        </pc:grpChg>
        <pc:picChg chg="add del mod">
          <ac:chgData name="Marcus Roehming" userId="c33ed90f-6218-4529-85de-f886b629b2c1" providerId="ADAL" clId="{5E08B7BB-3E7B-43CF-83DE-3B198F10B24D}" dt="2025-08-17T23:28:10.655" v="476" actId="478"/>
          <ac:picMkLst>
            <pc:docMk/>
            <pc:sldMk cId="1325576391" sldId="275"/>
            <ac:picMk id="11" creationId="{777D88B5-3BA5-E72D-E077-F5F81DCDB7AD}"/>
          </ac:picMkLst>
        </pc:picChg>
        <pc:picChg chg="add del mod">
          <ac:chgData name="Marcus Roehming" userId="c33ed90f-6218-4529-85de-f886b629b2c1" providerId="ADAL" clId="{5E08B7BB-3E7B-43CF-83DE-3B198F10B24D}" dt="2025-08-17T23:28:10.155" v="475" actId="478"/>
          <ac:picMkLst>
            <pc:docMk/>
            <pc:sldMk cId="1325576391" sldId="275"/>
            <ac:picMk id="13" creationId="{F3345C0E-9195-C597-3F16-0878EAD43E7C}"/>
          </ac:picMkLst>
        </pc:picChg>
        <pc:picChg chg="add del mod">
          <ac:chgData name="Marcus Roehming" userId="c33ed90f-6218-4529-85de-f886b629b2c1" providerId="ADAL" clId="{5E08B7BB-3E7B-43CF-83DE-3B198F10B24D}" dt="2025-08-18T00:09:23.360" v="1400" actId="478"/>
          <ac:picMkLst>
            <pc:docMk/>
            <pc:sldMk cId="1325576391" sldId="275"/>
            <ac:picMk id="57" creationId="{B7C0AAD5-2066-A0D4-7B7F-98919B72CB79}"/>
          </ac:picMkLst>
        </pc:picChg>
        <pc:picChg chg="mod">
          <ac:chgData name="Marcus Roehming" userId="c33ed90f-6218-4529-85de-f886b629b2c1" providerId="ADAL" clId="{5E08B7BB-3E7B-43CF-83DE-3B198F10B24D}" dt="2025-08-17T23:39:49.281" v="831" actId="1076"/>
          <ac:picMkLst>
            <pc:docMk/>
            <pc:sldMk cId="1325576391" sldId="275"/>
            <ac:picMk id="62" creationId="{A16C152F-75C3-74CD-C4AE-E387A8C44932}"/>
          </ac:picMkLst>
        </pc:picChg>
        <pc:picChg chg="mod">
          <ac:chgData name="Marcus Roehming" userId="c33ed90f-6218-4529-85de-f886b629b2c1" providerId="ADAL" clId="{5E08B7BB-3E7B-43CF-83DE-3B198F10B24D}" dt="2025-08-18T00:09:36.250" v="1404" actId="1076"/>
          <ac:picMkLst>
            <pc:docMk/>
            <pc:sldMk cId="1325576391" sldId="275"/>
            <ac:picMk id="64" creationId="{B2ECC7F8-1B43-E57D-8A23-64820541F50E}"/>
          </ac:picMkLst>
        </pc:picChg>
        <pc:picChg chg="del mod">
          <ac:chgData name="Marcus Roehming" userId="c33ed90f-6218-4529-85de-f886b629b2c1" providerId="ADAL" clId="{5E08B7BB-3E7B-43CF-83DE-3B198F10B24D}" dt="2025-08-18T00:09:31.641" v="1403" actId="478"/>
          <ac:picMkLst>
            <pc:docMk/>
            <pc:sldMk cId="1325576391" sldId="275"/>
            <ac:picMk id="68" creationId="{24769832-6671-49F0-B897-00639F4B8011}"/>
          </ac:picMkLst>
        </pc:picChg>
        <pc:picChg chg="del">
          <ac:chgData name="Marcus Roehming" userId="c33ed90f-6218-4529-85de-f886b629b2c1" providerId="ADAL" clId="{5E08B7BB-3E7B-43CF-83DE-3B198F10B24D}" dt="2025-08-18T00:09:30.500" v="1402" actId="478"/>
          <ac:picMkLst>
            <pc:docMk/>
            <pc:sldMk cId="1325576391" sldId="275"/>
            <ac:picMk id="91" creationId="{D4FA8761-6FFB-82B2-2660-6945A68A1EF2}"/>
          </ac:picMkLst>
        </pc:picChg>
        <pc:picChg chg="del">
          <ac:chgData name="Marcus Roehming" userId="c33ed90f-6218-4529-85de-f886b629b2c1" providerId="ADAL" clId="{5E08B7BB-3E7B-43CF-83DE-3B198F10B24D}" dt="2025-08-18T00:09:30.500" v="1402" actId="478"/>
          <ac:picMkLst>
            <pc:docMk/>
            <pc:sldMk cId="1325576391" sldId="275"/>
            <ac:picMk id="93" creationId="{9EC344C9-B02B-0A26-6E7E-DCE613AF9D00}"/>
          </ac:picMkLst>
        </pc:picChg>
      </pc:sldChg>
      <pc:sldChg chg="del">
        <pc:chgData name="Marcus Roehming" userId="c33ed90f-6218-4529-85de-f886b629b2c1" providerId="ADAL" clId="{5E08B7BB-3E7B-43CF-83DE-3B198F10B24D}" dt="2025-08-17T22:57:24.124" v="0" actId="2696"/>
        <pc:sldMkLst>
          <pc:docMk/>
          <pc:sldMk cId="3432819674" sldId="275"/>
        </pc:sldMkLst>
      </pc:sldChg>
      <pc:sldChg chg="modSp mod">
        <pc:chgData name="Marcus Roehming" userId="c33ed90f-6218-4529-85de-f886b629b2c1" providerId="ADAL" clId="{5E08B7BB-3E7B-43CF-83DE-3B198F10B24D}" dt="2025-08-18T00:29:48.494" v="1934" actId="20577"/>
        <pc:sldMkLst>
          <pc:docMk/>
          <pc:sldMk cId="901727153" sldId="276"/>
        </pc:sldMkLst>
        <pc:spChg chg="mod">
          <ac:chgData name="Marcus Roehming" userId="c33ed90f-6218-4529-85de-f886b629b2c1" providerId="ADAL" clId="{5E08B7BB-3E7B-43CF-83DE-3B198F10B24D}" dt="2025-08-18T00:29:48.494" v="1934" actId="20577"/>
          <ac:spMkLst>
            <pc:docMk/>
            <pc:sldMk cId="901727153" sldId="276"/>
            <ac:spMk id="5" creationId="{F373BFF6-2932-0263-98AC-2B28547552E9}"/>
          </ac:spMkLst>
        </pc:spChg>
      </pc:sldChg>
      <pc:sldChg chg="addSp delSp modSp mod ord">
        <pc:chgData name="Marcus Roehming" userId="c33ed90f-6218-4529-85de-f886b629b2c1" providerId="ADAL" clId="{5E08B7BB-3E7B-43CF-83DE-3B198F10B24D}" dt="2025-08-18T00:28:36.931" v="1850" actId="21"/>
        <pc:sldMkLst>
          <pc:docMk/>
          <pc:sldMk cId="3611981493" sldId="277"/>
        </pc:sldMkLst>
        <pc:spChg chg="add del mod">
          <ac:chgData name="Marcus Roehming" userId="c33ed90f-6218-4529-85de-f886b629b2c1" providerId="ADAL" clId="{5E08B7BB-3E7B-43CF-83DE-3B198F10B24D}" dt="2025-08-17T23:57:31.109" v="1020" actId="478"/>
          <ac:spMkLst>
            <pc:docMk/>
            <pc:sldMk cId="3611981493" sldId="277"/>
            <ac:spMk id="2" creationId="{C2030CC2-402D-EE64-E693-C105B1906C98}"/>
          </ac:spMkLst>
        </pc:spChg>
        <pc:spChg chg="add mod">
          <ac:chgData name="Marcus Roehming" userId="c33ed90f-6218-4529-85de-f886b629b2c1" providerId="ADAL" clId="{5E08B7BB-3E7B-43CF-83DE-3B198F10B24D}" dt="2025-08-18T00:13:20.556" v="1607" actId="164"/>
          <ac:spMkLst>
            <pc:docMk/>
            <pc:sldMk cId="3611981493" sldId="277"/>
            <ac:spMk id="3" creationId="{8EB0215B-7B6A-E0A9-D3D2-A71EFFDE9F91}"/>
          </ac:spMkLst>
        </pc:spChg>
        <pc:spChg chg="mod">
          <ac:chgData name="Marcus Roehming" userId="c33ed90f-6218-4529-85de-f886b629b2c1" providerId="ADAL" clId="{5E08B7BB-3E7B-43CF-83DE-3B198F10B24D}" dt="2025-08-18T00:16:35.718" v="1661" actId="1076"/>
          <ac:spMkLst>
            <pc:docMk/>
            <pc:sldMk cId="3611981493" sldId="277"/>
            <ac:spMk id="8" creationId="{927C59CF-0108-8AE5-B740-B93140530506}"/>
          </ac:spMkLst>
        </pc:spChg>
        <pc:spChg chg="mod">
          <ac:chgData name="Marcus Roehming" userId="c33ed90f-6218-4529-85de-f886b629b2c1" providerId="ADAL" clId="{5E08B7BB-3E7B-43CF-83DE-3B198F10B24D}" dt="2025-08-18T00:16:31.749" v="1660" actId="1076"/>
          <ac:spMkLst>
            <pc:docMk/>
            <pc:sldMk cId="3611981493" sldId="277"/>
            <ac:spMk id="14" creationId="{F011CE0D-1884-6F81-B70D-03AE9CE10B62}"/>
          </ac:spMkLst>
        </pc:spChg>
        <pc:spChg chg="add mod">
          <ac:chgData name="Marcus Roehming" userId="c33ed90f-6218-4529-85de-f886b629b2c1" providerId="ADAL" clId="{5E08B7BB-3E7B-43CF-83DE-3B198F10B24D}" dt="2025-08-18T00:13:20.556" v="1607" actId="164"/>
          <ac:spMkLst>
            <pc:docMk/>
            <pc:sldMk cId="3611981493" sldId="277"/>
            <ac:spMk id="15" creationId="{47046A99-AA9F-11B0-5BBB-EA27FE06BD09}"/>
          </ac:spMkLst>
        </pc:spChg>
        <pc:spChg chg="add mod">
          <ac:chgData name="Marcus Roehming" userId="c33ed90f-6218-4529-85de-f886b629b2c1" providerId="ADAL" clId="{5E08B7BB-3E7B-43CF-83DE-3B198F10B24D}" dt="2025-08-18T00:13:20.556" v="1607" actId="164"/>
          <ac:spMkLst>
            <pc:docMk/>
            <pc:sldMk cId="3611981493" sldId="277"/>
            <ac:spMk id="16" creationId="{8AF94492-BC3F-03C5-78A3-B20A665EECD9}"/>
          </ac:spMkLst>
        </pc:spChg>
        <pc:spChg chg="add mod">
          <ac:chgData name="Marcus Roehming" userId="c33ed90f-6218-4529-85de-f886b629b2c1" providerId="ADAL" clId="{5E08B7BB-3E7B-43CF-83DE-3B198F10B24D}" dt="2025-08-18T00:13:20.556" v="1607" actId="164"/>
          <ac:spMkLst>
            <pc:docMk/>
            <pc:sldMk cId="3611981493" sldId="277"/>
            <ac:spMk id="17" creationId="{06A7EF4B-078D-C402-FB75-32BEEBDC00B8}"/>
          </ac:spMkLst>
        </pc:spChg>
        <pc:spChg chg="add mod">
          <ac:chgData name="Marcus Roehming" userId="c33ed90f-6218-4529-85de-f886b629b2c1" providerId="ADAL" clId="{5E08B7BB-3E7B-43CF-83DE-3B198F10B24D}" dt="2025-08-18T00:13:20.556" v="1607" actId="164"/>
          <ac:spMkLst>
            <pc:docMk/>
            <pc:sldMk cId="3611981493" sldId="277"/>
            <ac:spMk id="18" creationId="{019D89A3-34F8-89CC-B2D1-50ACE30DACCD}"/>
          </ac:spMkLst>
        </pc:spChg>
        <pc:spChg chg="add mod">
          <ac:chgData name="Marcus Roehming" userId="c33ed90f-6218-4529-85de-f886b629b2c1" providerId="ADAL" clId="{5E08B7BB-3E7B-43CF-83DE-3B198F10B24D}" dt="2025-08-18T00:13:20.556" v="1607" actId="164"/>
          <ac:spMkLst>
            <pc:docMk/>
            <pc:sldMk cId="3611981493" sldId="277"/>
            <ac:spMk id="19" creationId="{31C18F9B-3B1A-0168-45E9-9A7BC6E1B5D9}"/>
          </ac:spMkLst>
        </pc:spChg>
        <pc:spChg chg="add mod">
          <ac:chgData name="Marcus Roehming" userId="c33ed90f-6218-4529-85de-f886b629b2c1" providerId="ADAL" clId="{5E08B7BB-3E7B-43CF-83DE-3B198F10B24D}" dt="2025-08-18T00:13:20.556" v="1607" actId="164"/>
          <ac:spMkLst>
            <pc:docMk/>
            <pc:sldMk cId="3611981493" sldId="277"/>
            <ac:spMk id="20" creationId="{65167374-42A6-AF70-AEDE-0E8B49515142}"/>
          </ac:spMkLst>
        </pc:spChg>
        <pc:spChg chg="add mod">
          <ac:chgData name="Marcus Roehming" userId="c33ed90f-6218-4529-85de-f886b629b2c1" providerId="ADAL" clId="{5E08B7BB-3E7B-43CF-83DE-3B198F10B24D}" dt="2025-08-18T00:13:51.310" v="1618" actId="164"/>
          <ac:spMkLst>
            <pc:docMk/>
            <pc:sldMk cId="3611981493" sldId="277"/>
            <ac:spMk id="22" creationId="{ABE5249C-74FA-5BA1-3178-0A254317ABDD}"/>
          </ac:spMkLst>
        </pc:spChg>
        <pc:spChg chg="add del mod">
          <ac:chgData name="Marcus Roehming" userId="c33ed90f-6218-4529-85de-f886b629b2c1" providerId="ADAL" clId="{5E08B7BB-3E7B-43CF-83DE-3B198F10B24D}" dt="2025-08-18T00:28:36.931" v="1850" actId="21"/>
          <ac:spMkLst>
            <pc:docMk/>
            <pc:sldMk cId="3611981493" sldId="277"/>
            <ac:spMk id="24" creationId="{CA03394A-6A7E-3701-1BD3-C4BD95301377}"/>
          </ac:spMkLst>
        </pc:spChg>
        <pc:grpChg chg="add mod">
          <ac:chgData name="Marcus Roehming" userId="c33ed90f-6218-4529-85de-f886b629b2c1" providerId="ADAL" clId="{5E08B7BB-3E7B-43CF-83DE-3B198F10B24D}" dt="2025-08-18T00:13:51.310" v="1618" actId="164"/>
          <ac:grpSpMkLst>
            <pc:docMk/>
            <pc:sldMk cId="3611981493" sldId="277"/>
            <ac:grpSpMk id="21" creationId="{3D374C90-1C7B-1524-E8F1-4CBA92737455}"/>
          </ac:grpSpMkLst>
        </pc:grpChg>
        <pc:grpChg chg="add mod">
          <ac:chgData name="Marcus Roehming" userId="c33ed90f-6218-4529-85de-f886b629b2c1" providerId="ADAL" clId="{5E08B7BB-3E7B-43CF-83DE-3B198F10B24D}" dt="2025-08-18T00:16:40.984" v="1662" actId="1076"/>
          <ac:grpSpMkLst>
            <pc:docMk/>
            <pc:sldMk cId="3611981493" sldId="277"/>
            <ac:grpSpMk id="23" creationId="{5CC73ECA-ED76-48BC-C62C-B617776A4653}"/>
          </ac:grpSpMkLst>
        </pc:grpChg>
        <pc:picChg chg="mod">
          <ac:chgData name="Marcus Roehming" userId="c33ed90f-6218-4529-85de-f886b629b2c1" providerId="ADAL" clId="{5E08B7BB-3E7B-43CF-83DE-3B198F10B24D}" dt="2025-08-18T00:16:35.718" v="1661" actId="1076"/>
          <ac:picMkLst>
            <pc:docMk/>
            <pc:sldMk cId="3611981493" sldId="277"/>
            <ac:picMk id="4" creationId="{511A7121-9AFD-5D92-F260-0DF843D79FCF}"/>
          </ac:picMkLst>
        </pc:picChg>
        <pc:picChg chg="mod">
          <ac:chgData name="Marcus Roehming" userId="c33ed90f-6218-4529-85de-f886b629b2c1" providerId="ADAL" clId="{5E08B7BB-3E7B-43CF-83DE-3B198F10B24D}" dt="2025-08-18T00:16:35.718" v="1661" actId="1076"/>
          <ac:picMkLst>
            <pc:docMk/>
            <pc:sldMk cId="3611981493" sldId="277"/>
            <ac:picMk id="5" creationId="{AC432C0F-2C04-5B15-96B3-38D1662F7515}"/>
          </ac:picMkLst>
        </pc:picChg>
        <pc:picChg chg="mod">
          <ac:chgData name="Marcus Roehming" userId="c33ed90f-6218-4529-85de-f886b629b2c1" providerId="ADAL" clId="{5E08B7BB-3E7B-43CF-83DE-3B198F10B24D}" dt="2025-08-18T00:16:35.718" v="1661" actId="1076"/>
          <ac:picMkLst>
            <pc:docMk/>
            <pc:sldMk cId="3611981493" sldId="277"/>
            <ac:picMk id="6" creationId="{67DEA35E-A854-DA49-328E-088EDF43B132}"/>
          </ac:picMkLst>
        </pc:picChg>
        <pc:picChg chg="mod">
          <ac:chgData name="Marcus Roehming" userId="c33ed90f-6218-4529-85de-f886b629b2c1" providerId="ADAL" clId="{5E08B7BB-3E7B-43CF-83DE-3B198F10B24D}" dt="2025-08-18T00:16:35.718" v="1661" actId="1076"/>
          <ac:picMkLst>
            <pc:docMk/>
            <pc:sldMk cId="3611981493" sldId="277"/>
            <ac:picMk id="7" creationId="{372ADA31-ADE8-5CF6-86EB-04EB97613F62}"/>
          </ac:picMkLst>
        </pc:picChg>
        <pc:picChg chg="mod">
          <ac:chgData name="Marcus Roehming" userId="c33ed90f-6218-4529-85de-f886b629b2c1" providerId="ADAL" clId="{5E08B7BB-3E7B-43CF-83DE-3B198F10B24D}" dt="2025-08-18T00:16:31.749" v="1660" actId="1076"/>
          <ac:picMkLst>
            <pc:docMk/>
            <pc:sldMk cId="3611981493" sldId="277"/>
            <ac:picMk id="10" creationId="{F83ED1C8-BE97-2CC4-6C15-FD9A3F2E7A79}"/>
          </ac:picMkLst>
        </pc:picChg>
        <pc:picChg chg="mod">
          <ac:chgData name="Marcus Roehming" userId="c33ed90f-6218-4529-85de-f886b629b2c1" providerId="ADAL" clId="{5E08B7BB-3E7B-43CF-83DE-3B198F10B24D}" dt="2025-08-18T00:16:31.749" v="1660" actId="1076"/>
          <ac:picMkLst>
            <pc:docMk/>
            <pc:sldMk cId="3611981493" sldId="277"/>
            <ac:picMk id="11" creationId="{2C74E1BD-6048-71DC-8968-64DB167D982D}"/>
          </ac:picMkLst>
        </pc:picChg>
        <pc:picChg chg="mod">
          <ac:chgData name="Marcus Roehming" userId="c33ed90f-6218-4529-85de-f886b629b2c1" providerId="ADAL" clId="{5E08B7BB-3E7B-43CF-83DE-3B198F10B24D}" dt="2025-08-18T00:16:31.749" v="1660" actId="1076"/>
          <ac:picMkLst>
            <pc:docMk/>
            <pc:sldMk cId="3611981493" sldId="277"/>
            <ac:picMk id="12" creationId="{00030EE7-A501-9574-175F-C43221E857C2}"/>
          </ac:picMkLst>
        </pc:picChg>
        <pc:picChg chg="mod">
          <ac:chgData name="Marcus Roehming" userId="c33ed90f-6218-4529-85de-f886b629b2c1" providerId="ADAL" clId="{5E08B7BB-3E7B-43CF-83DE-3B198F10B24D}" dt="2025-08-18T00:16:31.749" v="1660" actId="1076"/>
          <ac:picMkLst>
            <pc:docMk/>
            <pc:sldMk cId="3611981493" sldId="277"/>
            <ac:picMk id="13" creationId="{E3C86009-A8E3-4EC0-116F-8AAB14BFD2F7}"/>
          </ac:picMkLst>
        </pc:picChg>
      </pc:sldChg>
      <pc:sldChg chg="addSp delSp modSp mod">
        <pc:chgData name="Marcus Roehming" userId="c33ed90f-6218-4529-85de-f886b629b2c1" providerId="ADAL" clId="{5E08B7BB-3E7B-43CF-83DE-3B198F10B24D}" dt="2025-08-18T00:15:34.921" v="1659" actId="1076"/>
        <pc:sldMkLst>
          <pc:docMk/>
          <pc:sldMk cId="4144194233" sldId="279"/>
        </pc:sldMkLst>
        <pc:spChg chg="mod topLvl">
          <ac:chgData name="Marcus Roehming" userId="c33ed90f-6218-4529-85de-f886b629b2c1" providerId="ADAL" clId="{5E08B7BB-3E7B-43CF-83DE-3B198F10B24D}" dt="2025-08-18T00:15:26.546" v="1657" actId="164"/>
          <ac:spMkLst>
            <pc:docMk/>
            <pc:sldMk cId="4144194233" sldId="279"/>
            <ac:spMk id="9" creationId="{4C646E03-EF94-4956-2885-E1C5705E5C87}"/>
          </ac:spMkLst>
        </pc:spChg>
        <pc:spChg chg="mod topLvl">
          <ac:chgData name="Marcus Roehming" userId="c33ed90f-6218-4529-85de-f886b629b2c1" providerId="ADAL" clId="{5E08B7BB-3E7B-43CF-83DE-3B198F10B24D}" dt="2025-08-18T00:15:26.546" v="1657" actId="164"/>
          <ac:spMkLst>
            <pc:docMk/>
            <pc:sldMk cId="4144194233" sldId="279"/>
            <ac:spMk id="10" creationId="{EAD7B31C-2D63-1E8C-02F6-A59DBB33185A}"/>
          </ac:spMkLst>
        </pc:spChg>
        <pc:spChg chg="mod">
          <ac:chgData name="Marcus Roehming" userId="c33ed90f-6218-4529-85de-f886b629b2c1" providerId="ADAL" clId="{5E08B7BB-3E7B-43CF-83DE-3B198F10B24D}" dt="2025-08-18T00:15:34.921" v="1659" actId="1076"/>
          <ac:spMkLst>
            <pc:docMk/>
            <pc:sldMk cId="4144194233" sldId="279"/>
            <ac:spMk id="11" creationId="{974547E9-1833-8452-5BBE-D7AE015833BC}"/>
          </ac:spMkLst>
        </pc:spChg>
        <pc:spChg chg="mod topLvl">
          <ac:chgData name="Marcus Roehming" userId="c33ed90f-6218-4529-85de-f886b629b2c1" providerId="ADAL" clId="{5E08B7BB-3E7B-43CF-83DE-3B198F10B24D}" dt="2025-08-18T00:14:28.454" v="1624" actId="14100"/>
          <ac:spMkLst>
            <pc:docMk/>
            <pc:sldMk cId="4144194233" sldId="279"/>
            <ac:spMk id="12" creationId="{9736F5BE-521B-6880-9828-E4BEDAEC6A7C}"/>
          </ac:spMkLst>
        </pc:spChg>
        <pc:spChg chg="mod topLvl">
          <ac:chgData name="Marcus Roehming" userId="c33ed90f-6218-4529-85de-f886b629b2c1" providerId="ADAL" clId="{5E08B7BB-3E7B-43CF-83DE-3B198F10B24D}" dt="2025-08-18T00:14:28.454" v="1624" actId="14100"/>
          <ac:spMkLst>
            <pc:docMk/>
            <pc:sldMk cId="4144194233" sldId="279"/>
            <ac:spMk id="13" creationId="{CD997D58-CBE9-C7B6-2F1C-AD5C7FFD7967}"/>
          </ac:spMkLst>
        </pc:spChg>
        <pc:spChg chg="mod topLvl">
          <ac:chgData name="Marcus Roehming" userId="c33ed90f-6218-4529-85de-f886b629b2c1" providerId="ADAL" clId="{5E08B7BB-3E7B-43CF-83DE-3B198F10B24D}" dt="2025-08-18T00:14:28.454" v="1624" actId="14100"/>
          <ac:spMkLst>
            <pc:docMk/>
            <pc:sldMk cId="4144194233" sldId="279"/>
            <ac:spMk id="14" creationId="{A5579E2B-75E4-EA79-D985-1801A5C1D673}"/>
          </ac:spMkLst>
        </pc:spChg>
        <pc:spChg chg="mod topLvl">
          <ac:chgData name="Marcus Roehming" userId="c33ed90f-6218-4529-85de-f886b629b2c1" providerId="ADAL" clId="{5E08B7BB-3E7B-43CF-83DE-3B198F10B24D}" dt="2025-08-18T00:15:26.546" v="1657" actId="164"/>
          <ac:spMkLst>
            <pc:docMk/>
            <pc:sldMk cId="4144194233" sldId="279"/>
            <ac:spMk id="15" creationId="{624B0D34-4069-B4D6-B3D8-E3D7FD7F8E34}"/>
          </ac:spMkLst>
        </pc:spChg>
        <pc:spChg chg="mod topLvl">
          <ac:chgData name="Marcus Roehming" userId="c33ed90f-6218-4529-85de-f886b629b2c1" providerId="ADAL" clId="{5E08B7BB-3E7B-43CF-83DE-3B198F10B24D}" dt="2025-08-18T00:15:26.546" v="1657" actId="164"/>
          <ac:spMkLst>
            <pc:docMk/>
            <pc:sldMk cId="4144194233" sldId="279"/>
            <ac:spMk id="16" creationId="{C0BD0B65-6F65-5D85-2DD9-51960BAD43D0}"/>
          </ac:spMkLst>
        </pc:spChg>
        <pc:spChg chg="mod topLvl">
          <ac:chgData name="Marcus Roehming" userId="c33ed90f-6218-4529-85de-f886b629b2c1" providerId="ADAL" clId="{5E08B7BB-3E7B-43CF-83DE-3B198F10B24D}" dt="2025-08-18T00:15:26.546" v="1657" actId="164"/>
          <ac:spMkLst>
            <pc:docMk/>
            <pc:sldMk cId="4144194233" sldId="279"/>
            <ac:spMk id="17" creationId="{76D4B435-876B-C99E-1393-18743D5037F0}"/>
          </ac:spMkLst>
        </pc:spChg>
        <pc:spChg chg="add mod">
          <ac:chgData name="Marcus Roehming" userId="c33ed90f-6218-4529-85de-f886b629b2c1" providerId="ADAL" clId="{5E08B7BB-3E7B-43CF-83DE-3B198F10B24D}" dt="2025-08-18T00:15:26.546" v="1657" actId="164"/>
          <ac:spMkLst>
            <pc:docMk/>
            <pc:sldMk cId="4144194233" sldId="279"/>
            <ac:spMk id="18" creationId="{ED53BDB2-6914-C96B-A9BB-96A99EFF791D}"/>
          </ac:spMkLst>
        </pc:spChg>
        <pc:spChg chg="add mod">
          <ac:chgData name="Marcus Roehming" userId="c33ed90f-6218-4529-85de-f886b629b2c1" providerId="ADAL" clId="{5E08B7BB-3E7B-43CF-83DE-3B198F10B24D}" dt="2025-08-18T00:14:44.625" v="1634" actId="14100"/>
          <ac:spMkLst>
            <pc:docMk/>
            <pc:sldMk cId="4144194233" sldId="279"/>
            <ac:spMk id="19" creationId="{BB8C0BBB-E8C3-C740-FA03-E509BE2FD472}"/>
          </ac:spMkLst>
        </pc:spChg>
        <pc:spChg chg="add mod">
          <ac:chgData name="Marcus Roehming" userId="c33ed90f-6218-4529-85de-f886b629b2c1" providerId="ADAL" clId="{5E08B7BB-3E7B-43CF-83DE-3B198F10B24D}" dt="2025-08-18T00:14:44.625" v="1634" actId="14100"/>
          <ac:spMkLst>
            <pc:docMk/>
            <pc:sldMk cId="4144194233" sldId="279"/>
            <ac:spMk id="20" creationId="{C5BB7F59-D020-0D81-8E06-6ABC2493FD57}"/>
          </ac:spMkLst>
        </pc:spChg>
        <pc:spChg chg="add mod">
          <ac:chgData name="Marcus Roehming" userId="c33ed90f-6218-4529-85de-f886b629b2c1" providerId="ADAL" clId="{5E08B7BB-3E7B-43CF-83DE-3B198F10B24D}" dt="2025-08-18T00:14:44.625" v="1634" actId="14100"/>
          <ac:spMkLst>
            <pc:docMk/>
            <pc:sldMk cId="4144194233" sldId="279"/>
            <ac:spMk id="21" creationId="{6139E246-C5FD-83EE-371B-DF5BC5505706}"/>
          </ac:spMkLst>
        </pc:spChg>
        <pc:spChg chg="add mod">
          <ac:chgData name="Marcus Roehming" userId="c33ed90f-6218-4529-85de-f886b629b2c1" providerId="ADAL" clId="{5E08B7BB-3E7B-43CF-83DE-3B198F10B24D}" dt="2025-08-18T00:15:26.546" v="1657" actId="164"/>
          <ac:spMkLst>
            <pc:docMk/>
            <pc:sldMk cId="4144194233" sldId="279"/>
            <ac:spMk id="22" creationId="{7913D0B1-38AE-4C45-5DD3-AE4B3EEA7280}"/>
          </ac:spMkLst>
        </pc:spChg>
        <pc:spChg chg="add mod">
          <ac:chgData name="Marcus Roehming" userId="c33ed90f-6218-4529-85de-f886b629b2c1" providerId="ADAL" clId="{5E08B7BB-3E7B-43CF-83DE-3B198F10B24D}" dt="2025-08-18T00:14:44.625" v="1634" actId="14100"/>
          <ac:spMkLst>
            <pc:docMk/>
            <pc:sldMk cId="4144194233" sldId="279"/>
            <ac:spMk id="23" creationId="{E23946DA-AC3B-F276-D39A-54458FD5DFE5}"/>
          </ac:spMkLst>
        </pc:spChg>
        <pc:spChg chg="add mod">
          <ac:chgData name="Marcus Roehming" userId="c33ed90f-6218-4529-85de-f886b629b2c1" providerId="ADAL" clId="{5E08B7BB-3E7B-43CF-83DE-3B198F10B24D}" dt="2025-08-18T00:15:26.546" v="1657" actId="164"/>
          <ac:spMkLst>
            <pc:docMk/>
            <pc:sldMk cId="4144194233" sldId="279"/>
            <ac:spMk id="24" creationId="{06F867D6-4103-DC54-ABEB-260CAD559220}"/>
          </ac:spMkLst>
        </pc:spChg>
        <pc:spChg chg="add mod">
          <ac:chgData name="Marcus Roehming" userId="c33ed90f-6218-4529-85de-f886b629b2c1" providerId="ADAL" clId="{5E08B7BB-3E7B-43CF-83DE-3B198F10B24D}" dt="2025-08-18T00:15:02.063" v="1646" actId="20577"/>
          <ac:spMkLst>
            <pc:docMk/>
            <pc:sldMk cId="4144194233" sldId="279"/>
            <ac:spMk id="25" creationId="{1B48301F-74FA-062A-18C1-044652C2439B}"/>
          </ac:spMkLst>
        </pc:spChg>
        <pc:spChg chg="add mod">
          <ac:chgData name="Marcus Roehming" userId="c33ed90f-6218-4529-85de-f886b629b2c1" providerId="ADAL" clId="{5E08B7BB-3E7B-43CF-83DE-3B198F10B24D}" dt="2025-08-18T00:15:26.546" v="1657" actId="164"/>
          <ac:spMkLst>
            <pc:docMk/>
            <pc:sldMk cId="4144194233" sldId="279"/>
            <ac:spMk id="26" creationId="{7A49B7D6-8AE7-EE86-31AC-AEBEDEE20EB4}"/>
          </ac:spMkLst>
        </pc:spChg>
        <pc:spChg chg="add mod">
          <ac:chgData name="Marcus Roehming" userId="c33ed90f-6218-4529-85de-f886b629b2c1" providerId="ADAL" clId="{5E08B7BB-3E7B-43CF-83DE-3B198F10B24D}" dt="2025-08-18T00:15:26.546" v="1657" actId="164"/>
          <ac:spMkLst>
            <pc:docMk/>
            <pc:sldMk cId="4144194233" sldId="279"/>
            <ac:spMk id="27" creationId="{620F153E-794B-23AC-940B-C8B4301B32B9}"/>
          </ac:spMkLst>
        </pc:spChg>
        <pc:grpChg chg="add del mod">
          <ac:chgData name="Marcus Roehming" userId="c33ed90f-6218-4529-85de-f886b629b2c1" providerId="ADAL" clId="{5E08B7BB-3E7B-43CF-83DE-3B198F10B24D}" dt="2025-08-18T00:14:13.517" v="1622" actId="165"/>
          <ac:grpSpMkLst>
            <pc:docMk/>
            <pc:sldMk cId="4144194233" sldId="279"/>
            <ac:grpSpMk id="3" creationId="{53710BA0-5B9E-C1F3-9B2A-27CB9B513D05}"/>
          </ac:grpSpMkLst>
        </pc:grpChg>
        <pc:grpChg chg="del mod topLvl">
          <ac:chgData name="Marcus Roehming" userId="c33ed90f-6218-4529-85de-f886b629b2c1" providerId="ADAL" clId="{5E08B7BB-3E7B-43CF-83DE-3B198F10B24D}" dt="2025-08-18T00:14:17.439" v="1623" actId="165"/>
          <ac:grpSpMkLst>
            <pc:docMk/>
            <pc:sldMk cId="4144194233" sldId="279"/>
            <ac:grpSpMk id="8" creationId="{2BD79DA9-B7AC-8998-7B65-EE98497E7E14}"/>
          </ac:grpSpMkLst>
        </pc:grpChg>
        <pc:grpChg chg="mod">
          <ac:chgData name="Marcus Roehming" userId="c33ed90f-6218-4529-85de-f886b629b2c1" providerId="ADAL" clId="{5E08B7BB-3E7B-43CF-83DE-3B198F10B24D}" dt="2025-08-18T00:15:34.921" v="1659" actId="1076"/>
          <ac:grpSpMkLst>
            <pc:docMk/>
            <pc:sldMk cId="4144194233" sldId="279"/>
            <ac:grpSpMk id="28" creationId="{EA15F170-FD15-6C89-9D34-9F632F389ADE}"/>
          </ac:grpSpMkLst>
        </pc:grpChg>
        <pc:picChg chg="add mod">
          <ac:chgData name="Marcus Roehming" userId="c33ed90f-6218-4529-85de-f886b629b2c1" providerId="ADAL" clId="{5E08B7BB-3E7B-43CF-83DE-3B198F10B24D}" dt="2025-08-18T00:15:34.921" v="1659" actId="1076"/>
          <ac:picMkLst>
            <pc:docMk/>
            <pc:sldMk cId="4144194233" sldId="279"/>
            <ac:picMk id="2" creationId="{1B29F47C-8BDF-2E54-690C-85B6B651EA64}"/>
          </ac:picMkLst>
        </pc:picChg>
        <pc:picChg chg="mod">
          <ac:chgData name="Marcus Roehming" userId="c33ed90f-6218-4529-85de-f886b629b2c1" providerId="ADAL" clId="{5E08B7BB-3E7B-43CF-83DE-3B198F10B24D}" dt="2025-08-18T00:15:34.921" v="1659" actId="1076"/>
          <ac:picMkLst>
            <pc:docMk/>
            <pc:sldMk cId="4144194233" sldId="279"/>
            <ac:picMk id="4" creationId="{84B5F3EF-1CB0-94B5-64D6-B218E79517C3}"/>
          </ac:picMkLst>
        </pc:picChg>
        <pc:picChg chg="mod">
          <ac:chgData name="Marcus Roehming" userId="c33ed90f-6218-4529-85de-f886b629b2c1" providerId="ADAL" clId="{5E08B7BB-3E7B-43CF-83DE-3B198F10B24D}" dt="2025-08-18T00:15:34.921" v="1659" actId="1076"/>
          <ac:picMkLst>
            <pc:docMk/>
            <pc:sldMk cId="4144194233" sldId="279"/>
            <ac:picMk id="5" creationId="{C5952E75-C9BB-7F1F-D42B-A0A1A9761325}"/>
          </ac:picMkLst>
        </pc:picChg>
        <pc:picChg chg="mod">
          <ac:chgData name="Marcus Roehming" userId="c33ed90f-6218-4529-85de-f886b629b2c1" providerId="ADAL" clId="{5E08B7BB-3E7B-43CF-83DE-3B198F10B24D}" dt="2025-08-18T00:15:34.921" v="1659" actId="1076"/>
          <ac:picMkLst>
            <pc:docMk/>
            <pc:sldMk cId="4144194233" sldId="279"/>
            <ac:picMk id="6" creationId="{F91CF764-9CFA-FF5C-DE3A-651AC77B9D0D}"/>
          </ac:picMkLst>
        </pc:picChg>
        <pc:picChg chg="mod">
          <ac:chgData name="Marcus Roehming" userId="c33ed90f-6218-4529-85de-f886b629b2c1" providerId="ADAL" clId="{5E08B7BB-3E7B-43CF-83DE-3B198F10B24D}" dt="2025-08-18T00:15:34.921" v="1659" actId="1076"/>
          <ac:picMkLst>
            <pc:docMk/>
            <pc:sldMk cId="4144194233" sldId="279"/>
            <ac:picMk id="7" creationId="{21DEBEB7-9565-68CA-CB50-3F986E616E16}"/>
          </ac:picMkLst>
        </pc:picChg>
      </pc:sldChg>
      <pc:sldChg chg="addSp delSp modSp new mod ord modClrScheme chgLayout">
        <pc:chgData name="Marcus Roehming" userId="c33ed90f-6218-4529-85de-f886b629b2c1" providerId="ADAL" clId="{5E08B7BB-3E7B-43CF-83DE-3B198F10B24D}" dt="2025-08-18T00:10:23.499" v="1453" actId="6549"/>
        <pc:sldMkLst>
          <pc:docMk/>
          <pc:sldMk cId="367220189" sldId="280"/>
        </pc:sldMkLst>
        <pc:spChg chg="add mod">
          <ac:chgData name="Marcus Roehming" userId="c33ed90f-6218-4529-85de-f886b629b2c1" providerId="ADAL" clId="{5E08B7BB-3E7B-43CF-83DE-3B198F10B24D}" dt="2025-08-17T22:59:46.463" v="18" actId="20577"/>
          <ac:spMkLst>
            <pc:docMk/>
            <pc:sldMk cId="367220189" sldId="280"/>
            <ac:spMk id="2" creationId="{0B970F45-51E8-8D93-34EB-B30F80396072}"/>
          </ac:spMkLst>
        </pc:spChg>
        <pc:spChg chg="add mod">
          <ac:chgData name="Marcus Roehming" userId="c33ed90f-6218-4529-85de-f886b629b2c1" providerId="ADAL" clId="{5E08B7BB-3E7B-43CF-83DE-3B198F10B24D}" dt="2025-08-18T00:10:23.499" v="1453" actId="6549"/>
          <ac:spMkLst>
            <pc:docMk/>
            <pc:sldMk cId="367220189" sldId="280"/>
            <ac:spMk id="3" creationId="{A2E300DD-7923-3646-463A-626A7C7A630F}"/>
          </ac:spMkLst>
        </pc:spChg>
        <pc:spChg chg="mod">
          <ac:chgData name="Marcus Roehming" userId="c33ed90f-6218-4529-85de-f886b629b2c1" providerId="ADAL" clId="{5E08B7BB-3E7B-43CF-83DE-3B198F10B24D}" dt="2025-08-17T23:25:34.733" v="430"/>
          <ac:spMkLst>
            <pc:docMk/>
            <pc:sldMk cId="367220189" sldId="280"/>
            <ac:spMk id="7" creationId="{9F2ED2B5-B630-9F87-06EB-3C67636DFC5C}"/>
          </ac:spMkLst>
        </pc:spChg>
        <pc:spChg chg="mod">
          <ac:chgData name="Marcus Roehming" userId="c33ed90f-6218-4529-85de-f886b629b2c1" providerId="ADAL" clId="{5E08B7BB-3E7B-43CF-83DE-3B198F10B24D}" dt="2025-08-17T23:25:34.733" v="430"/>
          <ac:spMkLst>
            <pc:docMk/>
            <pc:sldMk cId="367220189" sldId="280"/>
            <ac:spMk id="8" creationId="{5B331EFD-979F-D007-DF36-3BCBEA0868CA}"/>
          </ac:spMkLst>
        </pc:spChg>
        <pc:spChg chg="mod">
          <ac:chgData name="Marcus Roehming" userId="c33ed90f-6218-4529-85de-f886b629b2c1" providerId="ADAL" clId="{5E08B7BB-3E7B-43CF-83DE-3B198F10B24D}" dt="2025-08-17T23:25:34.733" v="430"/>
          <ac:spMkLst>
            <pc:docMk/>
            <pc:sldMk cId="367220189" sldId="280"/>
            <ac:spMk id="9" creationId="{7DF5BFBB-9849-1BAC-9962-FD4525A63AC9}"/>
          </ac:spMkLst>
        </pc:spChg>
        <pc:spChg chg="mod">
          <ac:chgData name="Marcus Roehming" userId="c33ed90f-6218-4529-85de-f886b629b2c1" providerId="ADAL" clId="{5E08B7BB-3E7B-43CF-83DE-3B198F10B24D}" dt="2025-08-17T23:25:34.733" v="430"/>
          <ac:spMkLst>
            <pc:docMk/>
            <pc:sldMk cId="367220189" sldId="280"/>
            <ac:spMk id="10" creationId="{6355ECB6-4D8E-EC96-3841-237054E8B70C}"/>
          </ac:spMkLst>
        </pc:spChg>
        <pc:spChg chg="mod">
          <ac:chgData name="Marcus Roehming" userId="c33ed90f-6218-4529-85de-f886b629b2c1" providerId="ADAL" clId="{5E08B7BB-3E7B-43CF-83DE-3B198F10B24D}" dt="2025-08-17T23:25:34.733" v="430"/>
          <ac:spMkLst>
            <pc:docMk/>
            <pc:sldMk cId="367220189" sldId="280"/>
            <ac:spMk id="12" creationId="{8D633E3C-0289-12B6-E0FB-1AFE74F8A76E}"/>
          </ac:spMkLst>
        </pc:spChg>
        <pc:spChg chg="mod">
          <ac:chgData name="Marcus Roehming" userId="c33ed90f-6218-4529-85de-f886b629b2c1" providerId="ADAL" clId="{5E08B7BB-3E7B-43CF-83DE-3B198F10B24D}" dt="2025-08-17T23:25:34.733" v="430"/>
          <ac:spMkLst>
            <pc:docMk/>
            <pc:sldMk cId="367220189" sldId="280"/>
            <ac:spMk id="13" creationId="{F750B4C9-4E44-C8DF-6262-6C4B7BDADFE2}"/>
          </ac:spMkLst>
        </pc:spChg>
        <pc:spChg chg="mod">
          <ac:chgData name="Marcus Roehming" userId="c33ed90f-6218-4529-85de-f886b629b2c1" providerId="ADAL" clId="{5E08B7BB-3E7B-43CF-83DE-3B198F10B24D}" dt="2025-08-17T23:25:34.733" v="430"/>
          <ac:spMkLst>
            <pc:docMk/>
            <pc:sldMk cId="367220189" sldId="280"/>
            <ac:spMk id="14" creationId="{FBF06135-37A4-BC7C-9FCD-3250DAE03C00}"/>
          </ac:spMkLst>
        </pc:spChg>
        <pc:spChg chg="mod">
          <ac:chgData name="Marcus Roehming" userId="c33ed90f-6218-4529-85de-f886b629b2c1" providerId="ADAL" clId="{5E08B7BB-3E7B-43CF-83DE-3B198F10B24D}" dt="2025-08-17T23:25:34.733" v="430"/>
          <ac:spMkLst>
            <pc:docMk/>
            <pc:sldMk cId="367220189" sldId="280"/>
            <ac:spMk id="15" creationId="{DD7F0927-4BFC-E57D-5B75-4886398FCA71}"/>
          </ac:spMkLst>
        </pc:spChg>
        <pc:grpChg chg="add del mod">
          <ac:chgData name="Marcus Roehming" userId="c33ed90f-6218-4529-85de-f886b629b2c1" providerId="ADAL" clId="{5E08B7BB-3E7B-43CF-83DE-3B198F10B24D}" dt="2025-08-18T00:10:01.874" v="1405" actId="478"/>
          <ac:grpSpMkLst>
            <pc:docMk/>
            <pc:sldMk cId="367220189" sldId="280"/>
            <ac:grpSpMk id="6" creationId="{69B96040-B90D-DE2C-871C-BC224C699DC4}"/>
          </ac:grpSpMkLst>
        </pc:grpChg>
        <pc:grpChg chg="add del mod">
          <ac:chgData name="Marcus Roehming" userId="c33ed90f-6218-4529-85de-f886b629b2c1" providerId="ADAL" clId="{5E08B7BB-3E7B-43CF-83DE-3B198F10B24D}" dt="2025-08-18T00:10:02.502" v="1406" actId="478"/>
          <ac:grpSpMkLst>
            <pc:docMk/>
            <pc:sldMk cId="367220189" sldId="280"/>
            <ac:grpSpMk id="11" creationId="{DA834E47-08E5-D08F-DAA5-E990C5725591}"/>
          </ac:grpSpMkLst>
        </pc:grpChg>
        <pc:picChg chg="add mod">
          <ac:chgData name="Marcus Roehming" userId="c33ed90f-6218-4529-85de-f886b629b2c1" providerId="ADAL" clId="{5E08B7BB-3E7B-43CF-83DE-3B198F10B24D}" dt="2025-08-17T23:08:08.733" v="274" actId="1076"/>
          <ac:picMkLst>
            <pc:docMk/>
            <pc:sldMk cId="367220189" sldId="280"/>
            <ac:picMk id="5" creationId="{96A0EE8F-E365-76E2-9E68-2A7B712BBD0A}"/>
          </ac:picMkLst>
        </pc:picChg>
      </pc:sldChg>
      <pc:sldChg chg="new del">
        <pc:chgData name="Marcus Roehming" userId="c33ed90f-6218-4529-85de-f886b629b2c1" providerId="ADAL" clId="{5E08B7BB-3E7B-43CF-83DE-3B198F10B24D}" dt="2025-08-17T23:30:09.999" v="632" actId="47"/>
        <pc:sldMkLst>
          <pc:docMk/>
          <pc:sldMk cId="1020388821" sldId="281"/>
        </pc:sldMkLst>
      </pc:sldChg>
      <pc:sldChg chg="delSp modSp add mod">
        <pc:chgData name="Marcus Roehming" userId="c33ed90f-6218-4529-85de-f886b629b2c1" providerId="ADAL" clId="{5E08B7BB-3E7B-43CF-83DE-3B198F10B24D}" dt="2025-08-18T00:22:09.765" v="1747" actId="20577"/>
        <pc:sldMkLst>
          <pc:docMk/>
          <pc:sldMk cId="2299977232" sldId="282"/>
        </pc:sldMkLst>
        <pc:spChg chg="mod">
          <ac:chgData name="Marcus Roehming" userId="c33ed90f-6218-4529-85de-f886b629b2c1" providerId="ADAL" clId="{5E08B7BB-3E7B-43CF-83DE-3B198F10B24D}" dt="2025-08-18T00:22:09.765" v="1747" actId="20577"/>
          <ac:spMkLst>
            <pc:docMk/>
            <pc:sldMk cId="2299977232" sldId="282"/>
            <ac:spMk id="3" creationId="{D2170B73-E1EF-1F8A-7C1A-4A86ADC0159C}"/>
          </ac:spMkLst>
        </pc:spChg>
        <pc:grpChg chg="del">
          <ac:chgData name="Marcus Roehming" userId="c33ed90f-6218-4529-85de-f886b629b2c1" providerId="ADAL" clId="{5E08B7BB-3E7B-43CF-83DE-3B198F10B24D}" dt="2025-08-17T23:30:13.031" v="633" actId="478"/>
          <ac:grpSpMkLst>
            <pc:docMk/>
            <pc:sldMk cId="2299977232" sldId="282"/>
            <ac:grpSpMk id="6" creationId="{549244F9-1BD6-CC19-5024-B4F3DACEDF1B}"/>
          </ac:grpSpMkLst>
        </pc:grpChg>
        <pc:grpChg chg="del">
          <ac:chgData name="Marcus Roehming" userId="c33ed90f-6218-4529-85de-f886b629b2c1" providerId="ADAL" clId="{5E08B7BB-3E7B-43CF-83DE-3B198F10B24D}" dt="2025-08-17T23:30:14.562" v="634" actId="478"/>
          <ac:grpSpMkLst>
            <pc:docMk/>
            <pc:sldMk cId="2299977232" sldId="282"/>
            <ac:grpSpMk id="11" creationId="{667166CB-AF54-26F8-7A2F-103BA543BEC0}"/>
          </ac:grpSpMkLst>
        </pc:grpChg>
        <pc:picChg chg="del">
          <ac:chgData name="Marcus Roehming" userId="c33ed90f-6218-4529-85de-f886b629b2c1" providerId="ADAL" clId="{5E08B7BB-3E7B-43CF-83DE-3B198F10B24D}" dt="2025-08-17T23:30:15.656" v="635" actId="478"/>
          <ac:picMkLst>
            <pc:docMk/>
            <pc:sldMk cId="2299977232" sldId="282"/>
            <ac:picMk id="5" creationId="{8A16A8D4-F57A-21EC-3A81-A2FCF414A6E5}"/>
          </ac:picMkLst>
        </pc:picChg>
      </pc:sldChg>
      <pc:sldChg chg="addSp delSp modSp add mod">
        <pc:chgData name="Marcus Roehming" userId="c33ed90f-6218-4529-85de-f886b629b2c1" providerId="ADAL" clId="{5E08B7BB-3E7B-43CF-83DE-3B198F10B24D}" dt="2025-08-18T00:34:47.938" v="1943" actId="20577"/>
        <pc:sldMkLst>
          <pc:docMk/>
          <pc:sldMk cId="2725989578" sldId="283"/>
        </pc:sldMkLst>
        <pc:spChg chg="mod">
          <ac:chgData name="Marcus Roehming" userId="c33ed90f-6218-4529-85de-f886b629b2c1" providerId="ADAL" clId="{5E08B7BB-3E7B-43CF-83DE-3B198F10B24D}" dt="2025-08-18T00:22:28.202" v="1750" actId="6549"/>
          <ac:spMkLst>
            <pc:docMk/>
            <pc:sldMk cId="2725989578" sldId="283"/>
            <ac:spMk id="2" creationId="{58C8D2A0-3CB5-144E-2186-1359F0FB3983}"/>
          </ac:spMkLst>
        </pc:spChg>
        <pc:spChg chg="mod">
          <ac:chgData name="Marcus Roehming" userId="c33ed90f-6218-4529-85de-f886b629b2c1" providerId="ADAL" clId="{5E08B7BB-3E7B-43CF-83DE-3B198F10B24D}" dt="2025-08-18T00:34:47.938" v="1943" actId="20577"/>
          <ac:spMkLst>
            <pc:docMk/>
            <pc:sldMk cId="2725989578" sldId="283"/>
            <ac:spMk id="3" creationId="{269B3F95-8DB8-04BE-475D-50C809163BBC}"/>
          </ac:spMkLst>
        </pc:spChg>
        <pc:spChg chg="add del mod">
          <ac:chgData name="Marcus Roehming" userId="c33ed90f-6218-4529-85de-f886b629b2c1" providerId="ADAL" clId="{5E08B7BB-3E7B-43CF-83DE-3B198F10B24D}" dt="2025-08-18T00:28:50.103" v="1871"/>
          <ac:spMkLst>
            <pc:docMk/>
            <pc:sldMk cId="2725989578" sldId="283"/>
            <ac:spMk id="24" creationId="{CA03394A-6A7E-3701-1BD3-C4BD95301377}"/>
          </ac:spMkLst>
        </pc:spChg>
      </pc:sldChg>
      <pc:sldChg chg="modSp add mod">
        <pc:chgData name="Marcus Roehming" userId="c33ed90f-6218-4529-85de-f886b629b2c1" providerId="ADAL" clId="{5E08B7BB-3E7B-43CF-83DE-3B198F10B24D}" dt="2025-08-18T00:36:24.157" v="2010" actId="6549"/>
        <pc:sldMkLst>
          <pc:docMk/>
          <pc:sldMk cId="3726084084" sldId="284"/>
        </pc:sldMkLst>
        <pc:spChg chg="mod">
          <ac:chgData name="Marcus Roehming" userId="c33ed90f-6218-4529-85de-f886b629b2c1" providerId="ADAL" clId="{5E08B7BB-3E7B-43CF-83DE-3B198F10B24D}" dt="2025-08-18T00:35:00.157" v="1952" actId="20577"/>
          <ac:spMkLst>
            <pc:docMk/>
            <pc:sldMk cId="3726084084" sldId="284"/>
            <ac:spMk id="2" creationId="{B1AD2583-889F-C7FC-709C-9CC48D3FF782}"/>
          </ac:spMkLst>
        </pc:spChg>
        <pc:spChg chg="mod">
          <ac:chgData name="Marcus Roehming" userId="c33ed90f-6218-4529-85de-f886b629b2c1" providerId="ADAL" clId="{5E08B7BB-3E7B-43CF-83DE-3B198F10B24D}" dt="2025-08-18T00:36:24.157" v="2010" actId="6549"/>
          <ac:spMkLst>
            <pc:docMk/>
            <pc:sldMk cId="3726084084" sldId="284"/>
            <ac:spMk id="3" creationId="{8E2CC125-9BC8-D60A-2CC9-A829F0DAA180}"/>
          </ac:spMkLst>
        </pc:spChg>
      </pc:sldChg>
    </pc:docChg>
  </pc:docChgLst>
  <pc:docChgLst>
    <pc:chgData name="Marcus Röhming" userId="0f725a30e114f0f8" providerId="LiveId" clId="{85E426E3-079E-4098-8556-B4DFDE730BEF}"/>
    <pc:docChg chg="undo custSel addSld modSld">
      <pc:chgData name="Marcus Röhming" userId="0f725a30e114f0f8" providerId="LiveId" clId="{85E426E3-079E-4098-8556-B4DFDE730BEF}" dt="2025-08-06T09:13:21.941" v="957" actId="20577"/>
      <pc:docMkLst>
        <pc:docMk/>
      </pc:docMkLst>
      <pc:sldChg chg="addSp modSp mod">
        <pc:chgData name="Marcus Röhming" userId="0f725a30e114f0f8" providerId="LiveId" clId="{85E426E3-079E-4098-8556-B4DFDE730BEF}" dt="2025-08-06T08:20:56.624" v="341" actId="1076"/>
        <pc:sldMkLst>
          <pc:docMk/>
          <pc:sldMk cId="1018527769" sldId="274"/>
        </pc:sldMkLst>
        <pc:spChg chg="mod">
          <ac:chgData name="Marcus Röhming" userId="0f725a30e114f0f8" providerId="LiveId" clId="{85E426E3-079E-4098-8556-B4DFDE730BEF}" dt="2025-08-06T08:20:34.709" v="332" actId="20577"/>
          <ac:spMkLst>
            <pc:docMk/>
            <pc:sldMk cId="1018527769" sldId="274"/>
            <ac:spMk id="3" creationId="{00000000-0000-0000-0000-000000000000}"/>
          </ac:spMkLst>
        </pc:spChg>
        <pc:spChg chg="mod">
          <ac:chgData name="Marcus Röhming" userId="0f725a30e114f0f8" providerId="LiveId" clId="{85E426E3-079E-4098-8556-B4DFDE730BEF}" dt="2025-08-06T08:20:49.223" v="338" actId="1076"/>
          <ac:spMkLst>
            <pc:docMk/>
            <pc:sldMk cId="1018527769" sldId="274"/>
            <ac:spMk id="9" creationId="{9D863F9E-AEE3-14FE-3148-ED74F8D91586}"/>
          </ac:spMkLst>
        </pc:spChg>
        <pc:spChg chg="add mod">
          <ac:chgData name="Marcus Röhming" userId="0f725a30e114f0f8" providerId="LiveId" clId="{85E426E3-079E-4098-8556-B4DFDE730BEF}" dt="2025-08-06T08:20:56.624" v="341" actId="1076"/>
          <ac:spMkLst>
            <pc:docMk/>
            <pc:sldMk cId="1018527769" sldId="274"/>
            <ac:spMk id="59" creationId="{7EF5D16C-7085-0987-530D-4617733FC2E4}"/>
          </ac:spMkLst>
        </pc:spChg>
        <pc:inkChg chg="add">
          <ac:chgData name="Marcus Röhming" userId="0f725a30e114f0f8" providerId="LiveId" clId="{85E426E3-079E-4098-8556-B4DFDE730BEF}" dt="2025-08-06T08:20:03.177" v="305" actId="9405"/>
          <ac:inkMkLst>
            <pc:docMk/>
            <pc:sldMk cId="1018527769" sldId="274"/>
            <ac:inkMk id="7" creationId="{6058101F-3CAF-A4AE-5F63-78B1EE160D8A}"/>
          </ac:inkMkLst>
        </pc:inkChg>
        <pc:inkChg chg="add">
          <ac:chgData name="Marcus Röhming" userId="0f725a30e114f0f8" providerId="LiveId" clId="{85E426E3-079E-4098-8556-B4DFDE730BEF}" dt="2025-08-06T08:20:05.572" v="306" actId="9405"/>
          <ac:inkMkLst>
            <pc:docMk/>
            <pc:sldMk cId="1018527769" sldId="274"/>
            <ac:inkMk id="40" creationId="{1F381D86-46BD-43E3-0D7F-A3F9E25F8A66}"/>
          </ac:inkMkLst>
        </pc:inkChg>
      </pc:sldChg>
      <pc:sldChg chg="addSp delSp modSp mod">
        <pc:chgData name="Marcus Röhming" userId="0f725a30e114f0f8" providerId="LiveId" clId="{85E426E3-079E-4098-8556-B4DFDE730BEF}" dt="2025-08-06T08:58:45.566" v="649" actId="1076"/>
        <pc:sldMkLst>
          <pc:docMk/>
          <pc:sldMk cId="3432819674" sldId="275"/>
        </pc:sldMkLst>
      </pc:sldChg>
      <pc:sldChg chg="addSp delSp modSp new mod chgLayout">
        <pc:chgData name="Marcus Röhming" userId="0f725a30e114f0f8" providerId="LiveId" clId="{85E426E3-079E-4098-8556-B4DFDE730BEF}" dt="2025-08-06T09:13:21.941" v="957" actId="20577"/>
        <pc:sldMkLst>
          <pc:docMk/>
          <pc:sldMk cId="901727153" sldId="276"/>
        </pc:sldMkLst>
        <pc:spChg chg="add mod ord">
          <ac:chgData name="Marcus Röhming" userId="0f725a30e114f0f8" providerId="LiveId" clId="{85E426E3-079E-4098-8556-B4DFDE730BEF}" dt="2025-08-06T09:13:21.941" v="957" actId="20577"/>
          <ac:spMkLst>
            <pc:docMk/>
            <pc:sldMk cId="901727153" sldId="276"/>
            <ac:spMk id="5" creationId="{F373BFF6-2932-0263-98AC-2B28547552E9}"/>
          </ac:spMkLst>
        </pc:spChg>
      </pc:sldChg>
      <pc:sldChg chg="addSp delSp modSp new mod">
        <pc:chgData name="Marcus Röhming" userId="0f725a30e114f0f8" providerId="LiveId" clId="{85E426E3-079E-4098-8556-B4DFDE730BEF}" dt="2025-08-06T09:02:02.065" v="752" actId="20577"/>
        <pc:sldMkLst>
          <pc:docMk/>
          <pc:sldMk cId="3611981493" sldId="277"/>
        </pc:sldMkLst>
        <pc:spChg chg="add mod">
          <ac:chgData name="Marcus Röhming" userId="0f725a30e114f0f8" providerId="LiveId" clId="{85E426E3-079E-4098-8556-B4DFDE730BEF}" dt="2025-08-06T09:01:15.667" v="729" actId="1076"/>
          <ac:spMkLst>
            <pc:docMk/>
            <pc:sldMk cId="3611981493" sldId="277"/>
            <ac:spMk id="8" creationId="{927C59CF-0108-8AE5-B740-B93140530506}"/>
          </ac:spMkLst>
        </pc:spChg>
        <pc:spChg chg="add mod">
          <ac:chgData name="Marcus Röhming" userId="0f725a30e114f0f8" providerId="LiveId" clId="{85E426E3-079E-4098-8556-B4DFDE730BEF}" dt="2025-08-06T09:01:06.735" v="725" actId="20577"/>
          <ac:spMkLst>
            <pc:docMk/>
            <pc:sldMk cId="3611981493" sldId="277"/>
            <ac:spMk id="9" creationId="{E9C49ABD-63A1-FA7C-E032-7EAC1EAABAF9}"/>
          </ac:spMkLst>
        </pc:spChg>
        <pc:spChg chg="add mod">
          <ac:chgData name="Marcus Röhming" userId="0f725a30e114f0f8" providerId="LiveId" clId="{85E426E3-079E-4098-8556-B4DFDE730BEF}" dt="2025-08-06T09:02:02.065" v="752" actId="20577"/>
          <ac:spMkLst>
            <pc:docMk/>
            <pc:sldMk cId="3611981493" sldId="277"/>
            <ac:spMk id="14" creationId="{F011CE0D-1884-6F81-B70D-03AE9CE10B62}"/>
          </ac:spMkLst>
        </pc:spChg>
        <pc:picChg chg="add mod modCrop">
          <ac:chgData name="Marcus Röhming" userId="0f725a30e114f0f8" providerId="LiveId" clId="{85E426E3-079E-4098-8556-B4DFDE730BEF}" dt="2025-08-06T09:01:15.667" v="729" actId="1076"/>
          <ac:picMkLst>
            <pc:docMk/>
            <pc:sldMk cId="3611981493" sldId="277"/>
            <ac:picMk id="4" creationId="{511A7121-9AFD-5D92-F260-0DF843D79FCF}"/>
          </ac:picMkLst>
        </pc:picChg>
        <pc:picChg chg="add mod modCrop">
          <ac:chgData name="Marcus Röhming" userId="0f725a30e114f0f8" providerId="LiveId" clId="{85E426E3-079E-4098-8556-B4DFDE730BEF}" dt="2025-08-06T09:01:15.667" v="729" actId="1076"/>
          <ac:picMkLst>
            <pc:docMk/>
            <pc:sldMk cId="3611981493" sldId="277"/>
            <ac:picMk id="5" creationId="{AC432C0F-2C04-5B15-96B3-38D1662F7515}"/>
          </ac:picMkLst>
        </pc:picChg>
        <pc:picChg chg="add mod modCrop">
          <ac:chgData name="Marcus Röhming" userId="0f725a30e114f0f8" providerId="LiveId" clId="{85E426E3-079E-4098-8556-B4DFDE730BEF}" dt="2025-08-06T09:01:15.667" v="729" actId="1076"/>
          <ac:picMkLst>
            <pc:docMk/>
            <pc:sldMk cId="3611981493" sldId="277"/>
            <ac:picMk id="6" creationId="{67DEA35E-A854-DA49-328E-088EDF43B132}"/>
          </ac:picMkLst>
        </pc:picChg>
        <pc:picChg chg="add mod modCrop">
          <ac:chgData name="Marcus Röhming" userId="0f725a30e114f0f8" providerId="LiveId" clId="{85E426E3-079E-4098-8556-B4DFDE730BEF}" dt="2025-08-06T09:01:15.667" v="729" actId="1076"/>
          <ac:picMkLst>
            <pc:docMk/>
            <pc:sldMk cId="3611981493" sldId="277"/>
            <ac:picMk id="7" creationId="{372ADA31-ADE8-5CF6-86EB-04EB97613F62}"/>
          </ac:picMkLst>
        </pc:picChg>
        <pc:picChg chg="add mod">
          <ac:chgData name="Marcus Röhming" userId="0f725a30e114f0f8" providerId="LiveId" clId="{85E426E3-079E-4098-8556-B4DFDE730BEF}" dt="2025-08-06T09:01:21.616" v="731" actId="1076"/>
          <ac:picMkLst>
            <pc:docMk/>
            <pc:sldMk cId="3611981493" sldId="277"/>
            <ac:picMk id="10" creationId="{F83ED1C8-BE97-2CC4-6C15-FD9A3F2E7A79}"/>
          </ac:picMkLst>
        </pc:picChg>
        <pc:picChg chg="add mod">
          <ac:chgData name="Marcus Röhming" userId="0f725a30e114f0f8" providerId="LiveId" clId="{85E426E3-079E-4098-8556-B4DFDE730BEF}" dt="2025-08-06T09:01:21.616" v="731" actId="1076"/>
          <ac:picMkLst>
            <pc:docMk/>
            <pc:sldMk cId="3611981493" sldId="277"/>
            <ac:picMk id="11" creationId="{2C74E1BD-6048-71DC-8968-64DB167D982D}"/>
          </ac:picMkLst>
        </pc:picChg>
        <pc:picChg chg="add mod">
          <ac:chgData name="Marcus Röhming" userId="0f725a30e114f0f8" providerId="LiveId" clId="{85E426E3-079E-4098-8556-B4DFDE730BEF}" dt="2025-08-06T09:01:21.616" v="731" actId="1076"/>
          <ac:picMkLst>
            <pc:docMk/>
            <pc:sldMk cId="3611981493" sldId="277"/>
            <ac:picMk id="12" creationId="{00030EE7-A501-9574-175F-C43221E857C2}"/>
          </ac:picMkLst>
        </pc:picChg>
        <pc:picChg chg="add mod">
          <ac:chgData name="Marcus Röhming" userId="0f725a30e114f0f8" providerId="LiveId" clId="{85E426E3-079E-4098-8556-B4DFDE730BEF}" dt="2025-08-06T09:01:21.616" v="731" actId="1076"/>
          <ac:picMkLst>
            <pc:docMk/>
            <pc:sldMk cId="3611981493" sldId="277"/>
            <ac:picMk id="13" creationId="{E3C86009-A8E3-4EC0-116F-8AAB14BFD2F7}"/>
          </ac:picMkLst>
        </pc:picChg>
      </pc:sldChg>
      <pc:sldChg chg="addSp modSp add mod">
        <pc:chgData name="Marcus Röhming" userId="0f725a30e114f0f8" providerId="LiveId" clId="{85E426E3-079E-4098-8556-B4DFDE730BEF}" dt="2025-08-06T09:09:37.332" v="822" actId="20577"/>
        <pc:sldMkLst>
          <pc:docMk/>
          <pc:sldMk cId="2104071711" sldId="278"/>
        </pc:sldMkLst>
        <pc:spChg chg="add mod">
          <ac:chgData name="Marcus Röhming" userId="0f725a30e114f0f8" providerId="LiveId" clId="{85E426E3-079E-4098-8556-B4DFDE730BEF}" dt="2025-08-06T09:09:37.332" v="822" actId="20577"/>
          <ac:spMkLst>
            <pc:docMk/>
            <pc:sldMk cId="2104071711" sldId="278"/>
            <ac:spMk id="10" creationId="{6374B2B5-489D-66A7-5054-17D4D1A8CBEC}"/>
          </ac:spMkLst>
        </pc:spChg>
        <pc:spChg chg="add mod">
          <ac:chgData name="Marcus Röhming" userId="0f725a30e114f0f8" providerId="LiveId" clId="{85E426E3-079E-4098-8556-B4DFDE730BEF}" dt="2025-08-06T09:02:50.824" v="768" actId="20577"/>
          <ac:spMkLst>
            <pc:docMk/>
            <pc:sldMk cId="2104071711" sldId="278"/>
            <ac:spMk id="11" creationId="{D81C6884-1749-9BFF-F67F-9BD6B001884D}"/>
          </ac:spMkLst>
        </pc:spChg>
        <pc:picChg chg="add mod">
          <ac:chgData name="Marcus Röhming" userId="0f725a30e114f0f8" providerId="LiveId" clId="{85E426E3-079E-4098-8556-B4DFDE730BEF}" dt="2025-08-06T09:02:20.649" v="756" actId="1076"/>
          <ac:picMkLst>
            <pc:docMk/>
            <pc:sldMk cId="2104071711" sldId="278"/>
            <ac:picMk id="2" creationId="{86479D10-996A-C0FF-D8E4-311E478E50D1}"/>
          </ac:picMkLst>
        </pc:picChg>
        <pc:picChg chg="add mod">
          <ac:chgData name="Marcus Röhming" userId="0f725a30e114f0f8" providerId="LiveId" clId="{85E426E3-079E-4098-8556-B4DFDE730BEF}" dt="2025-08-06T09:02:20.649" v="756" actId="1076"/>
          <ac:picMkLst>
            <pc:docMk/>
            <pc:sldMk cId="2104071711" sldId="278"/>
            <ac:picMk id="3" creationId="{FC7B0EC2-C320-6297-9E8C-30ED026D9FB8}"/>
          </ac:picMkLst>
        </pc:picChg>
        <pc:picChg chg="mod">
          <ac:chgData name="Marcus Röhming" userId="0f725a30e114f0f8" providerId="LiveId" clId="{85E426E3-079E-4098-8556-B4DFDE730BEF}" dt="2025-08-06T09:02:10.040" v="753" actId="1076"/>
          <ac:picMkLst>
            <pc:docMk/>
            <pc:sldMk cId="2104071711" sldId="278"/>
            <ac:picMk id="4" creationId="{D44661DE-522A-15F2-CA65-1CC7EE328437}"/>
          </ac:picMkLst>
        </pc:picChg>
        <pc:picChg chg="mod">
          <ac:chgData name="Marcus Röhming" userId="0f725a30e114f0f8" providerId="LiveId" clId="{85E426E3-079E-4098-8556-B4DFDE730BEF}" dt="2025-08-06T09:05:12.615" v="812" actId="1076"/>
          <ac:picMkLst>
            <pc:docMk/>
            <pc:sldMk cId="2104071711" sldId="278"/>
            <ac:picMk id="5" creationId="{FB20C645-2865-BFC8-B0DE-E03D05339759}"/>
          </ac:picMkLst>
        </pc:picChg>
        <pc:picChg chg="mod">
          <ac:chgData name="Marcus Röhming" userId="0f725a30e114f0f8" providerId="LiveId" clId="{85E426E3-079E-4098-8556-B4DFDE730BEF}" dt="2025-08-06T09:02:10.040" v="753" actId="1076"/>
          <ac:picMkLst>
            <pc:docMk/>
            <pc:sldMk cId="2104071711" sldId="278"/>
            <ac:picMk id="6" creationId="{D683E8F3-4575-ECEE-FD32-0C97BD3A312D}"/>
          </ac:picMkLst>
        </pc:picChg>
        <pc:picChg chg="mod">
          <ac:chgData name="Marcus Röhming" userId="0f725a30e114f0f8" providerId="LiveId" clId="{85E426E3-079E-4098-8556-B4DFDE730BEF}" dt="2025-08-06T09:05:12.615" v="812" actId="1076"/>
          <ac:picMkLst>
            <pc:docMk/>
            <pc:sldMk cId="2104071711" sldId="278"/>
            <ac:picMk id="7" creationId="{34284A69-EDE3-0C98-7723-67EC2AD36FEA}"/>
          </ac:picMkLst>
        </pc:picChg>
        <pc:picChg chg="add mod">
          <ac:chgData name="Marcus Röhming" userId="0f725a30e114f0f8" providerId="LiveId" clId="{85E426E3-079E-4098-8556-B4DFDE730BEF}" dt="2025-08-06T09:02:23.060" v="757" actId="1076"/>
          <ac:picMkLst>
            <pc:docMk/>
            <pc:sldMk cId="2104071711" sldId="278"/>
            <ac:picMk id="8" creationId="{71D1D8AF-672B-3F1F-E939-3E6A1D12A274}"/>
          </ac:picMkLst>
        </pc:picChg>
        <pc:picChg chg="add mod">
          <ac:chgData name="Marcus Röhming" userId="0f725a30e114f0f8" providerId="LiveId" clId="{85E426E3-079E-4098-8556-B4DFDE730BEF}" dt="2025-08-06T09:02:23.060" v="757" actId="1076"/>
          <ac:picMkLst>
            <pc:docMk/>
            <pc:sldMk cId="2104071711" sldId="278"/>
            <ac:picMk id="9" creationId="{A0CB13E4-B8D4-8037-CBE3-0D1CB61D449B}"/>
          </ac:picMkLst>
        </pc:picChg>
      </pc:sldChg>
      <pc:sldChg chg="delSp modSp add mod">
        <pc:chgData name="Marcus Röhming" userId="0f725a30e114f0f8" providerId="LiveId" clId="{85E426E3-079E-4098-8556-B4DFDE730BEF}" dt="2025-08-06T09:04:52.860" v="811" actId="1076"/>
        <pc:sldMkLst>
          <pc:docMk/>
          <pc:sldMk cId="4144194233" sldId="279"/>
        </pc:sldMkLst>
        <pc:spChg chg="mod">
          <ac:chgData name="Marcus Röhming" userId="0f725a30e114f0f8" providerId="LiveId" clId="{85E426E3-079E-4098-8556-B4DFDE730BEF}" dt="2025-08-06T09:04:52.860" v="811" actId="1076"/>
          <ac:spMkLst>
            <pc:docMk/>
            <pc:sldMk cId="4144194233" sldId="279"/>
            <ac:spMk id="11" creationId="{974547E9-1833-8452-5BBE-D7AE015833BC}"/>
          </ac:spMkLst>
        </pc:spChg>
        <pc:picChg chg="mod">
          <ac:chgData name="Marcus Röhming" userId="0f725a30e114f0f8" providerId="LiveId" clId="{85E426E3-079E-4098-8556-B4DFDE730BEF}" dt="2025-08-06T09:03:50.079" v="783" actId="1076"/>
          <ac:picMkLst>
            <pc:docMk/>
            <pc:sldMk cId="4144194233" sldId="279"/>
            <ac:picMk id="4" creationId="{84B5F3EF-1CB0-94B5-64D6-B218E79517C3}"/>
          </ac:picMkLst>
        </pc:picChg>
        <pc:picChg chg="mod">
          <ac:chgData name="Marcus Röhming" userId="0f725a30e114f0f8" providerId="LiveId" clId="{85E426E3-079E-4098-8556-B4DFDE730BEF}" dt="2025-08-06T09:03:50.079" v="783" actId="1076"/>
          <ac:picMkLst>
            <pc:docMk/>
            <pc:sldMk cId="4144194233" sldId="279"/>
            <ac:picMk id="5" creationId="{C5952E75-C9BB-7F1F-D42B-A0A1A9761325}"/>
          </ac:picMkLst>
        </pc:picChg>
        <pc:picChg chg="mod">
          <ac:chgData name="Marcus Röhming" userId="0f725a30e114f0f8" providerId="LiveId" clId="{85E426E3-079E-4098-8556-B4DFDE730BEF}" dt="2025-08-06T09:03:50.079" v="783" actId="1076"/>
          <ac:picMkLst>
            <pc:docMk/>
            <pc:sldMk cId="4144194233" sldId="279"/>
            <ac:picMk id="6" creationId="{F91CF764-9CFA-FF5C-DE3A-651AC77B9D0D}"/>
          </ac:picMkLst>
        </pc:picChg>
        <pc:picChg chg="mod">
          <ac:chgData name="Marcus Röhming" userId="0f725a30e114f0f8" providerId="LiveId" clId="{85E426E3-079E-4098-8556-B4DFDE730BEF}" dt="2025-08-06T09:03:50.079" v="783" actId="1076"/>
          <ac:picMkLst>
            <pc:docMk/>
            <pc:sldMk cId="4144194233" sldId="279"/>
            <ac:picMk id="7" creationId="{21DEBEB7-9565-68CA-CB50-3F986E616E16}"/>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8:20:03.176"/>
    </inkml:context>
    <inkml:brush xml:id="br0">
      <inkml:brushProperty name="width" value="0.035" units="cm"/>
      <inkml:brushProperty name="height" value="0.035" units="cm"/>
      <inkml:brushProperty name="color" value="#E71224"/>
    </inkml:brush>
  </inkml:definitions>
  <inkml:trace contextRef="#ctx0" brushRef="#br0">0 2 24575,'164'-2'0,"184"4"0,-118 25 0,-92-12 0,19 1 0,177-15 0,267 9 0,-459 0 0,-1 6 0,171 43 0,-183-31 0,229 20 0,-249-37 0,97 5 0,1682-14 0,-923-5 0,-599 3-8,2789-21-1106,-3083 19 986,1181-1 1378,-875 28-1250,14 0 0,850-17 0,-704-11 0,-303-5 0,319-52 0,-514 54-682,55-16-1,-69 14-6143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8:20:05.570"/>
    </inkml:context>
    <inkml:brush xml:id="br0">
      <inkml:brushProperty name="width" value="0.035" units="cm"/>
      <inkml:brushProperty name="height" value="0.035" units="cm"/>
      <inkml:brushProperty name="color" value="#E71224"/>
    </inkml:brush>
  </inkml:definitions>
  <inkml:trace contextRef="#ctx0" brushRef="#br0">14878 36 24575,'-2261'0'0,"1843"26"0,111-21 0,178-7 0,-3089 1 0,3139 2 0,-65 0 0,-251-30 0,242 9 9,0 7-1,-215 9 0,-298 55-821,121 19 641,-309 23 183,697-95 313,-282-38 0,84 3-23,-18 23-301,-576 52 0,213-15 0,235-15 0,-818 10 0,1044-18 0,214 5-1365,39 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8991B-582A-FD42-B5AC-46AD109E7B0B}" type="datetimeFigureOut">
              <a:rPr lang="de-DE" smtClean="0"/>
              <a:t>18.08.2025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8583B-4446-A44E-B247-8058F712067A}" type="slidenum">
              <a:rPr lang="de-DE" smtClean="0"/>
              <a:t>‹Nr.›</a:t>
            </a:fld>
            <a:endParaRPr lang="de-DE"/>
          </a:p>
        </p:txBody>
      </p:sp>
    </p:spTree>
    <p:extLst>
      <p:ext uri="{BB962C8B-B14F-4D97-AF65-F5344CB8AC3E}">
        <p14:creationId xmlns:p14="http://schemas.microsoft.com/office/powerpoint/2010/main" val="788513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97D6-8E5C-A743-1DD1-AADEDDA0DB3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1E97183-C4F4-0ADD-9185-1864D2A5C36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9B38241-1942-527A-D8AE-DAEE7E6E5BA2}"/>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77B2EE2-1EF4-6BE0-EFD2-40DCA84F6E7D}"/>
              </a:ext>
            </a:extLst>
          </p:cNvPr>
          <p:cNvSpPr>
            <a:spLocks noGrp="1"/>
          </p:cNvSpPr>
          <p:nvPr>
            <p:ph type="sldNum" sz="quarter" idx="5"/>
          </p:nvPr>
        </p:nvSpPr>
        <p:spPr/>
        <p:txBody>
          <a:bodyPr/>
          <a:lstStyle/>
          <a:p>
            <a:fld id="{EE58583B-4446-A44E-B247-8058F712067A}" type="slidenum">
              <a:rPr lang="de-DE" smtClean="0"/>
              <a:t>12</a:t>
            </a:fld>
            <a:endParaRPr lang="de-DE"/>
          </a:p>
        </p:txBody>
      </p:sp>
    </p:spTree>
    <p:extLst>
      <p:ext uri="{BB962C8B-B14F-4D97-AF65-F5344CB8AC3E}">
        <p14:creationId xmlns:p14="http://schemas.microsoft.com/office/powerpoint/2010/main" val="154730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E58583B-4446-A44E-B247-8058F712067A}" type="slidenum">
              <a:rPr lang="de-DE" smtClean="0"/>
              <a:t>14</a:t>
            </a:fld>
            <a:endParaRPr lang="de-DE"/>
          </a:p>
        </p:txBody>
      </p:sp>
    </p:spTree>
    <p:extLst>
      <p:ext uri="{BB962C8B-B14F-4D97-AF65-F5344CB8AC3E}">
        <p14:creationId xmlns:p14="http://schemas.microsoft.com/office/powerpoint/2010/main" val="2394645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ADC0D8CB-46E8-442B-8A6F-0118C223A180}" type="slidenum">
              <a:rPr lang="de-DE" smtClean="0"/>
              <a:t>20</a:t>
            </a:fld>
            <a:endParaRPr lang="de-DE"/>
          </a:p>
        </p:txBody>
      </p:sp>
    </p:spTree>
    <p:extLst>
      <p:ext uri="{BB962C8B-B14F-4D97-AF65-F5344CB8AC3E}">
        <p14:creationId xmlns:p14="http://schemas.microsoft.com/office/powerpoint/2010/main" val="2110272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28BC98-6BAB-BC83-8F1A-408D1C20A66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D6794BB2-D856-9014-31AD-077D3CD707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2D662EE-4596-DD54-EE75-382191B45202}"/>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5" name="Fußzeilenplatzhalter 4">
            <a:extLst>
              <a:ext uri="{FF2B5EF4-FFF2-40B4-BE49-F238E27FC236}">
                <a16:creationId xmlns:a16="http://schemas.microsoft.com/office/drawing/2014/main" id="{00A80A45-DE36-40FB-7132-98DFF4BC7E3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F1693BE-2D36-A108-AC2D-FB155B2F8E54}"/>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376500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936ECA-2D98-2765-0999-B9635184E87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28B3208-FC91-7E82-5B12-BDAD4CD25A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0C7EE03-C2FE-A0B8-EAEF-E1FF8D617A7C}"/>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5" name="Fußzeilenplatzhalter 4">
            <a:extLst>
              <a:ext uri="{FF2B5EF4-FFF2-40B4-BE49-F238E27FC236}">
                <a16:creationId xmlns:a16="http://schemas.microsoft.com/office/drawing/2014/main" id="{EE348ECE-D75D-0165-1D59-C501AB4D465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79CBDE6-0DDB-90D7-3978-B6ED8D068264}"/>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56479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84AE0E-9BDA-7BFF-7020-DAC20FB3023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9693F6C-69C5-7F64-C77D-3EB5481EDE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29BC171-6B5C-9B32-DFC7-7497757AE067}"/>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5" name="Fußzeilenplatzhalter 4">
            <a:extLst>
              <a:ext uri="{FF2B5EF4-FFF2-40B4-BE49-F238E27FC236}">
                <a16:creationId xmlns:a16="http://schemas.microsoft.com/office/drawing/2014/main" id="{454475C5-6AFD-4378-F708-95B0C779B32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C6D7C2C-D0BD-65F3-C85F-2BB93E9EBD66}"/>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1390145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A9DD29-1CEE-48E9-E4B0-0BA3DAC68501}"/>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14B53D6-1913-4B92-5A0B-19AF426F2FA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87F5662D-45A8-B0D5-8658-A06B9B58A3F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2FBEF94A-B85E-C1CA-4C78-8C93361A6844}"/>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6" name="Fußzeilenplatzhalter 5">
            <a:extLst>
              <a:ext uri="{FF2B5EF4-FFF2-40B4-BE49-F238E27FC236}">
                <a16:creationId xmlns:a16="http://schemas.microsoft.com/office/drawing/2014/main" id="{3D6536EC-C596-A656-7C3C-19A003F7429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76C3237-C19E-3403-3CAB-04E0228FDD67}"/>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2856102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B95960-7A02-E804-328D-AE47D8A5FF59}"/>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04ECD79-A706-864A-4712-E143E5B582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30A1385-3D1A-D8CA-C814-442F7B3A3F3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37CA78FB-1A8C-7E0E-8DFA-A963AB79FF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16B8462E-FA73-7822-8437-8409F33FE83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76EF038A-1B98-B758-1C3F-08CFC7A4C81B}"/>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8" name="Fußzeilenplatzhalter 7">
            <a:extLst>
              <a:ext uri="{FF2B5EF4-FFF2-40B4-BE49-F238E27FC236}">
                <a16:creationId xmlns:a16="http://schemas.microsoft.com/office/drawing/2014/main" id="{87044D1E-645A-7030-7F5D-B795850795F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E4DEC375-63C0-1CBD-6589-700456FB9986}"/>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4005736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02CF99-6D6F-78E4-9180-9901256DE99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642A43D-881D-6EE4-4A75-DE75C714F494}"/>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4" name="Fußzeilenplatzhalter 3">
            <a:extLst>
              <a:ext uri="{FF2B5EF4-FFF2-40B4-BE49-F238E27FC236}">
                <a16:creationId xmlns:a16="http://schemas.microsoft.com/office/drawing/2014/main" id="{581E83E9-BD44-9342-188D-64E308523DD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99A70A5-E83D-45DF-1235-C9CD3558F93A}"/>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19089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84E2F03-A5B5-E78B-DA8C-C6B181E97108}"/>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3" name="Fußzeilenplatzhalter 2">
            <a:extLst>
              <a:ext uri="{FF2B5EF4-FFF2-40B4-BE49-F238E27FC236}">
                <a16:creationId xmlns:a16="http://schemas.microsoft.com/office/drawing/2014/main" id="{47FBD005-51A2-92E3-7CEE-882861141DB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8163B09A-320C-2BE6-F381-FE5C8F31DEDF}"/>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654941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91C1F8-6535-6E41-03F2-02641A3C619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D7DA9EA1-02E6-4367-F4FE-D07C4EAA7D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6FCF678-7D83-B867-4EA4-88BDA2B15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1448104-8042-5275-BFA4-2D8889F94826}"/>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6" name="Fußzeilenplatzhalter 5">
            <a:extLst>
              <a:ext uri="{FF2B5EF4-FFF2-40B4-BE49-F238E27FC236}">
                <a16:creationId xmlns:a16="http://schemas.microsoft.com/office/drawing/2014/main" id="{EE937F7D-413A-CBB7-515A-081C63BA448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560CA68-8F8B-927E-06C4-11EEC335C85A}"/>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2251034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5535D-DF1F-082C-C39A-288488B5B0D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6F853CE1-ED18-BFDF-2437-EF2C7B8996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87656A9B-CA64-F60D-3975-F8CBE83D31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CA653E2-86FB-1741-84D1-C0A52D833231}"/>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6" name="Fußzeilenplatzhalter 5">
            <a:extLst>
              <a:ext uri="{FF2B5EF4-FFF2-40B4-BE49-F238E27FC236}">
                <a16:creationId xmlns:a16="http://schemas.microsoft.com/office/drawing/2014/main" id="{D5BB17D2-79B0-531F-9082-B5A78AD2240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F0B4479-F312-98F9-CA99-8264263DE791}"/>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632297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8A643-82AA-7C79-A8E2-02F5318B8A4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C1BEE9DE-0199-A799-5962-42B311F5874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78F3F12-FB27-663E-43EA-9E0E5E386CD6}"/>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5" name="Fußzeilenplatzhalter 4">
            <a:extLst>
              <a:ext uri="{FF2B5EF4-FFF2-40B4-BE49-F238E27FC236}">
                <a16:creationId xmlns:a16="http://schemas.microsoft.com/office/drawing/2014/main" id="{AEA25241-653A-D9C6-8515-9B4B9FCDA3F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BAED225-71AE-F0FF-A88A-C1800C36D142}"/>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4908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63860A7-38BB-B469-70E8-6350D7DDD7A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DEA77F7C-4C98-7E5E-BE81-D0B64BE96A7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E9D4741-B07F-B1EB-4B90-6C47E67BAD36}"/>
              </a:ext>
            </a:extLst>
          </p:cNvPr>
          <p:cNvSpPr>
            <a:spLocks noGrp="1"/>
          </p:cNvSpPr>
          <p:nvPr>
            <p:ph type="dt" sz="half" idx="10"/>
          </p:nvPr>
        </p:nvSpPr>
        <p:spPr/>
        <p:txBody>
          <a:bodyPr/>
          <a:lstStyle/>
          <a:p>
            <a:fld id="{EAD86221-66C6-F84D-B890-CE4D25155880}" type="datetimeFigureOut">
              <a:rPr lang="de-DE" smtClean="0"/>
              <a:t>18.08.2025</a:t>
            </a:fld>
            <a:endParaRPr lang="de-DE"/>
          </a:p>
        </p:txBody>
      </p:sp>
      <p:sp>
        <p:nvSpPr>
          <p:cNvPr id="5" name="Fußzeilenplatzhalter 4">
            <a:extLst>
              <a:ext uri="{FF2B5EF4-FFF2-40B4-BE49-F238E27FC236}">
                <a16:creationId xmlns:a16="http://schemas.microsoft.com/office/drawing/2014/main" id="{BDBDA4B0-25EF-8690-928D-37661A8E0E1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C6706E5-084B-DF53-5CA8-C00D22340BAE}"/>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435172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132FBF5-CC78-720B-B058-DACC339BAC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EA57891-78ED-2408-0A91-ED0C192076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C311B32-B9AC-6CC5-F8C5-505CAAD94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86221-66C6-F84D-B890-CE4D25155880}" type="datetimeFigureOut">
              <a:rPr lang="de-DE" smtClean="0"/>
              <a:t>18.08.2025</a:t>
            </a:fld>
            <a:endParaRPr lang="de-DE"/>
          </a:p>
        </p:txBody>
      </p:sp>
      <p:sp>
        <p:nvSpPr>
          <p:cNvPr id="5" name="Fußzeilenplatzhalter 4">
            <a:extLst>
              <a:ext uri="{FF2B5EF4-FFF2-40B4-BE49-F238E27FC236}">
                <a16:creationId xmlns:a16="http://schemas.microsoft.com/office/drawing/2014/main" id="{3448D9B8-9005-DC63-1D03-32F8E7B2B3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605A1B71-153E-190B-95E1-3483F9E9B2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52D2F9-A787-2248-8837-36846A35070E}" type="slidenum">
              <a:rPr lang="de-DE" smtClean="0"/>
              <a:t>‹Nr.›</a:t>
            </a:fld>
            <a:endParaRPr lang="de-DE"/>
          </a:p>
        </p:txBody>
      </p:sp>
    </p:spTree>
    <p:extLst>
      <p:ext uri="{BB962C8B-B14F-4D97-AF65-F5344CB8AC3E}">
        <p14:creationId xmlns:p14="http://schemas.microsoft.com/office/powerpoint/2010/main" val="1058156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zlm.de/vam/msk-rechteckfeld-doppelt.html" TargetMode="External"/><Relationship Id="rId2" Type="http://schemas.openxmlformats.org/officeDocument/2006/relationships/hyperlink" Target="https://dzlm.de/vam/msk-rechteckfeld-zerlegt.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3" Type="http://schemas.openxmlformats.org/officeDocument/2006/relationships/image" Target="../media/image21.png"/><Relationship Id="rId7" Type="http://schemas.microsoft.com/office/2007/relationships/hdphoto" Target="../media/hdphoto1.wdp"/><Relationship Id="rId12"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8.sv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22.png"/><Relationship Id="rId9" Type="http://schemas.openxmlformats.org/officeDocument/2006/relationships/image" Target="../media/image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customXml" Target="../ink/ink2.xml"/><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customXml" Target="../ink/ink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0.png"/><Relationship Id="rId1" Type="http://schemas.openxmlformats.org/officeDocument/2006/relationships/slideLayout" Target="../slideLayouts/slideLayout6.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2B60EE-3962-B5F8-88E6-4B8B91BA3889}"/>
              </a:ext>
            </a:extLst>
          </p:cNvPr>
          <p:cNvSpPr>
            <a:spLocks noGrp="1"/>
          </p:cNvSpPr>
          <p:nvPr>
            <p:ph type="ctrTitle"/>
          </p:nvPr>
        </p:nvSpPr>
        <p:spPr/>
        <p:txBody>
          <a:bodyPr/>
          <a:lstStyle/>
          <a:p>
            <a:r>
              <a:rPr lang="de-DE" dirty="0"/>
              <a:t>Anmerkungen zum Distributivfeld</a:t>
            </a:r>
          </a:p>
        </p:txBody>
      </p:sp>
      <p:sp>
        <p:nvSpPr>
          <p:cNvPr id="3" name="Untertitel 2">
            <a:extLst>
              <a:ext uri="{FF2B5EF4-FFF2-40B4-BE49-F238E27FC236}">
                <a16:creationId xmlns:a16="http://schemas.microsoft.com/office/drawing/2014/main" id="{E4D2C38B-382A-A588-6834-AC489E379F7A}"/>
              </a:ext>
            </a:extLst>
          </p:cNvPr>
          <p:cNvSpPr>
            <a:spLocks noGrp="1"/>
          </p:cNvSpPr>
          <p:nvPr>
            <p:ph type="subTitle" idx="1"/>
          </p:nvPr>
        </p:nvSpPr>
        <p:spPr>
          <a:xfrm>
            <a:off x="1524000" y="4186829"/>
            <a:ext cx="9144000" cy="1655762"/>
          </a:xfrm>
        </p:spPr>
        <p:txBody>
          <a:bodyPr/>
          <a:lstStyle/>
          <a:p>
            <a:r>
              <a:rPr lang="de-DE" dirty="0">
                <a:hlinkClick r:id="rId2"/>
              </a:rPr>
              <a:t>https://dzlm.de/vam/msk-rechteckfeld-zerlegt.html</a:t>
            </a:r>
            <a:endParaRPr lang="de-DE" dirty="0"/>
          </a:p>
          <a:p>
            <a:r>
              <a:rPr lang="de-DE" dirty="0">
                <a:hlinkClick r:id="rId3"/>
              </a:rPr>
              <a:t>https://dzlm.de/vam/msk-rechteckfeld-doppelt.html</a:t>
            </a:r>
            <a:endParaRPr lang="de-DE" dirty="0"/>
          </a:p>
          <a:p>
            <a:endParaRPr lang="de-DE" dirty="0"/>
          </a:p>
        </p:txBody>
      </p:sp>
      <p:sp>
        <p:nvSpPr>
          <p:cNvPr id="4" name="Textfeld 3">
            <a:extLst>
              <a:ext uri="{FF2B5EF4-FFF2-40B4-BE49-F238E27FC236}">
                <a16:creationId xmlns:a16="http://schemas.microsoft.com/office/drawing/2014/main" id="{1B7CEC07-7746-686B-E911-9F30C51645AA}"/>
              </a:ext>
            </a:extLst>
          </p:cNvPr>
          <p:cNvSpPr txBox="1"/>
          <p:nvPr/>
        </p:nvSpPr>
        <p:spPr>
          <a:xfrm>
            <a:off x="652383" y="4425107"/>
            <a:ext cx="1743234" cy="369332"/>
          </a:xfrm>
          <a:prstGeom prst="rect">
            <a:avLst/>
          </a:prstGeom>
          <a:noFill/>
        </p:spPr>
        <p:txBody>
          <a:bodyPr wrap="none" rtlCol="0">
            <a:spAutoFit/>
          </a:bodyPr>
          <a:lstStyle/>
          <a:p>
            <a:r>
              <a:rPr lang="de-DE" dirty="0">
                <a:highlight>
                  <a:srgbClr val="FFFF00"/>
                </a:highlight>
              </a:rPr>
              <a:t>Beides Spalten!</a:t>
            </a:r>
          </a:p>
        </p:txBody>
      </p:sp>
    </p:spTree>
    <p:extLst>
      <p:ext uri="{BB962C8B-B14F-4D97-AF65-F5344CB8AC3E}">
        <p14:creationId xmlns:p14="http://schemas.microsoft.com/office/powerpoint/2010/main" val="2151850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970F45-51E8-8D93-34EB-B30F80396072}"/>
              </a:ext>
            </a:extLst>
          </p:cNvPr>
          <p:cNvSpPr>
            <a:spLocks noGrp="1"/>
          </p:cNvSpPr>
          <p:nvPr>
            <p:ph type="title"/>
          </p:nvPr>
        </p:nvSpPr>
        <p:spPr>
          <a:xfrm>
            <a:off x="838200" y="365125"/>
            <a:ext cx="10515600" cy="490281"/>
          </a:xfrm>
        </p:spPr>
        <p:txBody>
          <a:bodyPr>
            <a:normAutofit fontScale="90000"/>
          </a:bodyPr>
          <a:lstStyle/>
          <a:p>
            <a:r>
              <a:rPr lang="de-DE" dirty="0" err="1"/>
              <a:t>Featurelist</a:t>
            </a:r>
            <a:endParaRPr lang="de-DE" dirty="0"/>
          </a:p>
        </p:txBody>
      </p:sp>
      <p:sp>
        <p:nvSpPr>
          <p:cNvPr id="3" name="Inhaltsplatzhalter 2">
            <a:extLst>
              <a:ext uri="{FF2B5EF4-FFF2-40B4-BE49-F238E27FC236}">
                <a16:creationId xmlns:a16="http://schemas.microsoft.com/office/drawing/2014/main" id="{A2E300DD-7923-3646-463A-626A7C7A630F}"/>
              </a:ext>
            </a:extLst>
          </p:cNvPr>
          <p:cNvSpPr>
            <a:spLocks noGrp="1"/>
          </p:cNvSpPr>
          <p:nvPr>
            <p:ph idx="1"/>
          </p:nvPr>
        </p:nvSpPr>
        <p:spPr>
          <a:xfrm>
            <a:off x="838200" y="934065"/>
            <a:ext cx="10515600" cy="5242898"/>
          </a:xfrm>
        </p:spPr>
        <p:txBody>
          <a:bodyPr>
            <a:normAutofit/>
          </a:bodyPr>
          <a:lstStyle/>
          <a:p>
            <a:r>
              <a:rPr lang="de-DE" dirty="0"/>
              <a:t>2-dimensionales Rechteckfeld</a:t>
            </a:r>
          </a:p>
          <a:p>
            <a:pPr lvl="1"/>
            <a:r>
              <a:rPr lang="de-DE" dirty="0" err="1"/>
              <a:t>Toggle</a:t>
            </a:r>
            <a:r>
              <a:rPr lang="de-DE" dirty="0"/>
              <a:t> für Quadrate/Kreisschreiben</a:t>
            </a:r>
          </a:p>
          <a:p>
            <a:pPr lvl="1"/>
            <a:r>
              <a:rPr lang="de-DE" dirty="0"/>
              <a:t>Rechteckfeld grundsätzlich verschiebbar (ausstellbar)</a:t>
            </a:r>
          </a:p>
          <a:p>
            <a:pPr lvl="1"/>
            <a:r>
              <a:rPr lang="de-DE" dirty="0"/>
              <a:t>Farben denkt sich Viki aus.</a:t>
            </a:r>
          </a:p>
          <a:p>
            <a:r>
              <a:rPr lang="de-DE" dirty="0" err="1"/>
              <a:t>Verschiebedingsi</a:t>
            </a:r>
            <a:r>
              <a:rPr lang="de-DE" dirty="0"/>
              <a:t> für mehr/weniger Spalten/Zeilen analog </a:t>
            </a:r>
            <a:r>
              <a:rPr lang="de-DE" dirty="0" err="1"/>
              <a:t>divisors</a:t>
            </a:r>
            <a:endParaRPr lang="de-DE" dirty="0"/>
          </a:p>
          <a:p>
            <a:r>
              <a:rPr lang="de-DE" dirty="0"/>
              <a:t>Farbmarkierung mit Toolbar</a:t>
            </a:r>
          </a:p>
          <a:p>
            <a:pPr lvl="1"/>
            <a:r>
              <a:rPr lang="de-DE" dirty="0" err="1"/>
              <a:t>Bucket</a:t>
            </a:r>
            <a:r>
              <a:rPr lang="de-DE" dirty="0"/>
              <a:t> Tool, damit Linie ziehen</a:t>
            </a:r>
          </a:p>
          <a:p>
            <a:r>
              <a:rPr lang="de-DE" dirty="0"/>
              <a:t>Zerschneiden, indem Kind Waagerechte oder Senkrechte ziehen kann, Referenzpunkt ist die x- bzw. y-Koordinate</a:t>
            </a:r>
          </a:p>
          <a:p>
            <a:pPr lvl="1"/>
            <a:r>
              <a:rPr lang="de-DE" dirty="0"/>
              <a:t>Linie ist sichtbar beim Schneiden, danach geht sie weg und die Spalten/Zeilen rutschen auseinander</a:t>
            </a:r>
          </a:p>
          <a:p>
            <a:endParaRPr lang="de-DE" dirty="0"/>
          </a:p>
          <a:p>
            <a:endParaRPr lang="de-DE" dirty="0"/>
          </a:p>
          <a:p>
            <a:pPr lvl="1"/>
            <a:endParaRPr lang="de-DE" dirty="0"/>
          </a:p>
        </p:txBody>
      </p:sp>
      <p:pic>
        <p:nvPicPr>
          <p:cNvPr id="5" name="Grafik 4">
            <a:extLst>
              <a:ext uri="{FF2B5EF4-FFF2-40B4-BE49-F238E27FC236}">
                <a16:creationId xmlns:a16="http://schemas.microsoft.com/office/drawing/2014/main" id="{96A0EE8F-E365-76E2-9E68-2A7B712BBD0A}"/>
              </a:ext>
            </a:extLst>
          </p:cNvPr>
          <p:cNvPicPr>
            <a:picLocks noChangeAspect="1"/>
          </p:cNvPicPr>
          <p:nvPr/>
        </p:nvPicPr>
        <p:blipFill>
          <a:blip r:embed="rId2"/>
          <a:stretch>
            <a:fillRect/>
          </a:stretch>
        </p:blipFill>
        <p:spPr>
          <a:xfrm>
            <a:off x="11244216" y="1766651"/>
            <a:ext cx="676369" cy="1181265"/>
          </a:xfrm>
          <a:prstGeom prst="rect">
            <a:avLst/>
          </a:prstGeom>
        </p:spPr>
      </p:pic>
    </p:spTree>
    <p:extLst>
      <p:ext uri="{BB962C8B-B14F-4D97-AF65-F5344CB8AC3E}">
        <p14:creationId xmlns:p14="http://schemas.microsoft.com/office/powerpoint/2010/main" val="367220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D66C1-DAB2-3E14-0355-471A80EB56C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A347B67-CC16-2FD5-FFA9-3755201F44CC}"/>
              </a:ext>
            </a:extLst>
          </p:cNvPr>
          <p:cNvSpPr>
            <a:spLocks noGrp="1"/>
          </p:cNvSpPr>
          <p:nvPr>
            <p:ph type="title"/>
          </p:nvPr>
        </p:nvSpPr>
        <p:spPr>
          <a:xfrm>
            <a:off x="838200" y="365125"/>
            <a:ext cx="10515600" cy="490281"/>
          </a:xfrm>
        </p:spPr>
        <p:txBody>
          <a:bodyPr>
            <a:normAutofit fontScale="90000"/>
          </a:bodyPr>
          <a:lstStyle/>
          <a:p>
            <a:r>
              <a:rPr lang="de-DE" dirty="0" err="1"/>
              <a:t>Featurelist</a:t>
            </a:r>
            <a:endParaRPr lang="de-DE" dirty="0"/>
          </a:p>
        </p:txBody>
      </p:sp>
      <p:sp>
        <p:nvSpPr>
          <p:cNvPr id="3" name="Inhaltsplatzhalter 2">
            <a:extLst>
              <a:ext uri="{FF2B5EF4-FFF2-40B4-BE49-F238E27FC236}">
                <a16:creationId xmlns:a16="http://schemas.microsoft.com/office/drawing/2014/main" id="{D2170B73-E1EF-1F8A-7C1A-4A86ADC0159C}"/>
              </a:ext>
            </a:extLst>
          </p:cNvPr>
          <p:cNvSpPr>
            <a:spLocks noGrp="1"/>
          </p:cNvSpPr>
          <p:nvPr>
            <p:ph idx="1"/>
          </p:nvPr>
        </p:nvSpPr>
        <p:spPr>
          <a:xfrm>
            <a:off x="838200" y="934065"/>
            <a:ext cx="10515600" cy="5242898"/>
          </a:xfrm>
        </p:spPr>
        <p:txBody>
          <a:bodyPr/>
          <a:lstStyle/>
          <a:p>
            <a:pPr lvl="1"/>
            <a:r>
              <a:rPr lang="de-DE" dirty="0"/>
              <a:t>Schnitte nur da, wo gefärbt wurde</a:t>
            </a:r>
          </a:p>
          <a:p>
            <a:r>
              <a:rPr lang="de-DE" dirty="0"/>
              <a:t>Term- und Textdarstellung</a:t>
            </a:r>
          </a:p>
          <a:p>
            <a:pPr lvl="1"/>
            <a:r>
              <a:rPr lang="de-DE" dirty="0"/>
              <a:t>Anzeige konfigurierbar</a:t>
            </a:r>
          </a:p>
          <a:p>
            <a:pPr lvl="1"/>
            <a:r>
              <a:rPr lang="de-DE" dirty="0"/>
              <a:t>Button für Darstellung von „nur Term“, „nur Text“ oder „beides“</a:t>
            </a:r>
          </a:p>
          <a:p>
            <a:r>
              <a:rPr lang="de-DE" dirty="0"/>
              <a:t>Löschen-/Zurückbutton </a:t>
            </a:r>
          </a:p>
          <a:p>
            <a:pPr lvl="1"/>
            <a:r>
              <a:rPr lang="de-DE" dirty="0"/>
              <a:t>Linie löschen, indem sie nochmal gezeichnet wird</a:t>
            </a:r>
          </a:p>
          <a:p>
            <a:pPr lvl="1"/>
            <a:r>
              <a:rPr lang="de-DE" dirty="0"/>
              <a:t>Farbe löschen, indem man an der gleichen Stelle (Spalte/</a:t>
            </a:r>
            <a:r>
              <a:rPr lang="de-DE" dirty="0" err="1"/>
              <a:t>zeile</a:t>
            </a:r>
            <a:r>
              <a:rPr lang="de-DE" dirty="0"/>
              <a:t>) nochmal färbt</a:t>
            </a:r>
          </a:p>
          <a:p>
            <a:r>
              <a:rPr lang="de-DE" dirty="0"/>
              <a:t>(?) Buttons dafür, dass Padding der ZEILEN zu ändern, zwischen 0 und &lt;irgendwas&gt;</a:t>
            </a:r>
          </a:p>
          <a:p>
            <a:pPr lvl="1"/>
            <a:r>
              <a:rPr lang="de-DE" dirty="0"/>
              <a:t>Geht nur, wenn komplett geschnitten oder gar nicht geschnitten</a:t>
            </a:r>
          </a:p>
          <a:p>
            <a:pPr lvl="1"/>
            <a:endParaRPr lang="de-DE" dirty="0"/>
          </a:p>
          <a:p>
            <a:pPr lvl="1"/>
            <a:endParaRPr lang="de-DE" dirty="0"/>
          </a:p>
        </p:txBody>
      </p:sp>
    </p:spTree>
    <p:extLst>
      <p:ext uri="{BB962C8B-B14F-4D97-AF65-F5344CB8AC3E}">
        <p14:creationId xmlns:p14="http://schemas.microsoft.com/office/powerpoint/2010/main" val="2299977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F373BFF6-2932-0263-98AC-2B28547552E9}"/>
              </a:ext>
            </a:extLst>
          </p:cNvPr>
          <p:cNvSpPr>
            <a:spLocks noGrp="1"/>
          </p:cNvSpPr>
          <p:nvPr>
            <p:ph idx="1"/>
          </p:nvPr>
        </p:nvSpPr>
        <p:spPr>
          <a:xfrm>
            <a:off x="838200" y="400692"/>
            <a:ext cx="10515600" cy="5776271"/>
          </a:xfrm>
        </p:spPr>
        <p:txBody>
          <a:bodyPr/>
          <a:lstStyle/>
          <a:p>
            <a:r>
              <a:rPr lang="de-DE" dirty="0" err="1"/>
              <a:t>Toggle</a:t>
            </a:r>
            <a:r>
              <a:rPr lang="de-DE" dirty="0"/>
              <a:t> für (blaue) Markierung von Zeile/Spalte</a:t>
            </a:r>
          </a:p>
          <a:p>
            <a:r>
              <a:rPr lang="de-DE" dirty="0"/>
              <a:t>Kind zeichnet </a:t>
            </a:r>
            <a:r>
              <a:rPr lang="de-DE" dirty="0" err="1"/>
              <a:t>Freihandschnulli</a:t>
            </a:r>
            <a:r>
              <a:rPr lang="de-DE" dirty="0"/>
              <a:t> (oder eine Gerade) und zerschneidet damit Kram</a:t>
            </a:r>
          </a:p>
          <a:p>
            <a:pPr lvl="1"/>
            <a:r>
              <a:rPr lang="de-DE" dirty="0"/>
              <a:t>Kind kann überall schneiden? - Nein</a:t>
            </a:r>
          </a:p>
          <a:p>
            <a:pPr lvl="1"/>
            <a:r>
              <a:rPr lang="de-DE" dirty="0"/>
              <a:t>Zerschneidung und Farbe identisch, aber wenn Farbe aktualisiert, dann Zerschneidung weg (muss neu gemacht werden)</a:t>
            </a:r>
          </a:p>
          <a:p>
            <a:pPr lvl="1"/>
            <a:r>
              <a:rPr lang="de-DE" dirty="0"/>
              <a:t>Kind zerschneidet beide Linien einzeln </a:t>
            </a:r>
            <a:r>
              <a:rPr lang="de-DE" dirty="0" err="1"/>
              <a:t>probably</a:t>
            </a:r>
            <a:endParaRPr lang="de-DE" dirty="0"/>
          </a:p>
          <a:p>
            <a:r>
              <a:rPr lang="de-DE" dirty="0" err="1"/>
              <a:t>Toggle</a:t>
            </a:r>
            <a:r>
              <a:rPr lang="de-DE" dirty="0"/>
              <a:t> zum Einblenden der Terme</a:t>
            </a:r>
          </a:p>
          <a:p>
            <a:r>
              <a:rPr lang="de-DE" dirty="0"/>
              <a:t>Einstellbar ob Punkte oder Quadrate oder irgendwas dazwischen</a:t>
            </a:r>
          </a:p>
        </p:txBody>
      </p:sp>
    </p:spTree>
    <p:extLst>
      <p:ext uri="{BB962C8B-B14F-4D97-AF65-F5344CB8AC3E}">
        <p14:creationId xmlns:p14="http://schemas.microsoft.com/office/powerpoint/2010/main" val="901727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A9725-58AF-82E6-C587-4A3D2B3A9C1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8C8D2A0-3CB5-144E-2186-1359F0FB3983}"/>
              </a:ext>
            </a:extLst>
          </p:cNvPr>
          <p:cNvSpPr>
            <a:spLocks noGrp="1"/>
          </p:cNvSpPr>
          <p:nvPr>
            <p:ph type="title"/>
          </p:nvPr>
        </p:nvSpPr>
        <p:spPr>
          <a:xfrm>
            <a:off x="838200" y="365125"/>
            <a:ext cx="10515600" cy="490281"/>
          </a:xfrm>
        </p:spPr>
        <p:txBody>
          <a:bodyPr>
            <a:normAutofit fontScale="90000"/>
          </a:bodyPr>
          <a:lstStyle/>
          <a:p>
            <a:endParaRPr lang="de-DE" dirty="0"/>
          </a:p>
        </p:txBody>
      </p:sp>
      <p:sp>
        <p:nvSpPr>
          <p:cNvPr id="3" name="Inhaltsplatzhalter 2">
            <a:extLst>
              <a:ext uri="{FF2B5EF4-FFF2-40B4-BE49-F238E27FC236}">
                <a16:creationId xmlns:a16="http://schemas.microsoft.com/office/drawing/2014/main" id="{269B3F95-8DB8-04BE-475D-50C809163BBC}"/>
              </a:ext>
            </a:extLst>
          </p:cNvPr>
          <p:cNvSpPr>
            <a:spLocks noGrp="1"/>
          </p:cNvSpPr>
          <p:nvPr>
            <p:ph idx="1"/>
          </p:nvPr>
        </p:nvSpPr>
        <p:spPr>
          <a:xfrm>
            <a:off x="838200" y="934065"/>
            <a:ext cx="10515600" cy="5242898"/>
          </a:xfrm>
        </p:spPr>
        <p:txBody>
          <a:bodyPr/>
          <a:lstStyle/>
          <a:p>
            <a:r>
              <a:rPr lang="de-DE" dirty="0"/>
              <a:t>Validierung Nötig?</a:t>
            </a:r>
          </a:p>
          <a:p>
            <a:pPr lvl="1"/>
            <a:r>
              <a:rPr lang="de-DE" dirty="0"/>
              <a:t>{</a:t>
            </a:r>
            <a:r>
              <a:rPr lang="de-DE" dirty="0" err="1"/>
              <a:t>RESULT_cols</a:t>
            </a:r>
            <a:r>
              <a:rPr lang="de-DE" dirty="0"/>
              <a:t>}</a:t>
            </a:r>
          </a:p>
          <a:p>
            <a:pPr lvl="1"/>
            <a:r>
              <a:rPr lang="de-DE" dirty="0"/>
              <a:t>{</a:t>
            </a:r>
            <a:r>
              <a:rPr lang="de-DE" dirty="0" err="1"/>
              <a:t>RESULT_rows</a:t>
            </a:r>
            <a:r>
              <a:rPr lang="de-DE" dirty="0"/>
              <a:t>}</a:t>
            </a:r>
          </a:p>
          <a:p>
            <a:pPr lvl="1"/>
            <a:r>
              <a:rPr lang="de-DE" dirty="0"/>
              <a:t>…</a:t>
            </a:r>
          </a:p>
          <a:p>
            <a:r>
              <a:rPr lang="de-DE" dirty="0" err="1"/>
              <a:t>Referenzierung</a:t>
            </a:r>
            <a:r>
              <a:rPr lang="de-DE" dirty="0"/>
              <a:t>:</a:t>
            </a:r>
          </a:p>
          <a:p>
            <a:pPr lvl="1"/>
            <a:r>
              <a:rPr lang="de-DE" dirty="0" err="1"/>
              <a:t>joa</a:t>
            </a:r>
            <a:endParaRPr lang="de-DE" dirty="0"/>
          </a:p>
          <a:p>
            <a:pPr lvl="1"/>
            <a:endParaRPr lang="de-DE" dirty="0"/>
          </a:p>
        </p:txBody>
      </p:sp>
    </p:spTree>
    <p:extLst>
      <p:ext uri="{BB962C8B-B14F-4D97-AF65-F5344CB8AC3E}">
        <p14:creationId xmlns:p14="http://schemas.microsoft.com/office/powerpoint/2010/main" val="272598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A30A-94F2-7A7A-0EDE-C1F21F278C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AD2583-889F-C7FC-709C-9CC48D3FF782}"/>
              </a:ext>
            </a:extLst>
          </p:cNvPr>
          <p:cNvSpPr>
            <a:spLocks noGrp="1"/>
          </p:cNvSpPr>
          <p:nvPr>
            <p:ph type="title"/>
          </p:nvPr>
        </p:nvSpPr>
        <p:spPr>
          <a:xfrm>
            <a:off x="838200" y="365125"/>
            <a:ext cx="10515600" cy="490281"/>
          </a:xfrm>
        </p:spPr>
        <p:txBody>
          <a:bodyPr>
            <a:normAutofit fontScale="90000"/>
          </a:bodyPr>
          <a:lstStyle/>
          <a:p>
            <a:r>
              <a:rPr lang="de-DE" dirty="0"/>
              <a:t>Zeitplan</a:t>
            </a:r>
          </a:p>
        </p:txBody>
      </p:sp>
      <p:sp>
        <p:nvSpPr>
          <p:cNvPr id="3" name="Inhaltsplatzhalter 2">
            <a:extLst>
              <a:ext uri="{FF2B5EF4-FFF2-40B4-BE49-F238E27FC236}">
                <a16:creationId xmlns:a16="http://schemas.microsoft.com/office/drawing/2014/main" id="{8E2CC125-9BC8-D60A-2CC9-A829F0DAA180}"/>
              </a:ext>
            </a:extLst>
          </p:cNvPr>
          <p:cNvSpPr>
            <a:spLocks noGrp="1"/>
          </p:cNvSpPr>
          <p:nvPr>
            <p:ph idx="1"/>
          </p:nvPr>
        </p:nvSpPr>
        <p:spPr>
          <a:xfrm>
            <a:off x="838200" y="934065"/>
            <a:ext cx="10515600" cy="5242898"/>
          </a:xfrm>
        </p:spPr>
        <p:txBody>
          <a:bodyPr/>
          <a:lstStyle/>
          <a:p>
            <a:r>
              <a:rPr lang="de-DE"/>
              <a:t>21</a:t>
            </a:r>
            <a:r>
              <a:rPr lang="de-DE" dirty="0"/>
              <a:t>. September: Fortbildung</a:t>
            </a:r>
          </a:p>
          <a:p>
            <a:r>
              <a:rPr lang="de-DE" dirty="0"/>
              <a:t>November: in </a:t>
            </a:r>
            <a:r>
              <a:rPr lang="de-DE" dirty="0" err="1"/>
              <a:t>divomath</a:t>
            </a:r>
            <a:endParaRPr lang="de-DE" dirty="0"/>
          </a:p>
          <a:p>
            <a:pPr lvl="1"/>
            <a:endParaRPr lang="de-DE" dirty="0"/>
          </a:p>
        </p:txBody>
      </p:sp>
    </p:spTree>
    <p:extLst>
      <p:ext uri="{BB962C8B-B14F-4D97-AF65-F5344CB8AC3E}">
        <p14:creationId xmlns:p14="http://schemas.microsoft.com/office/powerpoint/2010/main" val="3726084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11A7121-9AFD-5D92-F260-0DF843D79FCF}"/>
              </a:ext>
            </a:extLst>
          </p:cNvPr>
          <p:cNvPicPr>
            <a:picLocks noChangeAspect="1"/>
          </p:cNvPicPr>
          <p:nvPr/>
        </p:nvPicPr>
        <p:blipFill rotWithShape="1">
          <a:blip r:embed="rId2">
            <a:grayscl/>
          </a:blip>
          <a:srcRect r="17243" b="28545"/>
          <a:stretch>
            <a:fillRect/>
          </a:stretch>
        </p:blipFill>
        <p:spPr>
          <a:xfrm>
            <a:off x="3747321" y="1827803"/>
            <a:ext cx="3516560" cy="2470021"/>
          </a:xfrm>
          <a:prstGeom prst="rect">
            <a:avLst/>
          </a:prstGeom>
        </p:spPr>
      </p:pic>
      <p:pic>
        <p:nvPicPr>
          <p:cNvPr id="5" name="Grafik 4">
            <a:extLst>
              <a:ext uri="{FF2B5EF4-FFF2-40B4-BE49-F238E27FC236}">
                <a16:creationId xmlns:a16="http://schemas.microsoft.com/office/drawing/2014/main" id="{AC432C0F-2C04-5B15-96B3-38D1662F7515}"/>
              </a:ext>
            </a:extLst>
          </p:cNvPr>
          <p:cNvPicPr>
            <a:picLocks noChangeAspect="1"/>
          </p:cNvPicPr>
          <p:nvPr/>
        </p:nvPicPr>
        <p:blipFill rotWithShape="1">
          <a:blip r:embed="rId2">
            <a:grayscl/>
          </a:blip>
          <a:srcRect l="82757" b="28545"/>
          <a:stretch>
            <a:fillRect/>
          </a:stretch>
        </p:blipFill>
        <p:spPr>
          <a:xfrm>
            <a:off x="7263881" y="1828520"/>
            <a:ext cx="732720" cy="2470021"/>
          </a:xfrm>
          <a:prstGeom prst="rect">
            <a:avLst/>
          </a:prstGeom>
        </p:spPr>
      </p:pic>
      <p:pic>
        <p:nvPicPr>
          <p:cNvPr id="6" name="Grafik 5">
            <a:extLst>
              <a:ext uri="{FF2B5EF4-FFF2-40B4-BE49-F238E27FC236}">
                <a16:creationId xmlns:a16="http://schemas.microsoft.com/office/drawing/2014/main" id="{67DEA35E-A854-DA49-328E-088EDF43B132}"/>
              </a:ext>
            </a:extLst>
          </p:cNvPr>
          <p:cNvPicPr>
            <a:picLocks noChangeAspect="1"/>
          </p:cNvPicPr>
          <p:nvPr/>
        </p:nvPicPr>
        <p:blipFill rotWithShape="1">
          <a:blip r:embed="rId2">
            <a:grayscl/>
          </a:blip>
          <a:srcRect t="72027" r="17243"/>
          <a:stretch>
            <a:fillRect/>
          </a:stretch>
        </p:blipFill>
        <p:spPr>
          <a:xfrm>
            <a:off x="3747321" y="4250916"/>
            <a:ext cx="3516560" cy="966944"/>
          </a:xfrm>
          <a:prstGeom prst="rect">
            <a:avLst/>
          </a:prstGeom>
        </p:spPr>
      </p:pic>
      <p:pic>
        <p:nvPicPr>
          <p:cNvPr id="7" name="Grafik 6">
            <a:extLst>
              <a:ext uri="{FF2B5EF4-FFF2-40B4-BE49-F238E27FC236}">
                <a16:creationId xmlns:a16="http://schemas.microsoft.com/office/drawing/2014/main" id="{372ADA31-ADE8-5CF6-86EB-04EB97613F62}"/>
              </a:ext>
            </a:extLst>
          </p:cNvPr>
          <p:cNvPicPr>
            <a:picLocks noChangeAspect="1"/>
          </p:cNvPicPr>
          <p:nvPr/>
        </p:nvPicPr>
        <p:blipFill rotWithShape="1">
          <a:blip r:embed="rId2">
            <a:grayscl/>
          </a:blip>
          <a:srcRect l="82757" t="72027"/>
          <a:stretch>
            <a:fillRect/>
          </a:stretch>
        </p:blipFill>
        <p:spPr>
          <a:xfrm>
            <a:off x="7263881" y="4257114"/>
            <a:ext cx="732720" cy="966944"/>
          </a:xfrm>
          <a:prstGeom prst="rect">
            <a:avLst/>
          </a:prstGeom>
        </p:spPr>
      </p:pic>
      <p:sp>
        <p:nvSpPr>
          <p:cNvPr id="8" name="Textfeld 7">
            <a:extLst>
              <a:ext uri="{FF2B5EF4-FFF2-40B4-BE49-F238E27FC236}">
                <a16:creationId xmlns:a16="http://schemas.microsoft.com/office/drawing/2014/main" id="{927C59CF-0108-8AE5-B740-B93140530506}"/>
              </a:ext>
            </a:extLst>
          </p:cNvPr>
          <p:cNvSpPr txBox="1"/>
          <p:nvPr/>
        </p:nvSpPr>
        <p:spPr>
          <a:xfrm>
            <a:off x="5175222" y="1414929"/>
            <a:ext cx="660758" cy="369332"/>
          </a:xfrm>
          <a:prstGeom prst="rect">
            <a:avLst/>
          </a:prstGeom>
          <a:noFill/>
        </p:spPr>
        <p:txBody>
          <a:bodyPr wrap="none" rtlCol="0">
            <a:spAutoFit/>
          </a:bodyPr>
          <a:lstStyle/>
          <a:p>
            <a:r>
              <a:rPr lang="de-DE" dirty="0"/>
              <a:t>7*12</a:t>
            </a:r>
          </a:p>
        </p:txBody>
      </p:sp>
      <p:sp>
        <p:nvSpPr>
          <p:cNvPr id="9" name="Textfeld 8">
            <a:extLst>
              <a:ext uri="{FF2B5EF4-FFF2-40B4-BE49-F238E27FC236}">
                <a16:creationId xmlns:a16="http://schemas.microsoft.com/office/drawing/2014/main" id="{E9C49ABD-63A1-FA7C-E032-7EAC1EAABAF9}"/>
              </a:ext>
            </a:extLst>
          </p:cNvPr>
          <p:cNvSpPr txBox="1"/>
          <p:nvPr/>
        </p:nvSpPr>
        <p:spPr>
          <a:xfrm>
            <a:off x="266700" y="142875"/>
            <a:ext cx="1497974" cy="369332"/>
          </a:xfrm>
          <a:prstGeom prst="rect">
            <a:avLst/>
          </a:prstGeom>
          <a:noFill/>
        </p:spPr>
        <p:txBody>
          <a:bodyPr wrap="none" rtlCol="0">
            <a:spAutoFit/>
          </a:bodyPr>
          <a:lstStyle/>
          <a:p>
            <a:r>
              <a:rPr lang="de-DE" dirty="0"/>
              <a:t>Zeile * Spalte</a:t>
            </a:r>
          </a:p>
        </p:txBody>
      </p:sp>
      <p:pic>
        <p:nvPicPr>
          <p:cNvPr id="10" name="Grafik 9">
            <a:extLst>
              <a:ext uri="{FF2B5EF4-FFF2-40B4-BE49-F238E27FC236}">
                <a16:creationId xmlns:a16="http://schemas.microsoft.com/office/drawing/2014/main" id="{F83ED1C8-BE97-2CC4-6C15-FD9A3F2E7A79}"/>
              </a:ext>
            </a:extLst>
          </p:cNvPr>
          <p:cNvPicPr>
            <a:picLocks noChangeAspect="1"/>
          </p:cNvPicPr>
          <p:nvPr/>
        </p:nvPicPr>
        <p:blipFill rotWithShape="1">
          <a:blip r:embed="rId2"/>
          <a:srcRect r="17243" b="28545"/>
          <a:stretch>
            <a:fillRect/>
          </a:stretch>
        </p:blipFill>
        <p:spPr>
          <a:xfrm>
            <a:off x="8444680" y="1827803"/>
            <a:ext cx="3516560" cy="2470021"/>
          </a:xfrm>
          <a:prstGeom prst="rect">
            <a:avLst/>
          </a:prstGeom>
        </p:spPr>
      </p:pic>
      <p:pic>
        <p:nvPicPr>
          <p:cNvPr id="11" name="Grafik 10">
            <a:extLst>
              <a:ext uri="{FF2B5EF4-FFF2-40B4-BE49-F238E27FC236}">
                <a16:creationId xmlns:a16="http://schemas.microsoft.com/office/drawing/2014/main" id="{2C74E1BD-6048-71DC-8968-64DB167D982D}"/>
              </a:ext>
            </a:extLst>
          </p:cNvPr>
          <p:cNvPicPr>
            <a:picLocks noChangeAspect="1"/>
          </p:cNvPicPr>
          <p:nvPr/>
        </p:nvPicPr>
        <p:blipFill rotWithShape="1">
          <a:blip r:embed="rId2"/>
          <a:srcRect l="82757" b="28545"/>
          <a:stretch>
            <a:fillRect/>
          </a:stretch>
        </p:blipFill>
        <p:spPr>
          <a:xfrm>
            <a:off x="12034316" y="1828520"/>
            <a:ext cx="732720" cy="2470021"/>
          </a:xfrm>
          <a:prstGeom prst="rect">
            <a:avLst/>
          </a:prstGeom>
        </p:spPr>
      </p:pic>
      <p:pic>
        <p:nvPicPr>
          <p:cNvPr id="12" name="Grafik 11">
            <a:extLst>
              <a:ext uri="{FF2B5EF4-FFF2-40B4-BE49-F238E27FC236}">
                <a16:creationId xmlns:a16="http://schemas.microsoft.com/office/drawing/2014/main" id="{00030EE7-A501-9574-175F-C43221E857C2}"/>
              </a:ext>
            </a:extLst>
          </p:cNvPr>
          <p:cNvPicPr>
            <a:picLocks noChangeAspect="1"/>
          </p:cNvPicPr>
          <p:nvPr/>
        </p:nvPicPr>
        <p:blipFill rotWithShape="1">
          <a:blip r:embed="rId2"/>
          <a:srcRect t="72027" r="17243"/>
          <a:stretch>
            <a:fillRect/>
          </a:stretch>
        </p:blipFill>
        <p:spPr>
          <a:xfrm>
            <a:off x="8444680" y="4250916"/>
            <a:ext cx="3516560" cy="966944"/>
          </a:xfrm>
          <a:prstGeom prst="rect">
            <a:avLst/>
          </a:prstGeom>
        </p:spPr>
      </p:pic>
      <p:pic>
        <p:nvPicPr>
          <p:cNvPr id="13" name="Grafik 12">
            <a:extLst>
              <a:ext uri="{FF2B5EF4-FFF2-40B4-BE49-F238E27FC236}">
                <a16:creationId xmlns:a16="http://schemas.microsoft.com/office/drawing/2014/main" id="{E3C86009-A8E3-4EC0-116F-8AAB14BFD2F7}"/>
              </a:ext>
            </a:extLst>
          </p:cNvPr>
          <p:cNvPicPr>
            <a:picLocks noChangeAspect="1"/>
          </p:cNvPicPr>
          <p:nvPr/>
        </p:nvPicPr>
        <p:blipFill rotWithShape="1">
          <a:blip r:embed="rId2"/>
          <a:srcRect l="82757" t="72027"/>
          <a:stretch>
            <a:fillRect/>
          </a:stretch>
        </p:blipFill>
        <p:spPr>
          <a:xfrm>
            <a:off x="12034316" y="4266946"/>
            <a:ext cx="732720" cy="966944"/>
          </a:xfrm>
          <a:prstGeom prst="rect">
            <a:avLst/>
          </a:prstGeom>
        </p:spPr>
      </p:pic>
      <p:sp>
        <p:nvSpPr>
          <p:cNvPr id="14" name="Textfeld 13">
            <a:extLst>
              <a:ext uri="{FF2B5EF4-FFF2-40B4-BE49-F238E27FC236}">
                <a16:creationId xmlns:a16="http://schemas.microsoft.com/office/drawing/2014/main" id="{F011CE0D-1884-6F81-B70D-03AE9CE10B62}"/>
              </a:ext>
            </a:extLst>
          </p:cNvPr>
          <p:cNvSpPr txBox="1"/>
          <p:nvPr/>
        </p:nvSpPr>
        <p:spPr>
          <a:xfrm>
            <a:off x="9872581" y="1414929"/>
            <a:ext cx="1423788" cy="369332"/>
          </a:xfrm>
          <a:prstGeom prst="rect">
            <a:avLst/>
          </a:prstGeom>
          <a:noFill/>
        </p:spPr>
        <p:txBody>
          <a:bodyPr wrap="none" rtlCol="0">
            <a:spAutoFit/>
          </a:bodyPr>
          <a:lstStyle/>
          <a:p>
            <a:r>
              <a:rPr lang="de-DE" dirty="0"/>
              <a:t>(5+2)*(10+2)</a:t>
            </a:r>
          </a:p>
        </p:txBody>
      </p:sp>
      <p:grpSp>
        <p:nvGrpSpPr>
          <p:cNvPr id="23" name="Gruppieren 22">
            <a:extLst>
              <a:ext uri="{FF2B5EF4-FFF2-40B4-BE49-F238E27FC236}">
                <a16:creationId xmlns:a16="http://schemas.microsoft.com/office/drawing/2014/main" id="{5CC73ECA-ED76-48BC-C62C-B617776A4653}"/>
              </a:ext>
            </a:extLst>
          </p:cNvPr>
          <p:cNvGrpSpPr/>
          <p:nvPr/>
        </p:nvGrpSpPr>
        <p:grpSpPr>
          <a:xfrm>
            <a:off x="-716570" y="2087434"/>
            <a:ext cx="3942736" cy="2540306"/>
            <a:chOff x="-370662" y="4755179"/>
            <a:chExt cx="3942736" cy="2540306"/>
          </a:xfrm>
        </p:grpSpPr>
        <p:grpSp>
          <p:nvGrpSpPr>
            <p:cNvPr id="21" name="Gruppieren 20">
              <a:extLst>
                <a:ext uri="{FF2B5EF4-FFF2-40B4-BE49-F238E27FC236}">
                  <a16:creationId xmlns:a16="http://schemas.microsoft.com/office/drawing/2014/main" id="{3D374C90-1C7B-1524-E8F1-4CBA92737455}"/>
                </a:ext>
              </a:extLst>
            </p:cNvPr>
            <p:cNvGrpSpPr/>
            <p:nvPr/>
          </p:nvGrpSpPr>
          <p:grpSpPr>
            <a:xfrm>
              <a:off x="-370662" y="4755179"/>
              <a:ext cx="3942736" cy="2540306"/>
              <a:chOff x="-370662" y="4755179"/>
              <a:chExt cx="3942736" cy="2540306"/>
            </a:xfrm>
          </p:grpSpPr>
          <p:sp>
            <p:nvSpPr>
              <p:cNvPr id="3" name="Rechteck 2">
                <a:extLst>
                  <a:ext uri="{FF2B5EF4-FFF2-40B4-BE49-F238E27FC236}">
                    <a16:creationId xmlns:a16="http://schemas.microsoft.com/office/drawing/2014/main" id="{8EB0215B-7B6A-E0A9-D3D2-A71EFFDE9F91}"/>
                  </a:ext>
                </a:extLst>
              </p:cNvPr>
              <p:cNvSpPr/>
              <p:nvPr/>
            </p:nvSpPr>
            <p:spPr>
              <a:xfrm>
                <a:off x="-370662" y="4755179"/>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47046A99-AA9F-11B0-5BBB-EA27FE06BD09}"/>
                  </a:ext>
                </a:extLst>
              </p:cNvPr>
              <p:cNvSpPr/>
              <p:nvPr/>
            </p:nvSpPr>
            <p:spPr>
              <a:xfrm>
                <a:off x="-370662" y="5131875"/>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8AF94492-BC3F-03C5-78A3-B20A665EECD9}"/>
                  </a:ext>
                </a:extLst>
              </p:cNvPr>
              <p:cNvSpPr/>
              <p:nvPr/>
            </p:nvSpPr>
            <p:spPr>
              <a:xfrm>
                <a:off x="-370662" y="5485836"/>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7" name="Rechteck 16">
                <a:extLst>
                  <a:ext uri="{FF2B5EF4-FFF2-40B4-BE49-F238E27FC236}">
                    <a16:creationId xmlns:a16="http://schemas.microsoft.com/office/drawing/2014/main" id="{06A7EF4B-078D-C402-FB75-32BEEBDC00B8}"/>
                  </a:ext>
                </a:extLst>
              </p:cNvPr>
              <p:cNvSpPr/>
              <p:nvPr/>
            </p:nvSpPr>
            <p:spPr>
              <a:xfrm>
                <a:off x="-370662" y="5839797"/>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019D89A3-34F8-89CC-B2D1-50ACE30DACCD}"/>
                  </a:ext>
                </a:extLst>
              </p:cNvPr>
              <p:cNvSpPr/>
              <p:nvPr/>
            </p:nvSpPr>
            <p:spPr>
              <a:xfrm>
                <a:off x="-370662" y="6213680"/>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31C18F9B-3B1A-0168-45E9-9A7BC6E1B5D9}"/>
                  </a:ext>
                </a:extLst>
              </p:cNvPr>
              <p:cNvSpPr/>
              <p:nvPr/>
            </p:nvSpPr>
            <p:spPr>
              <a:xfrm>
                <a:off x="-370662" y="6567641"/>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65167374-42A6-AF70-AEDE-0E8B49515142}"/>
                  </a:ext>
                </a:extLst>
              </p:cNvPr>
              <p:cNvSpPr/>
              <p:nvPr/>
            </p:nvSpPr>
            <p:spPr>
              <a:xfrm>
                <a:off x="-370662" y="6941524"/>
                <a:ext cx="3942736"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2" name="Textfeld 21">
              <a:extLst>
                <a:ext uri="{FF2B5EF4-FFF2-40B4-BE49-F238E27FC236}">
                  <a16:creationId xmlns:a16="http://schemas.microsoft.com/office/drawing/2014/main" id="{ABE5249C-74FA-5BA1-3178-0A254317ABDD}"/>
                </a:ext>
              </a:extLst>
            </p:cNvPr>
            <p:cNvSpPr txBox="1"/>
            <p:nvPr/>
          </p:nvSpPr>
          <p:spPr>
            <a:xfrm>
              <a:off x="1181277" y="5594135"/>
              <a:ext cx="1166794" cy="923330"/>
            </a:xfrm>
            <a:prstGeom prst="rect">
              <a:avLst/>
            </a:prstGeom>
            <a:noFill/>
          </p:spPr>
          <p:txBody>
            <a:bodyPr wrap="square" rtlCol="0">
              <a:spAutoFit/>
            </a:bodyPr>
            <a:lstStyle/>
            <a:p>
              <a:r>
                <a:rPr lang="de-DE" sz="5400" dirty="0">
                  <a:solidFill>
                    <a:schemeClr val="bg1"/>
                  </a:solidFill>
                </a:rPr>
                <a:t>84</a:t>
              </a:r>
            </a:p>
          </p:txBody>
        </p:sp>
      </p:grpSp>
    </p:spTree>
    <p:extLst>
      <p:ext uri="{BB962C8B-B14F-4D97-AF65-F5344CB8AC3E}">
        <p14:creationId xmlns:p14="http://schemas.microsoft.com/office/powerpoint/2010/main" val="3611981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8BD1F-3903-5F23-40FA-BEAF201DF380}"/>
            </a:ext>
          </a:extLst>
        </p:cNvPr>
        <p:cNvGrpSpPr/>
        <p:nvPr/>
      </p:nvGrpSpPr>
      <p:grpSpPr>
        <a:xfrm>
          <a:off x="0" y="0"/>
          <a:ext cx="0" cy="0"/>
          <a:chOff x="0" y="0"/>
          <a:chExt cx="0" cy="0"/>
        </a:xfrm>
      </p:grpSpPr>
      <p:pic>
        <p:nvPicPr>
          <p:cNvPr id="4" name="Grafik 3">
            <a:extLst>
              <a:ext uri="{FF2B5EF4-FFF2-40B4-BE49-F238E27FC236}">
                <a16:creationId xmlns:a16="http://schemas.microsoft.com/office/drawing/2014/main" id="{D44661DE-522A-15F2-CA65-1CC7EE328437}"/>
              </a:ext>
            </a:extLst>
          </p:cNvPr>
          <p:cNvPicPr>
            <a:picLocks noChangeAspect="1"/>
          </p:cNvPicPr>
          <p:nvPr/>
        </p:nvPicPr>
        <p:blipFill rotWithShape="1">
          <a:blip r:embed="rId2"/>
          <a:srcRect r="17243" b="28545"/>
          <a:stretch>
            <a:fillRect/>
          </a:stretch>
        </p:blipFill>
        <p:spPr>
          <a:xfrm>
            <a:off x="600075" y="1929812"/>
            <a:ext cx="3516560" cy="2470021"/>
          </a:xfrm>
          <a:prstGeom prst="rect">
            <a:avLst/>
          </a:prstGeom>
        </p:spPr>
      </p:pic>
      <p:pic>
        <p:nvPicPr>
          <p:cNvPr id="5" name="Grafik 4">
            <a:extLst>
              <a:ext uri="{FF2B5EF4-FFF2-40B4-BE49-F238E27FC236}">
                <a16:creationId xmlns:a16="http://schemas.microsoft.com/office/drawing/2014/main" id="{FB20C645-2865-BFC8-B0DE-E03D05339759}"/>
              </a:ext>
            </a:extLst>
          </p:cNvPr>
          <p:cNvPicPr>
            <a:picLocks noChangeAspect="1"/>
          </p:cNvPicPr>
          <p:nvPr/>
        </p:nvPicPr>
        <p:blipFill rotWithShape="1">
          <a:blip r:embed="rId2"/>
          <a:srcRect l="82757" b="28545"/>
          <a:stretch>
            <a:fillRect/>
          </a:stretch>
        </p:blipFill>
        <p:spPr>
          <a:xfrm>
            <a:off x="4784170" y="1930529"/>
            <a:ext cx="732720" cy="2470021"/>
          </a:xfrm>
          <a:prstGeom prst="rect">
            <a:avLst/>
          </a:prstGeom>
        </p:spPr>
      </p:pic>
      <p:pic>
        <p:nvPicPr>
          <p:cNvPr id="6" name="Grafik 5">
            <a:extLst>
              <a:ext uri="{FF2B5EF4-FFF2-40B4-BE49-F238E27FC236}">
                <a16:creationId xmlns:a16="http://schemas.microsoft.com/office/drawing/2014/main" id="{D683E8F3-4575-ECEE-FD32-0C97BD3A312D}"/>
              </a:ext>
            </a:extLst>
          </p:cNvPr>
          <p:cNvPicPr>
            <a:picLocks noChangeAspect="1"/>
          </p:cNvPicPr>
          <p:nvPr/>
        </p:nvPicPr>
        <p:blipFill rotWithShape="1">
          <a:blip r:embed="rId2"/>
          <a:srcRect t="72027" r="17243"/>
          <a:stretch>
            <a:fillRect/>
          </a:stretch>
        </p:blipFill>
        <p:spPr>
          <a:xfrm>
            <a:off x="600075" y="4352925"/>
            <a:ext cx="3516560" cy="966944"/>
          </a:xfrm>
          <a:prstGeom prst="rect">
            <a:avLst/>
          </a:prstGeom>
        </p:spPr>
      </p:pic>
      <p:pic>
        <p:nvPicPr>
          <p:cNvPr id="7" name="Grafik 6">
            <a:extLst>
              <a:ext uri="{FF2B5EF4-FFF2-40B4-BE49-F238E27FC236}">
                <a16:creationId xmlns:a16="http://schemas.microsoft.com/office/drawing/2014/main" id="{34284A69-EDE3-0C98-7723-67EC2AD36FEA}"/>
              </a:ext>
            </a:extLst>
          </p:cNvPr>
          <p:cNvPicPr>
            <a:picLocks noChangeAspect="1"/>
          </p:cNvPicPr>
          <p:nvPr/>
        </p:nvPicPr>
        <p:blipFill rotWithShape="1">
          <a:blip r:embed="rId2"/>
          <a:srcRect l="82757" t="72027"/>
          <a:stretch>
            <a:fillRect/>
          </a:stretch>
        </p:blipFill>
        <p:spPr>
          <a:xfrm>
            <a:off x="4784170" y="4368955"/>
            <a:ext cx="732720" cy="966944"/>
          </a:xfrm>
          <a:prstGeom prst="rect">
            <a:avLst/>
          </a:prstGeom>
        </p:spPr>
      </p:pic>
      <p:pic>
        <p:nvPicPr>
          <p:cNvPr id="2" name="Grafik 1">
            <a:extLst>
              <a:ext uri="{FF2B5EF4-FFF2-40B4-BE49-F238E27FC236}">
                <a16:creationId xmlns:a16="http://schemas.microsoft.com/office/drawing/2014/main" id="{86479D10-996A-C0FF-D8E4-311E478E50D1}"/>
              </a:ext>
            </a:extLst>
          </p:cNvPr>
          <p:cNvPicPr>
            <a:picLocks noChangeAspect="1"/>
          </p:cNvPicPr>
          <p:nvPr/>
        </p:nvPicPr>
        <p:blipFill rotWithShape="1">
          <a:blip r:embed="rId2"/>
          <a:srcRect r="17243" b="28545"/>
          <a:stretch>
            <a:fillRect/>
          </a:stretch>
        </p:blipFill>
        <p:spPr>
          <a:xfrm>
            <a:off x="6917146" y="1882904"/>
            <a:ext cx="3516560" cy="2470021"/>
          </a:xfrm>
          <a:prstGeom prst="rect">
            <a:avLst/>
          </a:prstGeom>
        </p:spPr>
      </p:pic>
      <p:pic>
        <p:nvPicPr>
          <p:cNvPr id="3" name="Grafik 2">
            <a:extLst>
              <a:ext uri="{FF2B5EF4-FFF2-40B4-BE49-F238E27FC236}">
                <a16:creationId xmlns:a16="http://schemas.microsoft.com/office/drawing/2014/main" id="{FC7B0EC2-C320-6297-9E8C-30ED026D9FB8}"/>
              </a:ext>
            </a:extLst>
          </p:cNvPr>
          <p:cNvPicPr>
            <a:picLocks noChangeAspect="1"/>
          </p:cNvPicPr>
          <p:nvPr/>
        </p:nvPicPr>
        <p:blipFill rotWithShape="1">
          <a:blip r:embed="rId2"/>
          <a:srcRect l="82757" b="28545"/>
          <a:stretch>
            <a:fillRect/>
          </a:stretch>
        </p:blipFill>
        <p:spPr>
          <a:xfrm>
            <a:off x="10506782" y="1883621"/>
            <a:ext cx="732720" cy="2470021"/>
          </a:xfrm>
          <a:prstGeom prst="rect">
            <a:avLst/>
          </a:prstGeom>
        </p:spPr>
      </p:pic>
      <p:pic>
        <p:nvPicPr>
          <p:cNvPr id="8" name="Grafik 7">
            <a:extLst>
              <a:ext uri="{FF2B5EF4-FFF2-40B4-BE49-F238E27FC236}">
                <a16:creationId xmlns:a16="http://schemas.microsoft.com/office/drawing/2014/main" id="{71D1D8AF-672B-3F1F-E939-3E6A1D12A274}"/>
              </a:ext>
            </a:extLst>
          </p:cNvPr>
          <p:cNvPicPr>
            <a:picLocks noChangeAspect="1"/>
          </p:cNvPicPr>
          <p:nvPr/>
        </p:nvPicPr>
        <p:blipFill rotWithShape="1">
          <a:blip r:embed="rId2"/>
          <a:srcRect t="72027" r="17243"/>
          <a:stretch>
            <a:fillRect/>
          </a:stretch>
        </p:blipFill>
        <p:spPr>
          <a:xfrm>
            <a:off x="6917146" y="4852427"/>
            <a:ext cx="3516560" cy="966944"/>
          </a:xfrm>
          <a:prstGeom prst="rect">
            <a:avLst/>
          </a:prstGeom>
        </p:spPr>
      </p:pic>
      <p:pic>
        <p:nvPicPr>
          <p:cNvPr id="9" name="Grafik 8">
            <a:extLst>
              <a:ext uri="{FF2B5EF4-FFF2-40B4-BE49-F238E27FC236}">
                <a16:creationId xmlns:a16="http://schemas.microsoft.com/office/drawing/2014/main" id="{A0CB13E4-B8D4-8037-CBE3-0D1CB61D449B}"/>
              </a:ext>
            </a:extLst>
          </p:cNvPr>
          <p:cNvPicPr>
            <a:picLocks noChangeAspect="1"/>
          </p:cNvPicPr>
          <p:nvPr/>
        </p:nvPicPr>
        <p:blipFill rotWithShape="1">
          <a:blip r:embed="rId2"/>
          <a:srcRect l="82757" t="72027"/>
          <a:stretch>
            <a:fillRect/>
          </a:stretch>
        </p:blipFill>
        <p:spPr>
          <a:xfrm>
            <a:off x="10506782" y="4868457"/>
            <a:ext cx="732720" cy="966944"/>
          </a:xfrm>
          <a:prstGeom prst="rect">
            <a:avLst/>
          </a:prstGeom>
        </p:spPr>
      </p:pic>
      <p:sp>
        <p:nvSpPr>
          <p:cNvPr id="10" name="Textfeld 9">
            <a:extLst>
              <a:ext uri="{FF2B5EF4-FFF2-40B4-BE49-F238E27FC236}">
                <a16:creationId xmlns:a16="http://schemas.microsoft.com/office/drawing/2014/main" id="{6374B2B5-489D-66A7-5054-17D4D1A8CBEC}"/>
              </a:ext>
            </a:extLst>
          </p:cNvPr>
          <p:cNvSpPr txBox="1"/>
          <p:nvPr/>
        </p:nvSpPr>
        <p:spPr>
          <a:xfrm>
            <a:off x="8125972" y="1470030"/>
            <a:ext cx="2116285" cy="369332"/>
          </a:xfrm>
          <a:prstGeom prst="rect">
            <a:avLst/>
          </a:prstGeom>
          <a:noFill/>
        </p:spPr>
        <p:txBody>
          <a:bodyPr wrap="none" rtlCol="0">
            <a:spAutoFit/>
          </a:bodyPr>
          <a:lstStyle/>
          <a:p>
            <a:r>
              <a:rPr lang="de-DE" dirty="0"/>
              <a:t>5*(10+2) + 2*(10+2)</a:t>
            </a:r>
          </a:p>
        </p:txBody>
      </p:sp>
      <p:sp>
        <p:nvSpPr>
          <p:cNvPr id="11" name="Textfeld 10">
            <a:extLst>
              <a:ext uri="{FF2B5EF4-FFF2-40B4-BE49-F238E27FC236}">
                <a16:creationId xmlns:a16="http://schemas.microsoft.com/office/drawing/2014/main" id="{D81C6884-1749-9BFF-F67F-9BD6B001884D}"/>
              </a:ext>
            </a:extLst>
          </p:cNvPr>
          <p:cNvSpPr txBox="1"/>
          <p:nvPr/>
        </p:nvSpPr>
        <p:spPr>
          <a:xfrm>
            <a:off x="1791847" y="1470030"/>
            <a:ext cx="1992853" cy="369332"/>
          </a:xfrm>
          <a:prstGeom prst="rect">
            <a:avLst/>
          </a:prstGeom>
          <a:noFill/>
        </p:spPr>
        <p:txBody>
          <a:bodyPr wrap="none" rtlCol="0">
            <a:spAutoFit/>
          </a:bodyPr>
          <a:lstStyle/>
          <a:p>
            <a:r>
              <a:rPr lang="de-DE" dirty="0"/>
              <a:t>(5+2)*10 + (5+2)*2</a:t>
            </a:r>
          </a:p>
        </p:txBody>
      </p:sp>
    </p:spTree>
    <p:extLst>
      <p:ext uri="{BB962C8B-B14F-4D97-AF65-F5344CB8AC3E}">
        <p14:creationId xmlns:p14="http://schemas.microsoft.com/office/powerpoint/2010/main" val="210407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F7420-443F-06F4-C2EA-E6C8967444C3}"/>
            </a:ext>
          </a:extLst>
        </p:cNvPr>
        <p:cNvGrpSpPr/>
        <p:nvPr/>
      </p:nvGrpSpPr>
      <p:grpSpPr>
        <a:xfrm>
          <a:off x="0" y="0"/>
          <a:ext cx="0" cy="0"/>
          <a:chOff x="0" y="0"/>
          <a:chExt cx="0" cy="0"/>
        </a:xfrm>
      </p:grpSpPr>
      <p:pic>
        <p:nvPicPr>
          <p:cNvPr id="4" name="Grafik 3">
            <a:extLst>
              <a:ext uri="{FF2B5EF4-FFF2-40B4-BE49-F238E27FC236}">
                <a16:creationId xmlns:a16="http://schemas.microsoft.com/office/drawing/2014/main" id="{84B5F3EF-1CB0-94B5-64D6-B218E79517C3}"/>
              </a:ext>
            </a:extLst>
          </p:cNvPr>
          <p:cNvPicPr>
            <a:picLocks noChangeAspect="1"/>
          </p:cNvPicPr>
          <p:nvPr/>
        </p:nvPicPr>
        <p:blipFill rotWithShape="1">
          <a:blip r:embed="rId2"/>
          <a:srcRect r="17243" b="28545"/>
          <a:stretch>
            <a:fillRect/>
          </a:stretch>
        </p:blipFill>
        <p:spPr>
          <a:xfrm>
            <a:off x="850798" y="1526689"/>
            <a:ext cx="3516560" cy="2470021"/>
          </a:xfrm>
          <a:prstGeom prst="rect">
            <a:avLst/>
          </a:prstGeom>
        </p:spPr>
      </p:pic>
      <p:pic>
        <p:nvPicPr>
          <p:cNvPr id="5" name="Grafik 4">
            <a:extLst>
              <a:ext uri="{FF2B5EF4-FFF2-40B4-BE49-F238E27FC236}">
                <a16:creationId xmlns:a16="http://schemas.microsoft.com/office/drawing/2014/main" id="{C5952E75-C9BB-7F1F-D42B-A0A1A9761325}"/>
              </a:ext>
            </a:extLst>
          </p:cNvPr>
          <p:cNvPicPr>
            <a:picLocks noChangeAspect="1"/>
          </p:cNvPicPr>
          <p:nvPr/>
        </p:nvPicPr>
        <p:blipFill rotWithShape="1">
          <a:blip r:embed="rId2"/>
          <a:srcRect l="82757" b="28545"/>
          <a:stretch>
            <a:fillRect/>
          </a:stretch>
        </p:blipFill>
        <p:spPr>
          <a:xfrm>
            <a:off x="4792859" y="1527406"/>
            <a:ext cx="732720" cy="2470021"/>
          </a:xfrm>
          <a:prstGeom prst="rect">
            <a:avLst/>
          </a:prstGeom>
        </p:spPr>
      </p:pic>
      <p:pic>
        <p:nvPicPr>
          <p:cNvPr id="6" name="Grafik 5">
            <a:extLst>
              <a:ext uri="{FF2B5EF4-FFF2-40B4-BE49-F238E27FC236}">
                <a16:creationId xmlns:a16="http://schemas.microsoft.com/office/drawing/2014/main" id="{F91CF764-9CFA-FF5C-DE3A-651AC77B9D0D}"/>
              </a:ext>
            </a:extLst>
          </p:cNvPr>
          <p:cNvPicPr>
            <a:picLocks noChangeAspect="1"/>
          </p:cNvPicPr>
          <p:nvPr/>
        </p:nvPicPr>
        <p:blipFill rotWithShape="1">
          <a:blip r:embed="rId2"/>
          <a:srcRect t="72027" r="17243"/>
          <a:stretch>
            <a:fillRect/>
          </a:stretch>
        </p:blipFill>
        <p:spPr>
          <a:xfrm>
            <a:off x="850798" y="4397477"/>
            <a:ext cx="3516560" cy="966944"/>
          </a:xfrm>
          <a:prstGeom prst="rect">
            <a:avLst/>
          </a:prstGeom>
        </p:spPr>
      </p:pic>
      <p:pic>
        <p:nvPicPr>
          <p:cNvPr id="7" name="Grafik 6">
            <a:extLst>
              <a:ext uri="{FF2B5EF4-FFF2-40B4-BE49-F238E27FC236}">
                <a16:creationId xmlns:a16="http://schemas.microsoft.com/office/drawing/2014/main" id="{21DEBEB7-9565-68CA-CB50-3F986E616E16}"/>
              </a:ext>
            </a:extLst>
          </p:cNvPr>
          <p:cNvPicPr>
            <a:picLocks noChangeAspect="1"/>
          </p:cNvPicPr>
          <p:nvPr/>
        </p:nvPicPr>
        <p:blipFill rotWithShape="1">
          <a:blip r:embed="rId2"/>
          <a:srcRect l="82757" t="72027"/>
          <a:stretch>
            <a:fillRect/>
          </a:stretch>
        </p:blipFill>
        <p:spPr>
          <a:xfrm>
            <a:off x="4792859" y="4413507"/>
            <a:ext cx="732720" cy="966944"/>
          </a:xfrm>
          <a:prstGeom prst="rect">
            <a:avLst/>
          </a:prstGeom>
        </p:spPr>
      </p:pic>
      <p:sp>
        <p:nvSpPr>
          <p:cNvPr id="11" name="Textfeld 10">
            <a:extLst>
              <a:ext uri="{FF2B5EF4-FFF2-40B4-BE49-F238E27FC236}">
                <a16:creationId xmlns:a16="http://schemas.microsoft.com/office/drawing/2014/main" id="{974547E9-1833-8452-5BBE-D7AE015833BC}"/>
              </a:ext>
            </a:extLst>
          </p:cNvPr>
          <p:cNvSpPr txBox="1"/>
          <p:nvPr/>
        </p:nvSpPr>
        <p:spPr>
          <a:xfrm>
            <a:off x="1947320" y="1066907"/>
            <a:ext cx="2491388" cy="369332"/>
          </a:xfrm>
          <a:prstGeom prst="rect">
            <a:avLst/>
          </a:prstGeom>
          <a:noFill/>
        </p:spPr>
        <p:txBody>
          <a:bodyPr wrap="none" rtlCol="0">
            <a:spAutoFit/>
          </a:bodyPr>
          <a:lstStyle/>
          <a:p>
            <a:r>
              <a:rPr lang="de-DE" dirty="0"/>
              <a:t>5*10 + 2*10 + 5*2 + 2*2</a:t>
            </a:r>
          </a:p>
        </p:txBody>
      </p:sp>
      <p:pic>
        <p:nvPicPr>
          <p:cNvPr id="2" name="Grafik 1">
            <a:extLst>
              <a:ext uri="{FF2B5EF4-FFF2-40B4-BE49-F238E27FC236}">
                <a16:creationId xmlns:a16="http://schemas.microsoft.com/office/drawing/2014/main" id="{1B29F47C-8BDF-2E54-690C-85B6B651EA64}"/>
              </a:ext>
            </a:extLst>
          </p:cNvPr>
          <p:cNvPicPr>
            <a:picLocks noChangeAspect="1"/>
          </p:cNvPicPr>
          <p:nvPr/>
        </p:nvPicPr>
        <p:blipFill>
          <a:blip r:embed="rId3"/>
          <a:stretch>
            <a:fillRect/>
          </a:stretch>
        </p:blipFill>
        <p:spPr>
          <a:xfrm>
            <a:off x="5612895" y="2725059"/>
            <a:ext cx="676369" cy="1181265"/>
          </a:xfrm>
          <a:prstGeom prst="rect">
            <a:avLst/>
          </a:prstGeom>
        </p:spPr>
      </p:pic>
      <p:grpSp>
        <p:nvGrpSpPr>
          <p:cNvPr id="28" name="Gruppieren 27">
            <a:extLst>
              <a:ext uri="{FF2B5EF4-FFF2-40B4-BE49-F238E27FC236}">
                <a16:creationId xmlns:a16="http://schemas.microsoft.com/office/drawing/2014/main" id="{EA15F170-FD15-6C89-9D34-9F632F389ADE}"/>
              </a:ext>
            </a:extLst>
          </p:cNvPr>
          <p:cNvGrpSpPr/>
          <p:nvPr/>
        </p:nvGrpSpPr>
        <p:grpSpPr>
          <a:xfrm>
            <a:off x="6922824" y="2116930"/>
            <a:ext cx="4009789" cy="3083547"/>
            <a:chOff x="-1483757" y="1320518"/>
            <a:chExt cx="4009789" cy="3083547"/>
          </a:xfrm>
        </p:grpSpPr>
        <p:sp>
          <p:nvSpPr>
            <p:cNvPr id="10" name="Rechteck 9">
              <a:extLst>
                <a:ext uri="{FF2B5EF4-FFF2-40B4-BE49-F238E27FC236}">
                  <a16:creationId xmlns:a16="http://schemas.microsoft.com/office/drawing/2014/main" id="{EAD7B31C-2D63-1E8C-02F6-A59DBB33185A}"/>
                </a:ext>
              </a:extLst>
            </p:cNvPr>
            <p:cNvSpPr/>
            <p:nvPr/>
          </p:nvSpPr>
          <p:spPr>
            <a:xfrm>
              <a:off x="-1483757" y="1320518"/>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9736F5BE-521B-6880-9828-E4BEDAEC6A7C}"/>
                </a:ext>
              </a:extLst>
            </p:cNvPr>
            <p:cNvSpPr/>
            <p:nvPr/>
          </p:nvSpPr>
          <p:spPr>
            <a:xfrm>
              <a:off x="-1483757" y="1697214"/>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CD997D58-CBE9-C7B6-2F1C-AD5C7FFD7967}"/>
                </a:ext>
              </a:extLst>
            </p:cNvPr>
            <p:cNvSpPr/>
            <p:nvPr/>
          </p:nvSpPr>
          <p:spPr>
            <a:xfrm>
              <a:off x="-1483757" y="2051175"/>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a:extLst>
                <a:ext uri="{FF2B5EF4-FFF2-40B4-BE49-F238E27FC236}">
                  <a16:creationId xmlns:a16="http://schemas.microsoft.com/office/drawing/2014/main" id="{A5579E2B-75E4-EA79-D985-1801A5C1D673}"/>
                </a:ext>
              </a:extLst>
            </p:cNvPr>
            <p:cNvSpPr/>
            <p:nvPr/>
          </p:nvSpPr>
          <p:spPr>
            <a:xfrm>
              <a:off x="-1483757" y="2405136"/>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624B0D34-4069-B4D6-B3D8-E3D7FD7F8E34}"/>
                </a:ext>
              </a:extLst>
            </p:cNvPr>
            <p:cNvSpPr/>
            <p:nvPr/>
          </p:nvSpPr>
          <p:spPr>
            <a:xfrm>
              <a:off x="-1483757" y="2779019"/>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C0BD0B65-6F65-5D85-2DD9-51960BAD43D0}"/>
                </a:ext>
              </a:extLst>
            </p:cNvPr>
            <p:cNvSpPr/>
            <p:nvPr/>
          </p:nvSpPr>
          <p:spPr>
            <a:xfrm>
              <a:off x="-1483757" y="3568517"/>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76D4B435-876B-C99E-1393-18743D5037F0}"/>
                </a:ext>
              </a:extLst>
            </p:cNvPr>
            <p:cNvSpPr/>
            <p:nvPr/>
          </p:nvSpPr>
          <p:spPr>
            <a:xfrm>
              <a:off x="-1483757" y="3942400"/>
              <a:ext cx="249648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4C646E03-EF94-4956-2885-E1C5705E5C87}"/>
                </a:ext>
              </a:extLst>
            </p:cNvPr>
            <p:cNvSpPr txBox="1"/>
            <p:nvPr/>
          </p:nvSpPr>
          <p:spPr>
            <a:xfrm>
              <a:off x="-693810" y="1831999"/>
              <a:ext cx="1166794" cy="923330"/>
            </a:xfrm>
            <a:prstGeom prst="rect">
              <a:avLst/>
            </a:prstGeom>
            <a:noFill/>
          </p:spPr>
          <p:txBody>
            <a:bodyPr wrap="square" rtlCol="0">
              <a:spAutoFit/>
            </a:bodyPr>
            <a:lstStyle/>
            <a:p>
              <a:r>
                <a:rPr lang="de-DE" sz="5400" dirty="0">
                  <a:solidFill>
                    <a:schemeClr val="bg1"/>
                  </a:solidFill>
                </a:rPr>
                <a:t>50</a:t>
              </a:r>
            </a:p>
          </p:txBody>
        </p:sp>
        <p:sp>
          <p:nvSpPr>
            <p:cNvPr id="18" name="Rechteck 17">
              <a:extLst>
                <a:ext uri="{FF2B5EF4-FFF2-40B4-BE49-F238E27FC236}">
                  <a16:creationId xmlns:a16="http://schemas.microsoft.com/office/drawing/2014/main" id="{ED53BDB2-6914-C96B-A9BB-96A99EFF791D}"/>
                </a:ext>
              </a:extLst>
            </p:cNvPr>
            <p:cNvSpPr/>
            <p:nvPr/>
          </p:nvSpPr>
          <p:spPr>
            <a:xfrm>
              <a:off x="1358866" y="1320518"/>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BB8C0BBB-E8C3-C740-FA03-E509BE2FD472}"/>
                </a:ext>
              </a:extLst>
            </p:cNvPr>
            <p:cNvSpPr/>
            <p:nvPr/>
          </p:nvSpPr>
          <p:spPr>
            <a:xfrm>
              <a:off x="1358866" y="1697214"/>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C5BB7F59-D020-0D81-8E06-6ABC2493FD57}"/>
                </a:ext>
              </a:extLst>
            </p:cNvPr>
            <p:cNvSpPr/>
            <p:nvPr/>
          </p:nvSpPr>
          <p:spPr>
            <a:xfrm>
              <a:off x="1358866" y="2051175"/>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 name="Rechteck 20">
              <a:extLst>
                <a:ext uri="{FF2B5EF4-FFF2-40B4-BE49-F238E27FC236}">
                  <a16:creationId xmlns:a16="http://schemas.microsoft.com/office/drawing/2014/main" id="{6139E246-C5FD-83EE-371B-DF5BC5505706}"/>
                </a:ext>
              </a:extLst>
            </p:cNvPr>
            <p:cNvSpPr/>
            <p:nvPr/>
          </p:nvSpPr>
          <p:spPr>
            <a:xfrm>
              <a:off x="1358866" y="2405136"/>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a:extLst>
                <a:ext uri="{FF2B5EF4-FFF2-40B4-BE49-F238E27FC236}">
                  <a16:creationId xmlns:a16="http://schemas.microsoft.com/office/drawing/2014/main" id="{7913D0B1-38AE-4C45-5DD3-AE4B3EEA7280}"/>
                </a:ext>
              </a:extLst>
            </p:cNvPr>
            <p:cNvSpPr/>
            <p:nvPr/>
          </p:nvSpPr>
          <p:spPr>
            <a:xfrm>
              <a:off x="1358866" y="2779019"/>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E23946DA-AC3B-F276-D39A-54458FD5DFE5}"/>
                </a:ext>
              </a:extLst>
            </p:cNvPr>
            <p:cNvSpPr/>
            <p:nvPr/>
          </p:nvSpPr>
          <p:spPr>
            <a:xfrm>
              <a:off x="1358866" y="3568517"/>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06F867D6-4103-DC54-ABEB-260CAD559220}"/>
                </a:ext>
              </a:extLst>
            </p:cNvPr>
            <p:cNvSpPr/>
            <p:nvPr/>
          </p:nvSpPr>
          <p:spPr>
            <a:xfrm>
              <a:off x="1358866" y="3942400"/>
              <a:ext cx="715740" cy="353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feld 24">
              <a:extLst>
                <a:ext uri="{FF2B5EF4-FFF2-40B4-BE49-F238E27FC236}">
                  <a16:creationId xmlns:a16="http://schemas.microsoft.com/office/drawing/2014/main" id="{1B48301F-74FA-062A-18C1-044652C2439B}"/>
                </a:ext>
              </a:extLst>
            </p:cNvPr>
            <p:cNvSpPr txBox="1"/>
            <p:nvPr/>
          </p:nvSpPr>
          <p:spPr>
            <a:xfrm>
              <a:off x="1280209" y="1786154"/>
              <a:ext cx="982525" cy="923330"/>
            </a:xfrm>
            <a:prstGeom prst="rect">
              <a:avLst/>
            </a:prstGeom>
            <a:noFill/>
          </p:spPr>
          <p:txBody>
            <a:bodyPr wrap="square" rtlCol="0">
              <a:spAutoFit/>
            </a:bodyPr>
            <a:lstStyle/>
            <a:p>
              <a:r>
                <a:rPr lang="de-DE" sz="5400" dirty="0">
                  <a:solidFill>
                    <a:schemeClr val="bg1"/>
                  </a:solidFill>
                </a:rPr>
                <a:t>10</a:t>
              </a:r>
            </a:p>
          </p:txBody>
        </p:sp>
        <p:sp>
          <p:nvSpPr>
            <p:cNvPr id="26" name="Textfeld 25">
              <a:extLst>
                <a:ext uri="{FF2B5EF4-FFF2-40B4-BE49-F238E27FC236}">
                  <a16:creationId xmlns:a16="http://schemas.microsoft.com/office/drawing/2014/main" id="{7A49B7D6-8AE7-EE86-31AC-AEBEDEE20EB4}"/>
                </a:ext>
              </a:extLst>
            </p:cNvPr>
            <p:cNvSpPr txBox="1"/>
            <p:nvPr/>
          </p:nvSpPr>
          <p:spPr>
            <a:xfrm>
              <a:off x="-818914" y="3414949"/>
              <a:ext cx="1166794" cy="923330"/>
            </a:xfrm>
            <a:prstGeom prst="rect">
              <a:avLst/>
            </a:prstGeom>
            <a:noFill/>
          </p:spPr>
          <p:txBody>
            <a:bodyPr wrap="square" rtlCol="0">
              <a:spAutoFit/>
            </a:bodyPr>
            <a:lstStyle/>
            <a:p>
              <a:r>
                <a:rPr lang="de-DE" sz="5400" dirty="0">
                  <a:solidFill>
                    <a:schemeClr val="bg1"/>
                  </a:solidFill>
                </a:rPr>
                <a:t>20</a:t>
              </a:r>
            </a:p>
          </p:txBody>
        </p:sp>
        <p:sp>
          <p:nvSpPr>
            <p:cNvPr id="27" name="Textfeld 26">
              <a:extLst>
                <a:ext uri="{FF2B5EF4-FFF2-40B4-BE49-F238E27FC236}">
                  <a16:creationId xmlns:a16="http://schemas.microsoft.com/office/drawing/2014/main" id="{620F153E-794B-23AC-940B-C8B4301B32B9}"/>
                </a:ext>
              </a:extLst>
            </p:cNvPr>
            <p:cNvSpPr txBox="1"/>
            <p:nvPr/>
          </p:nvSpPr>
          <p:spPr>
            <a:xfrm>
              <a:off x="1359238" y="3480735"/>
              <a:ext cx="1166794" cy="923330"/>
            </a:xfrm>
            <a:prstGeom prst="rect">
              <a:avLst/>
            </a:prstGeom>
            <a:noFill/>
          </p:spPr>
          <p:txBody>
            <a:bodyPr wrap="square" rtlCol="0">
              <a:spAutoFit/>
            </a:bodyPr>
            <a:lstStyle/>
            <a:p>
              <a:r>
                <a:rPr lang="de-DE" sz="5400" dirty="0">
                  <a:solidFill>
                    <a:schemeClr val="bg1"/>
                  </a:solidFill>
                </a:rPr>
                <a:t>4</a:t>
              </a:r>
            </a:p>
          </p:txBody>
        </p:sp>
      </p:grpSp>
    </p:spTree>
    <p:extLst>
      <p:ext uri="{BB962C8B-B14F-4D97-AF65-F5344CB8AC3E}">
        <p14:creationId xmlns:p14="http://schemas.microsoft.com/office/powerpoint/2010/main" val="4144194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 rechteckige Legende 1">
            <a:extLst>
              <a:ext uri="{FF2B5EF4-FFF2-40B4-BE49-F238E27FC236}">
                <a16:creationId xmlns:a16="http://schemas.microsoft.com/office/drawing/2014/main" id="{323B4B09-5C8F-3FF0-0CA0-C771D285649C}"/>
              </a:ext>
            </a:extLst>
          </p:cNvPr>
          <p:cNvSpPr/>
          <p:nvPr/>
        </p:nvSpPr>
        <p:spPr>
          <a:xfrm>
            <a:off x="2018195" y="5541262"/>
            <a:ext cx="2916697" cy="579054"/>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(10+2)er-Reihen und zwei (10+2)er-Reihen .</a:t>
            </a:r>
          </a:p>
        </p:txBody>
      </p:sp>
      <p:grpSp>
        <p:nvGrpSpPr>
          <p:cNvPr id="4" name="Gruppieren 3">
            <a:extLst>
              <a:ext uri="{FF2B5EF4-FFF2-40B4-BE49-F238E27FC236}">
                <a16:creationId xmlns:a16="http://schemas.microsoft.com/office/drawing/2014/main" id="{ED865C17-4BA2-AF30-FD7A-CF4B83B2AA1F}"/>
              </a:ext>
            </a:extLst>
          </p:cNvPr>
          <p:cNvGrpSpPr/>
          <p:nvPr/>
        </p:nvGrpSpPr>
        <p:grpSpPr>
          <a:xfrm>
            <a:off x="972416" y="1369450"/>
            <a:ext cx="4250678" cy="2411761"/>
            <a:chOff x="3857743" y="1905596"/>
            <a:chExt cx="7564066" cy="4291720"/>
          </a:xfrm>
        </p:grpSpPr>
        <p:pic>
          <p:nvPicPr>
            <p:cNvPr id="5" name="Grafik 4">
              <a:extLst>
                <a:ext uri="{FF2B5EF4-FFF2-40B4-BE49-F238E27FC236}">
                  <a16:creationId xmlns:a16="http://schemas.microsoft.com/office/drawing/2014/main" id="{34F12603-5D74-592B-7C5B-851CFA74DEA6}"/>
                </a:ext>
              </a:extLst>
            </p:cNvPr>
            <p:cNvPicPr>
              <a:picLocks noChangeAspect="1"/>
            </p:cNvPicPr>
            <p:nvPr/>
          </p:nvPicPr>
          <p:blipFill>
            <a:blip r:embed="rId2">
              <a:grayscl/>
            </a:blip>
            <a:stretch>
              <a:fillRect/>
            </a:stretch>
          </p:blipFill>
          <p:spPr>
            <a:xfrm flipV="1">
              <a:off x="3857747" y="1905596"/>
              <a:ext cx="7564062" cy="651564"/>
            </a:xfrm>
            <a:prstGeom prst="rect">
              <a:avLst/>
            </a:prstGeom>
          </p:spPr>
        </p:pic>
        <p:pic>
          <p:nvPicPr>
            <p:cNvPr id="6" name="Grafik 5">
              <a:extLst>
                <a:ext uri="{FF2B5EF4-FFF2-40B4-BE49-F238E27FC236}">
                  <a16:creationId xmlns:a16="http://schemas.microsoft.com/office/drawing/2014/main" id="{2C26E8CC-E8EE-62FA-E2A1-9E4692E4D6FC}"/>
                </a:ext>
              </a:extLst>
            </p:cNvPr>
            <p:cNvPicPr>
              <a:picLocks noChangeAspect="1"/>
            </p:cNvPicPr>
            <p:nvPr/>
          </p:nvPicPr>
          <p:blipFill>
            <a:blip r:embed="rId2">
              <a:grayscl/>
            </a:blip>
            <a:stretch>
              <a:fillRect/>
            </a:stretch>
          </p:blipFill>
          <p:spPr>
            <a:xfrm flipV="1">
              <a:off x="3857746" y="2815635"/>
              <a:ext cx="7564062" cy="651564"/>
            </a:xfrm>
            <a:prstGeom prst="rect">
              <a:avLst/>
            </a:prstGeom>
          </p:spPr>
        </p:pic>
        <p:pic>
          <p:nvPicPr>
            <p:cNvPr id="7" name="Grafik 6">
              <a:extLst>
                <a:ext uri="{FF2B5EF4-FFF2-40B4-BE49-F238E27FC236}">
                  <a16:creationId xmlns:a16="http://schemas.microsoft.com/office/drawing/2014/main" id="{64C97081-7008-8BE8-2243-89F33BB642C9}"/>
                </a:ext>
              </a:extLst>
            </p:cNvPr>
            <p:cNvPicPr>
              <a:picLocks noChangeAspect="1"/>
            </p:cNvPicPr>
            <p:nvPr/>
          </p:nvPicPr>
          <p:blipFill>
            <a:blip r:embed="rId2">
              <a:grayscl/>
            </a:blip>
            <a:stretch>
              <a:fillRect/>
            </a:stretch>
          </p:blipFill>
          <p:spPr>
            <a:xfrm flipV="1">
              <a:off x="3857745" y="3725674"/>
              <a:ext cx="7564062" cy="651564"/>
            </a:xfrm>
            <a:prstGeom prst="rect">
              <a:avLst/>
            </a:prstGeom>
          </p:spPr>
        </p:pic>
        <p:pic>
          <p:nvPicPr>
            <p:cNvPr id="8" name="Grafik 7">
              <a:extLst>
                <a:ext uri="{FF2B5EF4-FFF2-40B4-BE49-F238E27FC236}">
                  <a16:creationId xmlns:a16="http://schemas.microsoft.com/office/drawing/2014/main" id="{EABD27CD-BFBB-1D2C-CBCF-BCE0BF5B44C0}"/>
                </a:ext>
              </a:extLst>
            </p:cNvPr>
            <p:cNvPicPr>
              <a:picLocks noChangeAspect="1"/>
            </p:cNvPicPr>
            <p:nvPr/>
          </p:nvPicPr>
          <p:blipFill>
            <a:blip r:embed="rId2">
              <a:grayscl/>
            </a:blip>
            <a:stretch>
              <a:fillRect/>
            </a:stretch>
          </p:blipFill>
          <p:spPr>
            <a:xfrm flipV="1">
              <a:off x="3857744" y="4635713"/>
              <a:ext cx="7564062" cy="651564"/>
            </a:xfrm>
            <a:prstGeom prst="rect">
              <a:avLst/>
            </a:prstGeom>
          </p:spPr>
        </p:pic>
        <p:pic>
          <p:nvPicPr>
            <p:cNvPr id="9" name="Grafik 8">
              <a:extLst>
                <a:ext uri="{FF2B5EF4-FFF2-40B4-BE49-F238E27FC236}">
                  <a16:creationId xmlns:a16="http://schemas.microsoft.com/office/drawing/2014/main" id="{5F10ED51-D038-32A4-5D02-C2EF5EB83BB9}"/>
                </a:ext>
              </a:extLst>
            </p:cNvPr>
            <p:cNvPicPr>
              <a:picLocks noChangeAspect="1"/>
            </p:cNvPicPr>
            <p:nvPr/>
          </p:nvPicPr>
          <p:blipFill>
            <a:blip r:embed="rId2">
              <a:grayscl/>
            </a:blip>
            <a:stretch>
              <a:fillRect/>
            </a:stretch>
          </p:blipFill>
          <p:spPr>
            <a:xfrm flipV="1">
              <a:off x="3857743" y="5545752"/>
              <a:ext cx="7564062" cy="651564"/>
            </a:xfrm>
            <a:prstGeom prst="rect">
              <a:avLst/>
            </a:prstGeom>
          </p:spPr>
        </p:pic>
      </p:gr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2A1AF3E6-6B54-88CA-30F1-3646C552A79C}"/>
                  </a:ext>
                </a:extLst>
              </p:cNvPr>
              <p:cNvSpPr/>
              <p:nvPr/>
            </p:nvSpPr>
            <p:spPr>
              <a:xfrm>
                <a:off x="6564273" y="842048"/>
                <a:ext cx="2292615" cy="369332"/>
              </a:xfrm>
              <a:prstGeom prst="rect">
                <a:avLst/>
              </a:prstGeom>
            </p:spPr>
            <p:txBody>
              <a:bodyPr wrap="none">
                <a:spAutoFit/>
              </a:bodyPr>
              <a:lstStyle/>
              <a:p>
                <a:r>
                  <a:rPr lang="de-DE" dirty="0">
                    <a:latin typeface="Be Vietnam" panose="00000500000000000000"/>
                  </a:rPr>
                  <a:t>(5 + 2)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(5 + 2)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2 </a:t>
                </a:r>
                <a:endParaRPr lang="de-DE" dirty="0"/>
              </a:p>
            </p:txBody>
          </p:sp>
        </mc:Choice>
        <mc:Fallback xmlns="">
          <p:sp>
            <p:nvSpPr>
              <p:cNvPr id="36" name="Rechteck 35">
                <a:extLst>
                  <a:ext uri="{FF2B5EF4-FFF2-40B4-BE49-F238E27FC236}">
                    <a16:creationId xmlns:a16="http://schemas.microsoft.com/office/drawing/2014/main" id="{2A1AF3E6-6B54-88CA-30F1-3646C552A79C}"/>
                  </a:ext>
                </a:extLst>
              </p:cNvPr>
              <p:cNvSpPr>
                <a:spLocks noRot="1" noChangeAspect="1" noMove="1" noResize="1" noEditPoints="1" noAdjustHandles="1" noChangeArrowheads="1" noChangeShapeType="1" noTextEdit="1"/>
              </p:cNvSpPr>
              <p:nvPr/>
            </p:nvSpPr>
            <p:spPr>
              <a:xfrm>
                <a:off x="6564273" y="842048"/>
                <a:ext cx="2292615" cy="369332"/>
              </a:xfrm>
              <a:prstGeom prst="rect">
                <a:avLst/>
              </a:prstGeom>
              <a:blipFill>
                <a:blip r:embed="rId3"/>
                <a:stretch>
                  <a:fillRect l="-2198" t="-6667" r="-1099" b="-2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8" name="Rechteck 37">
                <a:extLst>
                  <a:ext uri="{FF2B5EF4-FFF2-40B4-BE49-F238E27FC236}">
                    <a16:creationId xmlns:a16="http://schemas.microsoft.com/office/drawing/2014/main" id="{E09422EB-16C1-8788-1759-D7CDCCBD00CF}"/>
                  </a:ext>
                </a:extLst>
              </p:cNvPr>
              <p:cNvSpPr/>
              <p:nvPr/>
            </p:nvSpPr>
            <p:spPr>
              <a:xfrm>
                <a:off x="2018887" y="842048"/>
                <a:ext cx="2462534"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 + 2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 </a:t>
                </a:r>
                <a:endParaRPr lang="de-DE" dirty="0"/>
              </a:p>
            </p:txBody>
          </p:sp>
        </mc:Choice>
        <mc:Fallback xmlns="">
          <p:sp>
            <p:nvSpPr>
              <p:cNvPr id="38" name="Rechteck 37">
                <a:extLst>
                  <a:ext uri="{FF2B5EF4-FFF2-40B4-BE49-F238E27FC236}">
                    <a16:creationId xmlns:a16="http://schemas.microsoft.com/office/drawing/2014/main" id="{E09422EB-16C1-8788-1759-D7CDCCBD00CF}"/>
                  </a:ext>
                </a:extLst>
              </p:cNvPr>
              <p:cNvSpPr>
                <a:spLocks noRot="1" noChangeAspect="1" noMove="1" noResize="1" noEditPoints="1" noAdjustHandles="1" noChangeArrowheads="1" noChangeShapeType="1" noTextEdit="1"/>
              </p:cNvSpPr>
              <p:nvPr/>
            </p:nvSpPr>
            <p:spPr>
              <a:xfrm>
                <a:off x="2018887" y="842048"/>
                <a:ext cx="2462534" cy="369332"/>
              </a:xfrm>
              <a:prstGeom prst="rect">
                <a:avLst/>
              </a:prstGeom>
              <a:blipFill>
                <a:blip r:embed="rId4"/>
                <a:stretch>
                  <a:fillRect l="-1538" t="-6667" r="-1538" b="-26667"/>
                </a:stretch>
              </a:blipFill>
            </p:spPr>
            <p:txBody>
              <a:bodyPr/>
              <a:lstStyle/>
              <a:p>
                <a:r>
                  <a:rPr lang="de-DE">
                    <a:noFill/>
                  </a:rPr>
                  <a:t> </a:t>
                </a:r>
              </a:p>
            </p:txBody>
          </p:sp>
        </mc:Fallback>
      </mc:AlternateContent>
      <p:pic>
        <p:nvPicPr>
          <p:cNvPr id="39" name="Grafik 38">
            <a:extLst>
              <a:ext uri="{FF2B5EF4-FFF2-40B4-BE49-F238E27FC236}">
                <a16:creationId xmlns:a16="http://schemas.microsoft.com/office/drawing/2014/main" id="{0FFA7D28-12AE-C4DC-CDC3-48F5E208468C}"/>
              </a:ext>
            </a:extLst>
          </p:cNvPr>
          <p:cNvPicPr>
            <a:picLocks noChangeAspect="1"/>
          </p:cNvPicPr>
          <p:nvPr/>
        </p:nvPicPr>
        <p:blipFill rotWithShape="1">
          <a:blip r:embed="rId5"/>
          <a:srcRect r="17243"/>
          <a:stretch/>
        </p:blipFill>
        <p:spPr>
          <a:xfrm>
            <a:off x="6096000" y="1320212"/>
            <a:ext cx="3516560" cy="3456732"/>
          </a:xfrm>
          <a:prstGeom prst="rect">
            <a:avLst/>
          </a:prstGeom>
        </p:spPr>
      </p:pic>
      <p:pic>
        <p:nvPicPr>
          <p:cNvPr id="40" name="Grafik 39">
            <a:extLst>
              <a:ext uri="{FF2B5EF4-FFF2-40B4-BE49-F238E27FC236}">
                <a16:creationId xmlns:a16="http://schemas.microsoft.com/office/drawing/2014/main" id="{F14F0B97-BF52-B736-7727-4EAD8057C0DE}"/>
              </a:ext>
            </a:extLst>
          </p:cNvPr>
          <p:cNvPicPr>
            <a:picLocks noChangeAspect="1"/>
          </p:cNvPicPr>
          <p:nvPr/>
        </p:nvPicPr>
        <p:blipFill rotWithShape="1">
          <a:blip r:embed="rId5"/>
          <a:srcRect l="82757"/>
          <a:stretch/>
        </p:blipFill>
        <p:spPr>
          <a:xfrm>
            <a:off x="9961861" y="1330454"/>
            <a:ext cx="732720" cy="3456732"/>
          </a:xfrm>
          <a:prstGeom prst="rect">
            <a:avLst/>
          </a:prstGeom>
        </p:spPr>
      </p:pic>
      <p:sp>
        <p:nvSpPr>
          <p:cNvPr id="41" name="Abgerundete rechteckige Legende 40">
            <a:extLst>
              <a:ext uri="{FF2B5EF4-FFF2-40B4-BE49-F238E27FC236}">
                <a16:creationId xmlns:a16="http://schemas.microsoft.com/office/drawing/2014/main" id="{3C9F21DE-EA77-DD53-1533-3A947F294D53}"/>
              </a:ext>
            </a:extLst>
          </p:cNvPr>
          <p:cNvSpPr/>
          <p:nvPr/>
        </p:nvSpPr>
        <p:spPr>
          <a:xfrm>
            <a:off x="6773997" y="5541262"/>
            <a:ext cx="2916697" cy="759733"/>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und zwei 10er-Reihen und fünf und zwei 2er-Reihen .</a:t>
            </a:r>
          </a:p>
        </p:txBody>
      </p:sp>
      <p:sp>
        <p:nvSpPr>
          <p:cNvPr id="42" name="Titel 1">
            <a:extLst>
              <a:ext uri="{FF2B5EF4-FFF2-40B4-BE49-F238E27FC236}">
                <a16:creationId xmlns:a16="http://schemas.microsoft.com/office/drawing/2014/main" id="{3378D167-6DB3-9521-F423-1706B2233FF7}"/>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beider Faktoren</a:t>
            </a:r>
          </a:p>
        </p:txBody>
      </p:sp>
      <p:sp>
        <p:nvSpPr>
          <p:cNvPr id="3" name="Textfeld 2">
            <a:extLst>
              <a:ext uri="{FF2B5EF4-FFF2-40B4-BE49-F238E27FC236}">
                <a16:creationId xmlns:a16="http://schemas.microsoft.com/office/drawing/2014/main" id="{92A1C093-54F1-019B-9D2C-7A0C728494BD}"/>
              </a:ext>
            </a:extLst>
          </p:cNvPr>
          <p:cNvSpPr txBox="1"/>
          <p:nvPr/>
        </p:nvSpPr>
        <p:spPr>
          <a:xfrm>
            <a:off x="5892800" y="163107"/>
            <a:ext cx="6408614" cy="369332"/>
          </a:xfrm>
          <a:prstGeom prst="rect">
            <a:avLst/>
          </a:prstGeom>
          <a:noFill/>
        </p:spPr>
        <p:txBody>
          <a:bodyPr wrap="none" rtlCol="0">
            <a:spAutoFit/>
          </a:bodyPr>
          <a:lstStyle/>
          <a:p>
            <a:r>
              <a:rPr lang="de-DE" dirty="0">
                <a:highlight>
                  <a:srgbClr val="FF00FF"/>
                </a:highlight>
              </a:rPr>
              <a:t>Hier abgängig welcher Term je nachdem wo das Kind schneidet</a:t>
            </a:r>
          </a:p>
        </p:txBody>
      </p:sp>
      <p:pic>
        <p:nvPicPr>
          <p:cNvPr id="62" name="Grafik 61">
            <a:extLst>
              <a:ext uri="{FF2B5EF4-FFF2-40B4-BE49-F238E27FC236}">
                <a16:creationId xmlns:a16="http://schemas.microsoft.com/office/drawing/2014/main" id="{A16C152F-75C3-74CD-C4AE-E387A8C44932}"/>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989190" y="4201314"/>
            <a:ext cx="4249280" cy="883997"/>
          </a:xfrm>
          <a:prstGeom prst="rect">
            <a:avLst/>
          </a:prstGeom>
        </p:spPr>
      </p:pic>
      <p:pic>
        <p:nvPicPr>
          <p:cNvPr id="64" name="Grafik 63" descr="Farbe mit einfarbiger Füllung">
            <a:extLst>
              <a:ext uri="{FF2B5EF4-FFF2-40B4-BE49-F238E27FC236}">
                <a16:creationId xmlns:a16="http://schemas.microsoft.com/office/drawing/2014/main" id="{B2ECC7F8-1B43-E57D-8A23-64820541F50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9768" y="2723414"/>
            <a:ext cx="432589" cy="432589"/>
          </a:xfrm>
          <a:prstGeom prst="rect">
            <a:avLst/>
          </a:prstGeom>
        </p:spPr>
      </p:pic>
      <p:sp>
        <p:nvSpPr>
          <p:cNvPr id="69" name="Rechteck 68">
            <a:extLst>
              <a:ext uri="{FF2B5EF4-FFF2-40B4-BE49-F238E27FC236}">
                <a16:creationId xmlns:a16="http://schemas.microsoft.com/office/drawing/2014/main" id="{474A09F1-9A48-A6FD-DDB7-1BBE0256E1FC}"/>
              </a:ext>
            </a:extLst>
          </p:cNvPr>
          <p:cNvSpPr/>
          <p:nvPr/>
        </p:nvSpPr>
        <p:spPr>
          <a:xfrm>
            <a:off x="972416" y="2839724"/>
            <a:ext cx="4279647" cy="2282677"/>
          </a:xfrm>
          <a:prstGeom prst="rect">
            <a:avLst/>
          </a:prstGeom>
          <a:solidFill>
            <a:srgbClr val="156082">
              <a:alpha val="3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a:extLst>
              <a:ext uri="{FF2B5EF4-FFF2-40B4-BE49-F238E27FC236}">
                <a16:creationId xmlns:a16="http://schemas.microsoft.com/office/drawing/2014/main" id="{49C4BF54-7679-EDD4-F66B-81CC2AC57DB6}"/>
              </a:ext>
            </a:extLst>
          </p:cNvPr>
          <p:cNvSpPr/>
          <p:nvPr/>
        </p:nvSpPr>
        <p:spPr>
          <a:xfrm>
            <a:off x="4149213" y="1351220"/>
            <a:ext cx="1102851" cy="3764317"/>
          </a:xfrm>
          <a:prstGeom prst="rect">
            <a:avLst/>
          </a:prstGeom>
          <a:solidFill>
            <a:srgbClr val="E97132">
              <a:alpha val="2000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pic>
        <p:nvPicPr>
          <p:cNvPr id="83" name="Grafik 82" descr="Schere mit einfarbiger Füllung">
            <a:extLst>
              <a:ext uri="{FF2B5EF4-FFF2-40B4-BE49-F238E27FC236}">
                <a16:creationId xmlns:a16="http://schemas.microsoft.com/office/drawing/2014/main" id="{E37391FA-7C0C-2076-2844-D0FBE379E09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1698" y="2049884"/>
            <a:ext cx="644967" cy="644967"/>
          </a:xfrm>
          <a:prstGeom prst="rect">
            <a:avLst/>
          </a:prstGeom>
        </p:spPr>
      </p:pic>
      <p:pic>
        <p:nvPicPr>
          <p:cNvPr id="95" name="Grafik 94" descr="Caretzeichen nach links Silhouette">
            <a:extLst>
              <a:ext uri="{FF2B5EF4-FFF2-40B4-BE49-F238E27FC236}">
                <a16:creationId xmlns:a16="http://schemas.microsoft.com/office/drawing/2014/main" id="{DC6B0FB2-D908-BC72-4C54-F3C4351F279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4325" y="1454071"/>
            <a:ext cx="505133" cy="505133"/>
          </a:xfrm>
          <a:prstGeom prst="rect">
            <a:avLst/>
          </a:prstGeom>
        </p:spPr>
      </p:pic>
    </p:spTree>
    <p:extLst>
      <p:ext uri="{BB962C8B-B14F-4D97-AF65-F5344CB8AC3E}">
        <p14:creationId xmlns:p14="http://schemas.microsoft.com/office/powerpoint/2010/main" val="1325576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6175B-AF6D-020B-AF0D-850EB458433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B6DCC5D-E8A1-0A43-A6FE-19432B48D36B}"/>
              </a:ext>
            </a:extLst>
          </p:cNvPr>
          <p:cNvSpPr>
            <a:spLocks noGrp="1"/>
          </p:cNvSpPr>
          <p:nvPr>
            <p:ph type="title"/>
          </p:nvPr>
        </p:nvSpPr>
        <p:spPr>
          <a:xfrm>
            <a:off x="178981" y="163107"/>
            <a:ext cx="10515600" cy="644967"/>
          </a:xfrm>
        </p:spPr>
        <p:txBody>
          <a:bodyPr>
            <a:normAutofit/>
          </a:bodyPr>
          <a:lstStyle/>
          <a:p>
            <a:r>
              <a:rPr lang="de-DE" sz="3600" dirty="0"/>
              <a:t>Allgemeines</a:t>
            </a:r>
          </a:p>
        </p:txBody>
      </p:sp>
      <p:sp>
        <p:nvSpPr>
          <p:cNvPr id="3" name="Inhaltsplatzhalter 2">
            <a:extLst>
              <a:ext uri="{FF2B5EF4-FFF2-40B4-BE49-F238E27FC236}">
                <a16:creationId xmlns:a16="http://schemas.microsoft.com/office/drawing/2014/main" id="{3BE21D7B-7FCD-9D44-F977-86AAC70655D8}"/>
              </a:ext>
            </a:extLst>
          </p:cNvPr>
          <p:cNvSpPr>
            <a:spLocks noGrp="1"/>
          </p:cNvSpPr>
          <p:nvPr>
            <p:ph idx="1"/>
          </p:nvPr>
        </p:nvSpPr>
        <p:spPr>
          <a:xfrm>
            <a:off x="264042" y="1253331"/>
            <a:ext cx="10515600" cy="4351338"/>
          </a:xfrm>
        </p:spPr>
        <p:txBody>
          <a:bodyPr>
            <a:normAutofit/>
          </a:bodyPr>
          <a:lstStyle/>
          <a:p>
            <a:r>
              <a:rPr lang="de-DE" sz="2400" dirty="0"/>
              <a:t>Sollen es wirklich Quadrate sein? Für </a:t>
            </a:r>
            <a:r>
              <a:rPr lang="de-DE" sz="2400" dirty="0" err="1"/>
              <a:t>divomath</a:t>
            </a:r>
            <a:r>
              <a:rPr lang="de-DE" sz="2400" dirty="0"/>
              <a:t> würden wir eher Punkte nutzen wollen. In MSK haben wir auch nur Punkte.</a:t>
            </a:r>
          </a:p>
          <a:p>
            <a:pPr marL="0" indent="0">
              <a:buNone/>
            </a:pPr>
            <a:endParaRPr lang="de-DE" sz="2400" dirty="0"/>
          </a:p>
          <a:p>
            <a:r>
              <a:rPr lang="de-DE" sz="2400" dirty="0"/>
              <a:t>Evtl. nur die Sichtweise in Reihen (horizontal)</a:t>
            </a:r>
          </a:p>
          <a:p>
            <a:r>
              <a:rPr lang="de-DE" sz="2400" dirty="0"/>
              <a:t>Und dann lieber beide Zerlegungen:</a:t>
            </a:r>
          </a:p>
          <a:p>
            <a:pPr marL="0" indent="0">
              <a:buNone/>
            </a:pPr>
            <a:r>
              <a:rPr lang="de-DE" sz="2400" dirty="0"/>
              <a:t>	1) Anzahl der Reihen (erster Faktor)</a:t>
            </a:r>
          </a:p>
          <a:p>
            <a:pPr marL="0" indent="0">
              <a:buNone/>
            </a:pPr>
            <a:r>
              <a:rPr lang="de-DE" sz="2400" dirty="0"/>
              <a:t>	2) Reihen selbst (zweiter Faktor)</a:t>
            </a:r>
          </a:p>
          <a:p>
            <a:pPr marL="0" indent="0">
              <a:buNone/>
            </a:pPr>
            <a:endParaRPr lang="de-DE" sz="2400" dirty="0"/>
          </a:p>
          <a:p>
            <a:r>
              <a:rPr lang="de-DE" sz="2400" dirty="0"/>
              <a:t>Ziel: Am Ende ein Tool? Bei der Doppel-Zerlegung wären alle Funktionen integriert</a:t>
            </a:r>
          </a:p>
          <a:p>
            <a:pPr marL="0" indent="0">
              <a:buNone/>
            </a:pPr>
            <a:endParaRPr lang="de-DE" sz="2400" dirty="0"/>
          </a:p>
          <a:p>
            <a:pPr marL="0" indent="0">
              <a:buNone/>
            </a:pPr>
            <a:endParaRPr lang="de-DE" sz="2400" dirty="0"/>
          </a:p>
          <a:p>
            <a:pPr marL="0" indent="0">
              <a:buNone/>
            </a:pPr>
            <a:endParaRPr lang="de-DE" dirty="0"/>
          </a:p>
        </p:txBody>
      </p:sp>
    </p:spTree>
    <p:extLst>
      <p:ext uri="{BB962C8B-B14F-4D97-AF65-F5344CB8AC3E}">
        <p14:creationId xmlns:p14="http://schemas.microsoft.com/office/powerpoint/2010/main" val="2862453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6228-002E-1DE2-2D90-E17EDB4CF6E7}"/>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0A2B5924-6ECF-8C82-921F-428DF01EC622}"/>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Erster Faktor zerlegt</a:t>
            </a:r>
          </a:p>
        </p:txBody>
      </p:sp>
      <p:sp>
        <p:nvSpPr>
          <p:cNvPr id="4" name="Textfeld 3">
            <a:extLst>
              <a:ext uri="{FF2B5EF4-FFF2-40B4-BE49-F238E27FC236}">
                <a16:creationId xmlns:a16="http://schemas.microsoft.com/office/drawing/2014/main" id="{B30F1189-5697-441E-E8BE-4A0D1CAB579B}"/>
              </a:ext>
            </a:extLst>
          </p:cNvPr>
          <p:cNvSpPr txBox="1"/>
          <p:nvPr/>
        </p:nvSpPr>
        <p:spPr>
          <a:xfrm>
            <a:off x="7633870" y="4600301"/>
            <a:ext cx="3102965" cy="369332"/>
          </a:xfrm>
          <a:prstGeom prst="rect">
            <a:avLst/>
          </a:prstGeom>
          <a:noFill/>
          <a:ln>
            <a:solidFill>
              <a:schemeClr val="accent6"/>
            </a:solidFill>
          </a:ln>
        </p:spPr>
        <p:txBody>
          <a:bodyPr wrap="none" rtlCol="0">
            <a:spAutoFit/>
          </a:bodyPr>
          <a:lstStyle/>
          <a:p>
            <a:r>
              <a:rPr lang="de-DE" dirty="0"/>
              <a:t>Ich sehe drei 5er und fünf 5er.</a:t>
            </a:r>
          </a:p>
        </p:txBody>
      </p:sp>
      <p:sp>
        <p:nvSpPr>
          <p:cNvPr id="6" name="Textfeld 5">
            <a:extLst>
              <a:ext uri="{FF2B5EF4-FFF2-40B4-BE49-F238E27FC236}">
                <a16:creationId xmlns:a16="http://schemas.microsoft.com/office/drawing/2014/main" id="{77371C6F-A6CE-2C38-E600-795304C6A828}"/>
              </a:ext>
            </a:extLst>
          </p:cNvPr>
          <p:cNvSpPr txBox="1"/>
          <p:nvPr/>
        </p:nvSpPr>
        <p:spPr>
          <a:xfrm>
            <a:off x="5222027" y="1794600"/>
            <a:ext cx="1931106" cy="369332"/>
          </a:xfrm>
          <a:prstGeom prst="rect">
            <a:avLst/>
          </a:prstGeom>
          <a:noFill/>
          <a:ln>
            <a:solidFill>
              <a:schemeClr val="accent6"/>
            </a:solidFill>
          </a:ln>
        </p:spPr>
        <p:txBody>
          <a:bodyPr wrap="none" rtlCol="0">
            <a:spAutoFit/>
          </a:bodyPr>
          <a:lstStyle/>
          <a:p>
            <a:r>
              <a:rPr lang="de-DE" dirty="0"/>
              <a:t>Ich sehe acht 5er.</a:t>
            </a:r>
          </a:p>
        </p:txBody>
      </p:sp>
      <p:sp>
        <p:nvSpPr>
          <p:cNvPr id="29" name="Textfeld 28">
            <a:extLst>
              <a:ext uri="{FF2B5EF4-FFF2-40B4-BE49-F238E27FC236}">
                <a16:creationId xmlns:a16="http://schemas.microsoft.com/office/drawing/2014/main" id="{770B4EBB-1EE0-7EB6-9883-A54D2D8D7948}"/>
              </a:ext>
            </a:extLst>
          </p:cNvPr>
          <p:cNvSpPr txBox="1"/>
          <p:nvPr/>
        </p:nvSpPr>
        <p:spPr>
          <a:xfrm>
            <a:off x="2371664" y="2960854"/>
            <a:ext cx="2056285" cy="646331"/>
          </a:xfrm>
          <a:prstGeom prst="rect">
            <a:avLst/>
          </a:prstGeom>
          <a:noFill/>
        </p:spPr>
        <p:txBody>
          <a:bodyPr wrap="square" rtlCol="0">
            <a:spAutoFit/>
          </a:bodyPr>
          <a:lstStyle/>
          <a:p>
            <a:r>
              <a:rPr lang="de-DE" i="1" dirty="0"/>
              <a:t>Anzahl der Reihen wird zerlegt</a:t>
            </a:r>
          </a:p>
        </p:txBody>
      </p:sp>
      <p:pic>
        <p:nvPicPr>
          <p:cNvPr id="18" name="Grafik 17">
            <a:extLst>
              <a:ext uri="{FF2B5EF4-FFF2-40B4-BE49-F238E27FC236}">
                <a16:creationId xmlns:a16="http://schemas.microsoft.com/office/drawing/2014/main" id="{9A52E557-63FB-F400-F1FD-3E4B99535F13}"/>
              </a:ext>
            </a:extLst>
          </p:cNvPr>
          <p:cNvPicPr>
            <a:picLocks noChangeAspect="1"/>
          </p:cNvPicPr>
          <p:nvPr/>
        </p:nvPicPr>
        <p:blipFill>
          <a:blip r:embed="rId3"/>
          <a:srcRect l="4679" t="5758" r="3576"/>
          <a:stretch/>
        </p:blipFill>
        <p:spPr>
          <a:xfrm>
            <a:off x="4657722" y="2425068"/>
            <a:ext cx="2526525" cy="2023984"/>
          </a:xfrm>
          <a:prstGeom prst="rect">
            <a:avLst/>
          </a:prstGeom>
          <a:ln>
            <a:solidFill>
              <a:schemeClr val="tx1">
                <a:lumMod val="50000"/>
                <a:lumOff val="50000"/>
              </a:schemeClr>
            </a:solidFill>
          </a:ln>
        </p:spPr>
      </p:pic>
      <p:sp>
        <p:nvSpPr>
          <p:cNvPr id="3" name="Textfeld 2">
            <a:extLst>
              <a:ext uri="{FF2B5EF4-FFF2-40B4-BE49-F238E27FC236}">
                <a16:creationId xmlns:a16="http://schemas.microsoft.com/office/drawing/2014/main" id="{A888CBBE-9FC3-BA7F-0EAF-A28E2F73419E}"/>
              </a:ext>
            </a:extLst>
          </p:cNvPr>
          <p:cNvSpPr txBox="1"/>
          <p:nvPr/>
        </p:nvSpPr>
        <p:spPr>
          <a:xfrm>
            <a:off x="512977" y="4316712"/>
            <a:ext cx="3770584" cy="369332"/>
          </a:xfrm>
          <a:prstGeom prst="rect">
            <a:avLst/>
          </a:prstGeom>
          <a:noFill/>
          <a:ln>
            <a:solidFill>
              <a:schemeClr val="accent6"/>
            </a:solidFill>
          </a:ln>
        </p:spPr>
        <p:txBody>
          <a:bodyPr wrap="none" rtlCol="0">
            <a:spAutoFit/>
          </a:bodyPr>
          <a:lstStyle/>
          <a:p>
            <a:r>
              <a:rPr lang="de-DE" dirty="0"/>
              <a:t>Ich sehe (drei und fünf) 5er-Reihen.</a:t>
            </a:r>
          </a:p>
        </p:txBody>
      </p:sp>
      <p:sp>
        <p:nvSpPr>
          <p:cNvPr id="8" name="Textfeld 7">
            <a:extLst>
              <a:ext uri="{FF2B5EF4-FFF2-40B4-BE49-F238E27FC236}">
                <a16:creationId xmlns:a16="http://schemas.microsoft.com/office/drawing/2014/main" id="{B0480F61-C8BB-287E-A322-A26786592721}"/>
              </a:ext>
            </a:extLst>
          </p:cNvPr>
          <p:cNvSpPr txBox="1"/>
          <p:nvPr/>
        </p:nvSpPr>
        <p:spPr>
          <a:xfrm>
            <a:off x="421384" y="4798434"/>
            <a:ext cx="6017609" cy="369332"/>
          </a:xfrm>
          <a:prstGeom prst="rect">
            <a:avLst/>
          </a:prstGeom>
          <a:noFill/>
          <a:ln>
            <a:solidFill>
              <a:schemeClr val="accent6"/>
            </a:solidFill>
          </a:ln>
        </p:spPr>
        <p:txBody>
          <a:bodyPr wrap="none" rtlCol="0">
            <a:spAutoFit/>
          </a:bodyPr>
          <a:lstStyle/>
          <a:p>
            <a:r>
              <a:rPr lang="de-DE" dirty="0"/>
              <a:t>Ich sehe drei und fünf Reihen mit je 5 Punkten/Quadraten.</a:t>
            </a:r>
          </a:p>
        </p:txBody>
      </p:sp>
    </p:spTree>
    <p:extLst>
      <p:ext uri="{BB962C8B-B14F-4D97-AF65-F5344CB8AC3E}">
        <p14:creationId xmlns:p14="http://schemas.microsoft.com/office/powerpoint/2010/main" val="1892852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BBD2D21D-30D1-513F-99A6-0939D07DD2E0}"/>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Zweiter Faktor zerlegt</a:t>
            </a:r>
          </a:p>
        </p:txBody>
      </p:sp>
      <p:sp>
        <p:nvSpPr>
          <p:cNvPr id="10" name="Inhaltsplatzhalter 2">
            <a:extLst>
              <a:ext uri="{FF2B5EF4-FFF2-40B4-BE49-F238E27FC236}">
                <a16:creationId xmlns:a16="http://schemas.microsoft.com/office/drawing/2014/main" id="{12DE2D0F-A4C9-EDC7-5662-A64FFA96AF2D}"/>
              </a:ext>
            </a:extLst>
          </p:cNvPr>
          <p:cNvSpPr txBox="1">
            <a:spLocks/>
          </p:cNvSpPr>
          <p:nvPr/>
        </p:nvSpPr>
        <p:spPr>
          <a:xfrm>
            <a:off x="264042" y="125333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Hier in dieser Ansicht wäre es doch klug, die Reihen, also den zweiten Faktor zu zerlegen. </a:t>
            </a:r>
          </a:p>
          <a:p>
            <a:pPr marL="0" indent="0">
              <a:buNone/>
            </a:pPr>
            <a:endParaRPr lang="de-DE" dirty="0"/>
          </a:p>
        </p:txBody>
      </p:sp>
      <p:pic>
        <p:nvPicPr>
          <p:cNvPr id="12" name="Grafik 11">
            <a:extLst>
              <a:ext uri="{FF2B5EF4-FFF2-40B4-BE49-F238E27FC236}">
                <a16:creationId xmlns:a16="http://schemas.microsoft.com/office/drawing/2014/main" id="{4F97D1F7-7EF9-27D6-3719-1708D3D55F18}"/>
              </a:ext>
            </a:extLst>
          </p:cNvPr>
          <p:cNvPicPr>
            <a:picLocks noChangeAspect="1"/>
          </p:cNvPicPr>
          <p:nvPr/>
        </p:nvPicPr>
        <p:blipFill>
          <a:blip r:embed="rId2"/>
          <a:stretch>
            <a:fillRect/>
          </a:stretch>
        </p:blipFill>
        <p:spPr>
          <a:xfrm>
            <a:off x="4244084" y="3217612"/>
            <a:ext cx="3364282" cy="2331795"/>
          </a:xfrm>
          <a:prstGeom prst="rect">
            <a:avLst/>
          </a:prstGeom>
          <a:ln>
            <a:solidFill>
              <a:schemeClr val="tx1">
                <a:lumMod val="50000"/>
                <a:lumOff val="50000"/>
              </a:schemeClr>
            </a:solidFill>
          </a:ln>
        </p:spPr>
      </p:pic>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83258320-27CB-0771-F1E9-E06B8002DDF3}"/>
                  </a:ext>
                </a:extLst>
              </p:cNvPr>
              <p:cNvSpPr txBox="1"/>
              <p:nvPr/>
            </p:nvSpPr>
            <p:spPr>
              <a:xfrm>
                <a:off x="5695803" y="2772355"/>
                <a:ext cx="590226"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8</a:t>
                </a:r>
              </a:p>
            </p:txBody>
          </p:sp>
        </mc:Choice>
        <mc:Fallback xmlns="">
          <p:sp>
            <p:nvSpPr>
              <p:cNvPr id="13" name="Textfeld 12">
                <a:extLst>
                  <a:ext uri="{FF2B5EF4-FFF2-40B4-BE49-F238E27FC236}">
                    <a16:creationId xmlns:a16="http://schemas.microsoft.com/office/drawing/2014/main" id="{83258320-27CB-0771-F1E9-E06B8002DDF3}"/>
                  </a:ext>
                </a:extLst>
              </p:cNvPr>
              <p:cNvSpPr txBox="1">
                <a:spLocks noRot="1" noChangeAspect="1" noMove="1" noResize="1" noEditPoints="1" noAdjustHandles="1" noChangeArrowheads="1" noChangeShapeType="1" noTextEdit="1"/>
              </p:cNvSpPr>
              <p:nvPr/>
            </p:nvSpPr>
            <p:spPr>
              <a:xfrm>
                <a:off x="5695803" y="2772355"/>
                <a:ext cx="590226" cy="369332"/>
              </a:xfrm>
              <a:prstGeom prst="rect">
                <a:avLst/>
              </a:prstGeom>
              <a:blipFill>
                <a:blip r:embed="rId3"/>
                <a:stretch>
                  <a:fillRect l="-6122" t="-3226" r="-6122" b="-25806"/>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36E3CBD7-CE7A-2197-D803-65B22ABE2A47}"/>
                  </a:ext>
                </a:extLst>
              </p:cNvPr>
              <p:cNvSpPr txBox="1"/>
              <p:nvPr/>
            </p:nvSpPr>
            <p:spPr>
              <a:xfrm>
                <a:off x="3125944" y="5095583"/>
                <a:ext cx="1064715"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a:t>
                </a:r>
              </a:p>
            </p:txBody>
          </p:sp>
        </mc:Choice>
        <mc:Fallback xmlns="">
          <p:sp>
            <p:nvSpPr>
              <p:cNvPr id="14" name="Textfeld 13">
                <a:extLst>
                  <a:ext uri="{FF2B5EF4-FFF2-40B4-BE49-F238E27FC236}">
                    <a16:creationId xmlns:a16="http://schemas.microsoft.com/office/drawing/2014/main" id="{36E3CBD7-CE7A-2197-D803-65B22ABE2A47}"/>
                  </a:ext>
                </a:extLst>
              </p:cNvPr>
              <p:cNvSpPr txBox="1">
                <a:spLocks noRot="1" noChangeAspect="1" noMove="1" noResize="1" noEditPoints="1" noAdjustHandles="1" noChangeArrowheads="1" noChangeShapeType="1" noTextEdit="1"/>
              </p:cNvSpPr>
              <p:nvPr/>
            </p:nvSpPr>
            <p:spPr>
              <a:xfrm>
                <a:off x="3125944" y="5095583"/>
                <a:ext cx="1064715" cy="369332"/>
              </a:xfrm>
              <a:prstGeom prst="rect">
                <a:avLst/>
              </a:prstGeom>
              <a:blipFill>
                <a:blip r:embed="rId4"/>
                <a:stretch>
                  <a:fillRect l="-4651" t="-6452" r="-3488" b="-25806"/>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2295B4D4-2CBA-D744-191C-46FD47844463}"/>
                  </a:ext>
                </a:extLst>
              </p:cNvPr>
              <p:cNvSpPr txBox="1"/>
              <p:nvPr/>
            </p:nvSpPr>
            <p:spPr>
              <a:xfrm>
                <a:off x="7661791" y="5109615"/>
                <a:ext cx="1258678"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 </a:t>
                </a:r>
                <a14:m>
                  <m:oMath xmlns:m="http://schemas.openxmlformats.org/officeDocument/2006/math">
                    <m:r>
                      <a:rPr lang="de-DE" smtClean="0">
                        <a:solidFill>
                          <a:schemeClr val="tx1"/>
                        </a:solidFill>
                        <a:latin typeface="Cambria Math" panose="02040503050406030204" pitchFamily="18" charset="0"/>
                      </a:rPr>
                      <m:t>⋅</m:t>
                    </m:r>
                  </m:oMath>
                </a14:m>
                <a:r>
                  <a:rPr lang="de-DE" dirty="0"/>
                  <a:t> 5</a:t>
                </a:r>
              </a:p>
            </p:txBody>
          </p:sp>
        </mc:Choice>
        <mc:Fallback xmlns="">
          <p:sp>
            <p:nvSpPr>
              <p:cNvPr id="15" name="Textfeld 14">
                <a:extLst>
                  <a:ext uri="{FF2B5EF4-FFF2-40B4-BE49-F238E27FC236}">
                    <a16:creationId xmlns:a16="http://schemas.microsoft.com/office/drawing/2014/main" id="{2295B4D4-2CBA-D744-191C-46FD47844463}"/>
                  </a:ext>
                </a:extLst>
              </p:cNvPr>
              <p:cNvSpPr txBox="1">
                <a:spLocks noRot="1" noChangeAspect="1" noMove="1" noResize="1" noEditPoints="1" noAdjustHandles="1" noChangeArrowheads="1" noChangeShapeType="1" noTextEdit="1"/>
              </p:cNvSpPr>
              <p:nvPr/>
            </p:nvSpPr>
            <p:spPr>
              <a:xfrm>
                <a:off x="7661791" y="5109615"/>
                <a:ext cx="1258678" cy="369332"/>
              </a:xfrm>
              <a:prstGeom prst="rect">
                <a:avLst/>
              </a:prstGeom>
              <a:blipFill>
                <a:blip r:embed="rId5"/>
                <a:stretch>
                  <a:fillRect l="-2970" t="-3125" b="-21875"/>
                </a:stretch>
              </a:blipFill>
              <a:ln>
                <a:solidFill>
                  <a:schemeClr val="accent6"/>
                </a:solidFill>
              </a:ln>
            </p:spPr>
            <p:txBody>
              <a:bodyPr/>
              <a:lstStyle/>
              <a:p>
                <a:r>
                  <a:rPr lang="de-DE">
                    <a:noFill/>
                  </a:rPr>
                  <a:t> </a:t>
                </a:r>
              </a:p>
            </p:txBody>
          </p:sp>
        </mc:Fallback>
      </mc:AlternateContent>
    </p:spTree>
    <p:extLst>
      <p:ext uri="{BB962C8B-B14F-4D97-AF65-F5344CB8AC3E}">
        <p14:creationId xmlns:p14="http://schemas.microsoft.com/office/powerpoint/2010/main" val="3357846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516E-3939-2003-C1CB-688583FF4238}"/>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24A51CB3-42DE-293C-8BA0-47B437C0E2C8}"/>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Zweiter Faktor zerlegt</a:t>
            </a:r>
          </a:p>
        </p:txBody>
      </p:sp>
      <p:pic>
        <p:nvPicPr>
          <p:cNvPr id="12" name="Grafik 11">
            <a:extLst>
              <a:ext uri="{FF2B5EF4-FFF2-40B4-BE49-F238E27FC236}">
                <a16:creationId xmlns:a16="http://schemas.microsoft.com/office/drawing/2014/main" id="{E29EDD0F-37BB-F448-465E-230A56C01E9F}"/>
              </a:ext>
            </a:extLst>
          </p:cNvPr>
          <p:cNvPicPr>
            <a:picLocks noChangeAspect="1"/>
          </p:cNvPicPr>
          <p:nvPr/>
        </p:nvPicPr>
        <p:blipFill>
          <a:blip r:embed="rId3"/>
          <a:stretch>
            <a:fillRect/>
          </a:stretch>
        </p:blipFill>
        <p:spPr>
          <a:xfrm>
            <a:off x="4216163" y="2184549"/>
            <a:ext cx="3364282" cy="2331795"/>
          </a:xfrm>
          <a:prstGeom prst="rect">
            <a:avLst/>
          </a:prstGeom>
          <a:ln>
            <a:solidFill>
              <a:schemeClr val="tx1">
                <a:lumMod val="50000"/>
                <a:lumOff val="50000"/>
              </a:schemeClr>
            </a:solidFill>
          </a:ln>
        </p:spPr>
      </p:pic>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13613731-F339-4053-5FDF-0648D0B53B53}"/>
                  </a:ext>
                </a:extLst>
              </p:cNvPr>
              <p:cNvSpPr txBox="1"/>
              <p:nvPr/>
            </p:nvSpPr>
            <p:spPr>
              <a:xfrm>
                <a:off x="5667882" y="1739292"/>
                <a:ext cx="590226"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8</a:t>
                </a:r>
              </a:p>
            </p:txBody>
          </p:sp>
        </mc:Choice>
        <mc:Fallback xmlns="">
          <p:sp>
            <p:nvSpPr>
              <p:cNvPr id="13" name="Textfeld 12">
                <a:extLst>
                  <a:ext uri="{FF2B5EF4-FFF2-40B4-BE49-F238E27FC236}">
                    <a16:creationId xmlns:a16="http://schemas.microsoft.com/office/drawing/2014/main" id="{13613731-F339-4053-5FDF-0648D0B53B53}"/>
                  </a:ext>
                </a:extLst>
              </p:cNvPr>
              <p:cNvSpPr txBox="1">
                <a:spLocks noRot="1" noChangeAspect="1" noMove="1" noResize="1" noEditPoints="1" noAdjustHandles="1" noChangeArrowheads="1" noChangeShapeType="1" noTextEdit="1"/>
              </p:cNvSpPr>
              <p:nvPr/>
            </p:nvSpPr>
            <p:spPr>
              <a:xfrm>
                <a:off x="5667882" y="1739292"/>
                <a:ext cx="590226" cy="369332"/>
              </a:xfrm>
              <a:prstGeom prst="rect">
                <a:avLst/>
              </a:prstGeom>
              <a:blipFill>
                <a:blip r:embed="rId4"/>
                <a:stretch>
                  <a:fillRect l="-6122" t="-6452" r="-6122" b="-22581"/>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A6C62DF3-E7D3-17DA-E2EB-D85DB7606415}"/>
                  </a:ext>
                </a:extLst>
              </p:cNvPr>
              <p:cNvSpPr txBox="1"/>
              <p:nvPr/>
            </p:nvSpPr>
            <p:spPr>
              <a:xfrm>
                <a:off x="3098023" y="4062520"/>
                <a:ext cx="1064715"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a:t>
                </a:r>
              </a:p>
            </p:txBody>
          </p:sp>
        </mc:Choice>
        <mc:Fallback xmlns="">
          <p:sp>
            <p:nvSpPr>
              <p:cNvPr id="14" name="Textfeld 13">
                <a:extLst>
                  <a:ext uri="{FF2B5EF4-FFF2-40B4-BE49-F238E27FC236}">
                    <a16:creationId xmlns:a16="http://schemas.microsoft.com/office/drawing/2014/main" id="{A6C62DF3-E7D3-17DA-E2EB-D85DB7606415}"/>
                  </a:ext>
                </a:extLst>
              </p:cNvPr>
              <p:cNvSpPr txBox="1">
                <a:spLocks noRot="1" noChangeAspect="1" noMove="1" noResize="1" noEditPoints="1" noAdjustHandles="1" noChangeArrowheads="1" noChangeShapeType="1" noTextEdit="1"/>
              </p:cNvSpPr>
              <p:nvPr/>
            </p:nvSpPr>
            <p:spPr>
              <a:xfrm>
                <a:off x="3098023" y="4062520"/>
                <a:ext cx="1064715" cy="369332"/>
              </a:xfrm>
              <a:prstGeom prst="rect">
                <a:avLst/>
              </a:prstGeom>
              <a:blipFill>
                <a:blip r:embed="rId5"/>
                <a:stretch>
                  <a:fillRect l="-3488" t="-6452" r="-3488" b="-22581"/>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E9FAE8BA-CE56-AE88-29B4-A8AA36DF2C70}"/>
                  </a:ext>
                </a:extLst>
              </p:cNvPr>
              <p:cNvSpPr txBox="1"/>
              <p:nvPr/>
            </p:nvSpPr>
            <p:spPr>
              <a:xfrm>
                <a:off x="7633870" y="4076552"/>
                <a:ext cx="1258678"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 </a:t>
                </a:r>
                <a14:m>
                  <m:oMath xmlns:m="http://schemas.openxmlformats.org/officeDocument/2006/math">
                    <m:r>
                      <a:rPr lang="de-DE" smtClean="0">
                        <a:solidFill>
                          <a:schemeClr val="tx1"/>
                        </a:solidFill>
                        <a:latin typeface="Cambria Math" panose="02040503050406030204" pitchFamily="18" charset="0"/>
                      </a:rPr>
                      <m:t>⋅</m:t>
                    </m:r>
                  </m:oMath>
                </a14:m>
                <a:r>
                  <a:rPr lang="de-DE" dirty="0"/>
                  <a:t> 5</a:t>
                </a:r>
              </a:p>
            </p:txBody>
          </p:sp>
        </mc:Choice>
        <mc:Fallback xmlns="">
          <p:sp>
            <p:nvSpPr>
              <p:cNvPr id="15" name="Textfeld 14">
                <a:extLst>
                  <a:ext uri="{FF2B5EF4-FFF2-40B4-BE49-F238E27FC236}">
                    <a16:creationId xmlns:a16="http://schemas.microsoft.com/office/drawing/2014/main" id="{E9FAE8BA-CE56-AE88-29B4-A8AA36DF2C70}"/>
                  </a:ext>
                </a:extLst>
              </p:cNvPr>
              <p:cNvSpPr txBox="1">
                <a:spLocks noRot="1" noChangeAspect="1" noMove="1" noResize="1" noEditPoints="1" noAdjustHandles="1" noChangeArrowheads="1" noChangeShapeType="1" noTextEdit="1"/>
              </p:cNvSpPr>
              <p:nvPr/>
            </p:nvSpPr>
            <p:spPr>
              <a:xfrm>
                <a:off x="7633870" y="4076552"/>
                <a:ext cx="1258678" cy="369332"/>
              </a:xfrm>
              <a:prstGeom prst="rect">
                <a:avLst/>
              </a:prstGeom>
              <a:blipFill>
                <a:blip r:embed="rId6"/>
                <a:stretch>
                  <a:fillRect l="-2970" t="-6452" b="-22581"/>
                </a:stretch>
              </a:blipFill>
              <a:ln>
                <a:solidFill>
                  <a:schemeClr val="accent6"/>
                </a:solidFill>
              </a:ln>
            </p:spPr>
            <p:txBody>
              <a:bodyPr/>
              <a:lstStyle/>
              <a:p>
                <a:r>
                  <a:rPr lang="de-DE">
                    <a:noFill/>
                  </a:rPr>
                  <a:t> </a:t>
                </a:r>
              </a:p>
            </p:txBody>
          </p:sp>
        </mc:Fallback>
      </mc:AlternateContent>
      <p:sp>
        <p:nvSpPr>
          <p:cNvPr id="2" name="Textfeld 1">
            <a:extLst>
              <a:ext uri="{FF2B5EF4-FFF2-40B4-BE49-F238E27FC236}">
                <a16:creationId xmlns:a16="http://schemas.microsoft.com/office/drawing/2014/main" id="{7FDC81EB-14C4-C2D6-A502-A07F971D507E}"/>
              </a:ext>
            </a:extLst>
          </p:cNvPr>
          <p:cNvSpPr txBox="1"/>
          <p:nvPr/>
        </p:nvSpPr>
        <p:spPr>
          <a:xfrm>
            <a:off x="6614892" y="1311645"/>
            <a:ext cx="1876604" cy="369332"/>
          </a:xfrm>
          <a:prstGeom prst="rect">
            <a:avLst/>
          </a:prstGeom>
          <a:noFill/>
          <a:ln>
            <a:solidFill>
              <a:schemeClr val="accent6"/>
            </a:solidFill>
          </a:ln>
        </p:spPr>
        <p:txBody>
          <a:bodyPr wrap="none" rtlCol="0">
            <a:spAutoFit/>
          </a:bodyPr>
          <a:lstStyle/>
          <a:p>
            <a:r>
              <a:rPr lang="de-DE" dirty="0"/>
              <a:t>Ich sehe fünf 8er.</a:t>
            </a:r>
          </a:p>
        </p:txBody>
      </p:sp>
      <p:sp>
        <p:nvSpPr>
          <p:cNvPr id="3" name="Textfeld 2">
            <a:extLst>
              <a:ext uri="{FF2B5EF4-FFF2-40B4-BE49-F238E27FC236}">
                <a16:creationId xmlns:a16="http://schemas.microsoft.com/office/drawing/2014/main" id="{7826F90D-F09D-EC11-CED1-A72958475E38}"/>
              </a:ext>
            </a:extLst>
          </p:cNvPr>
          <p:cNvSpPr txBox="1"/>
          <p:nvPr/>
        </p:nvSpPr>
        <p:spPr>
          <a:xfrm>
            <a:off x="7633870" y="5203567"/>
            <a:ext cx="3181448" cy="369332"/>
          </a:xfrm>
          <a:prstGeom prst="rect">
            <a:avLst/>
          </a:prstGeom>
          <a:noFill/>
          <a:ln>
            <a:solidFill>
              <a:schemeClr val="accent6"/>
            </a:solidFill>
          </a:ln>
        </p:spPr>
        <p:txBody>
          <a:bodyPr wrap="none" rtlCol="0">
            <a:spAutoFit/>
          </a:bodyPr>
          <a:lstStyle/>
          <a:p>
            <a:r>
              <a:rPr lang="de-DE" dirty="0"/>
              <a:t>Ich sehe fünf 3er und fünf 5er.</a:t>
            </a:r>
          </a:p>
        </p:txBody>
      </p:sp>
      <p:sp>
        <p:nvSpPr>
          <p:cNvPr id="4" name="Textfeld 3">
            <a:extLst>
              <a:ext uri="{FF2B5EF4-FFF2-40B4-BE49-F238E27FC236}">
                <a16:creationId xmlns:a16="http://schemas.microsoft.com/office/drawing/2014/main" id="{465BC651-50D9-069E-4BC2-DE3EEE3AACFE}"/>
              </a:ext>
            </a:extLst>
          </p:cNvPr>
          <p:cNvSpPr txBox="1"/>
          <p:nvPr/>
        </p:nvSpPr>
        <p:spPr>
          <a:xfrm>
            <a:off x="7633870" y="4600301"/>
            <a:ext cx="3691908" cy="369332"/>
          </a:xfrm>
          <a:prstGeom prst="rect">
            <a:avLst/>
          </a:prstGeom>
          <a:noFill/>
          <a:ln>
            <a:solidFill>
              <a:srgbClr val="FF0000"/>
            </a:solidFill>
          </a:ln>
        </p:spPr>
        <p:txBody>
          <a:bodyPr wrap="none" rtlCol="0">
            <a:spAutoFit/>
          </a:bodyPr>
          <a:lstStyle/>
          <a:p>
            <a:r>
              <a:rPr lang="de-DE" strike="sngStrike" dirty="0"/>
              <a:t>Ich sehe drei Fünfer und fünf Fünfer</a:t>
            </a:r>
          </a:p>
        </p:txBody>
      </p:sp>
      <p:sp>
        <p:nvSpPr>
          <p:cNvPr id="6" name="Textfeld 5">
            <a:extLst>
              <a:ext uri="{FF2B5EF4-FFF2-40B4-BE49-F238E27FC236}">
                <a16:creationId xmlns:a16="http://schemas.microsoft.com/office/drawing/2014/main" id="{E9C9314A-8674-8EC7-6C33-4201B09C550E}"/>
              </a:ext>
            </a:extLst>
          </p:cNvPr>
          <p:cNvSpPr txBox="1"/>
          <p:nvPr/>
        </p:nvSpPr>
        <p:spPr>
          <a:xfrm>
            <a:off x="6614892" y="883999"/>
            <a:ext cx="2249205" cy="369332"/>
          </a:xfrm>
          <a:prstGeom prst="rect">
            <a:avLst/>
          </a:prstGeom>
          <a:noFill/>
          <a:ln>
            <a:solidFill>
              <a:srgbClr val="FF0000"/>
            </a:solidFill>
          </a:ln>
        </p:spPr>
        <p:txBody>
          <a:bodyPr wrap="none" rtlCol="0">
            <a:spAutoFit/>
          </a:bodyPr>
          <a:lstStyle/>
          <a:p>
            <a:r>
              <a:rPr lang="de-DE" strike="sngStrike" dirty="0"/>
              <a:t>Ich sehe acht Fünfer.</a:t>
            </a:r>
          </a:p>
        </p:txBody>
      </p:sp>
      <p:sp>
        <p:nvSpPr>
          <p:cNvPr id="7" name="Textfeld 6">
            <a:extLst>
              <a:ext uri="{FF2B5EF4-FFF2-40B4-BE49-F238E27FC236}">
                <a16:creationId xmlns:a16="http://schemas.microsoft.com/office/drawing/2014/main" id="{B7090549-C19E-4E49-17DB-B31691C557E9}"/>
              </a:ext>
            </a:extLst>
          </p:cNvPr>
          <p:cNvSpPr txBox="1"/>
          <p:nvPr/>
        </p:nvSpPr>
        <p:spPr>
          <a:xfrm>
            <a:off x="524255" y="4693734"/>
            <a:ext cx="2526525" cy="369332"/>
          </a:xfrm>
          <a:prstGeom prst="rect">
            <a:avLst/>
          </a:prstGeom>
          <a:noFill/>
          <a:ln>
            <a:solidFill>
              <a:srgbClr val="FF0000"/>
            </a:solidFill>
          </a:ln>
        </p:spPr>
        <p:txBody>
          <a:bodyPr wrap="none" rtlCol="0">
            <a:spAutoFit/>
          </a:bodyPr>
          <a:lstStyle/>
          <a:p>
            <a:r>
              <a:rPr lang="de-DE" strike="sngStrike" dirty="0"/>
              <a:t>Ich sehe 3 und 5 </a:t>
            </a:r>
            <a:r>
              <a:rPr lang="de-DE" strike="sngStrike" dirty="0">
                <a:highlight>
                  <a:srgbClr val="FFFF00"/>
                </a:highlight>
              </a:rPr>
              <a:t>Fünfer</a:t>
            </a:r>
            <a:r>
              <a:rPr lang="de-DE" strike="sngStrike" dirty="0"/>
              <a:t>.</a:t>
            </a:r>
          </a:p>
        </p:txBody>
      </p:sp>
      <p:sp>
        <p:nvSpPr>
          <p:cNvPr id="11" name="Textfeld 10">
            <a:extLst>
              <a:ext uri="{FF2B5EF4-FFF2-40B4-BE49-F238E27FC236}">
                <a16:creationId xmlns:a16="http://schemas.microsoft.com/office/drawing/2014/main" id="{97E5330D-B4C0-8944-F4B5-E50C6BA6F7D3}"/>
              </a:ext>
            </a:extLst>
          </p:cNvPr>
          <p:cNvSpPr txBox="1"/>
          <p:nvPr/>
        </p:nvSpPr>
        <p:spPr>
          <a:xfrm>
            <a:off x="423306" y="5617229"/>
            <a:ext cx="5834802" cy="369332"/>
          </a:xfrm>
          <a:prstGeom prst="rect">
            <a:avLst/>
          </a:prstGeom>
          <a:noFill/>
          <a:ln>
            <a:solidFill>
              <a:schemeClr val="accent6"/>
            </a:solidFill>
          </a:ln>
        </p:spPr>
        <p:txBody>
          <a:bodyPr wrap="none" rtlCol="0">
            <a:spAutoFit/>
          </a:bodyPr>
          <a:lstStyle/>
          <a:p>
            <a:r>
              <a:rPr lang="de-DE" dirty="0"/>
              <a:t>Ich sehe fünf Reihen, mit je 3 und 5 (Punkten/Quadraten).</a:t>
            </a:r>
          </a:p>
        </p:txBody>
      </p:sp>
      <p:cxnSp>
        <p:nvCxnSpPr>
          <p:cNvPr id="17" name="Gekrümmte Verbindung 16">
            <a:extLst>
              <a:ext uri="{FF2B5EF4-FFF2-40B4-BE49-F238E27FC236}">
                <a16:creationId xmlns:a16="http://schemas.microsoft.com/office/drawing/2014/main" id="{17A2F479-B62B-A781-5F47-973D231F298F}"/>
              </a:ext>
            </a:extLst>
          </p:cNvPr>
          <p:cNvCxnSpPr>
            <a:cxnSpLocks/>
            <a:stCxn id="2" idx="1"/>
          </p:cNvCxnSpPr>
          <p:nvPr/>
        </p:nvCxnSpPr>
        <p:spPr>
          <a:xfrm rot="10800000" flipV="1">
            <a:off x="3050780" y="1496311"/>
            <a:ext cx="3564112" cy="2639752"/>
          </a:xfrm>
          <a:prstGeom prst="curvedConnector3">
            <a:avLst>
              <a:gd name="adj1" fmla="val 114139"/>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feld 28">
            <a:extLst>
              <a:ext uri="{FF2B5EF4-FFF2-40B4-BE49-F238E27FC236}">
                <a16:creationId xmlns:a16="http://schemas.microsoft.com/office/drawing/2014/main" id="{2CE4688F-0052-AB85-1562-E6AE1D092C97}"/>
              </a:ext>
            </a:extLst>
          </p:cNvPr>
          <p:cNvSpPr txBox="1"/>
          <p:nvPr/>
        </p:nvSpPr>
        <p:spPr>
          <a:xfrm>
            <a:off x="464846" y="2566238"/>
            <a:ext cx="2056285" cy="646331"/>
          </a:xfrm>
          <a:prstGeom prst="rect">
            <a:avLst/>
          </a:prstGeom>
          <a:noFill/>
        </p:spPr>
        <p:txBody>
          <a:bodyPr wrap="square" rtlCol="0">
            <a:spAutoFit/>
          </a:bodyPr>
          <a:lstStyle/>
          <a:p>
            <a:r>
              <a:rPr lang="de-DE" i="1" dirty="0"/>
              <a:t>8er werden zerlegt in 3er und 5er</a:t>
            </a:r>
          </a:p>
        </p:txBody>
      </p:sp>
      <p:sp>
        <p:nvSpPr>
          <p:cNvPr id="22" name="Textfeld 21">
            <a:extLst>
              <a:ext uri="{FF2B5EF4-FFF2-40B4-BE49-F238E27FC236}">
                <a16:creationId xmlns:a16="http://schemas.microsoft.com/office/drawing/2014/main" id="{D46E2FA6-778A-FD3B-2E78-25FD25154F7A}"/>
              </a:ext>
            </a:extLst>
          </p:cNvPr>
          <p:cNvSpPr txBox="1"/>
          <p:nvPr/>
        </p:nvSpPr>
        <p:spPr>
          <a:xfrm>
            <a:off x="464846" y="5156506"/>
            <a:ext cx="3082832" cy="369332"/>
          </a:xfrm>
          <a:prstGeom prst="rect">
            <a:avLst/>
          </a:prstGeom>
          <a:noFill/>
          <a:ln>
            <a:solidFill>
              <a:schemeClr val="accent6"/>
            </a:solidFill>
          </a:ln>
        </p:spPr>
        <p:txBody>
          <a:bodyPr wrap="none" rtlCol="0">
            <a:spAutoFit/>
          </a:bodyPr>
          <a:lstStyle/>
          <a:p>
            <a:r>
              <a:rPr lang="de-DE" dirty="0"/>
              <a:t>Ich sehe fünf (3+5)er-Reihen.</a:t>
            </a:r>
          </a:p>
        </p:txBody>
      </p:sp>
      <p:sp>
        <p:nvSpPr>
          <p:cNvPr id="16" name="Textfeld 15">
            <a:extLst>
              <a:ext uri="{FF2B5EF4-FFF2-40B4-BE49-F238E27FC236}">
                <a16:creationId xmlns:a16="http://schemas.microsoft.com/office/drawing/2014/main" id="{4450B20B-08A6-0DE5-0C8D-77446A3553C9}"/>
              </a:ext>
            </a:extLst>
          </p:cNvPr>
          <p:cNvSpPr txBox="1"/>
          <p:nvPr/>
        </p:nvSpPr>
        <p:spPr>
          <a:xfrm>
            <a:off x="-1424954" y="3722190"/>
            <a:ext cx="2386386" cy="923330"/>
          </a:xfrm>
          <a:prstGeom prst="rect">
            <a:avLst/>
          </a:prstGeom>
          <a:noFill/>
        </p:spPr>
        <p:txBody>
          <a:bodyPr wrap="square" rtlCol="0">
            <a:spAutoFit/>
          </a:bodyPr>
          <a:lstStyle/>
          <a:p>
            <a:r>
              <a:rPr lang="de-DE" dirty="0"/>
              <a:t>Sprache aufzufalten (Wie bisher) finden wir super</a:t>
            </a:r>
          </a:p>
        </p:txBody>
      </p:sp>
    </p:spTree>
    <p:extLst>
      <p:ext uri="{BB962C8B-B14F-4D97-AF65-F5344CB8AC3E}">
        <p14:creationId xmlns:p14="http://schemas.microsoft.com/office/powerpoint/2010/main" val="819718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E3CF2-6312-12CC-6D50-023FB05EC887}"/>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16A2FDF5-959E-4EA4-BD00-330474E9EB11}"/>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Das Auseinanderschieben / Zerschneiden</a:t>
            </a:r>
          </a:p>
        </p:txBody>
      </p:sp>
      <p:sp>
        <p:nvSpPr>
          <p:cNvPr id="2" name="Inhaltsplatzhalter 2">
            <a:extLst>
              <a:ext uri="{FF2B5EF4-FFF2-40B4-BE49-F238E27FC236}">
                <a16:creationId xmlns:a16="http://schemas.microsoft.com/office/drawing/2014/main" id="{940A1301-6FD5-01AB-0943-7BE4B190C0C9}"/>
              </a:ext>
            </a:extLst>
          </p:cNvPr>
          <p:cNvSpPr txBox="1">
            <a:spLocks/>
          </p:cNvSpPr>
          <p:nvPr/>
        </p:nvSpPr>
        <p:spPr>
          <a:xfrm>
            <a:off x="264042" y="125333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4" name="Inhaltsplatzhalter 2">
            <a:extLst>
              <a:ext uri="{FF2B5EF4-FFF2-40B4-BE49-F238E27FC236}">
                <a16:creationId xmlns:a16="http://schemas.microsoft.com/office/drawing/2014/main" id="{6D4036B1-E2AF-A3ED-1C15-5892173C46F4}"/>
              </a:ext>
            </a:extLst>
          </p:cNvPr>
          <p:cNvSpPr txBox="1">
            <a:spLocks/>
          </p:cNvSpPr>
          <p:nvPr/>
        </p:nvSpPr>
        <p:spPr>
          <a:xfrm>
            <a:off x="416442" y="140573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dirty="0"/>
              <a:t>Das geht noch durcheinander bei dem Tool!</a:t>
            </a:r>
          </a:p>
        </p:txBody>
      </p:sp>
      <p:pic>
        <p:nvPicPr>
          <p:cNvPr id="10" name="Grafik 9">
            <a:extLst>
              <a:ext uri="{FF2B5EF4-FFF2-40B4-BE49-F238E27FC236}">
                <a16:creationId xmlns:a16="http://schemas.microsoft.com/office/drawing/2014/main" id="{2E84CCE8-D2F2-837B-4B6F-70FE234462A6}"/>
              </a:ext>
            </a:extLst>
          </p:cNvPr>
          <p:cNvPicPr>
            <a:picLocks noChangeAspect="1"/>
          </p:cNvPicPr>
          <p:nvPr/>
        </p:nvPicPr>
        <p:blipFill>
          <a:blip r:embed="rId2"/>
          <a:stretch>
            <a:fillRect/>
          </a:stretch>
        </p:blipFill>
        <p:spPr>
          <a:xfrm>
            <a:off x="4044984" y="2128337"/>
            <a:ext cx="3212830" cy="4094019"/>
          </a:xfrm>
          <a:prstGeom prst="rect">
            <a:avLst/>
          </a:prstGeom>
        </p:spPr>
      </p:pic>
      <p:sp>
        <p:nvSpPr>
          <p:cNvPr id="13" name="Gebogener Pfeil 12">
            <a:extLst>
              <a:ext uri="{FF2B5EF4-FFF2-40B4-BE49-F238E27FC236}">
                <a16:creationId xmlns:a16="http://schemas.microsoft.com/office/drawing/2014/main" id="{E4C7A73D-43AB-0ED4-4CFA-2FF1AFDCD127}"/>
              </a:ext>
            </a:extLst>
          </p:cNvPr>
          <p:cNvSpPr/>
          <p:nvPr/>
        </p:nvSpPr>
        <p:spPr>
          <a:xfrm rot="5400000">
            <a:off x="6631145" y="2533797"/>
            <a:ext cx="984204" cy="1249448"/>
          </a:xfrm>
          <a:prstGeom prst="circularArrow">
            <a:avLst>
              <a:gd name="adj1" fmla="val 1397"/>
              <a:gd name="adj2" fmla="val 1142319"/>
              <a:gd name="adj3" fmla="val 19255307"/>
              <a:gd name="adj4" fmla="val 10800000"/>
              <a:gd name="adj5" fmla="val 12500"/>
            </a:avLst>
          </a:prstGeom>
          <a:solidFill>
            <a:srgbClr val="CFDD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F065872D-441B-8B1A-B063-6E695D9C79FA}"/>
              </a:ext>
            </a:extLst>
          </p:cNvPr>
          <p:cNvSpPr txBox="1"/>
          <p:nvPr/>
        </p:nvSpPr>
        <p:spPr>
          <a:xfrm>
            <a:off x="7669905" y="2828835"/>
            <a:ext cx="3668655" cy="1815882"/>
          </a:xfrm>
          <a:prstGeom prst="rect">
            <a:avLst/>
          </a:prstGeom>
          <a:noFill/>
        </p:spPr>
        <p:txBody>
          <a:bodyPr wrap="square" rtlCol="0">
            <a:spAutoFit/>
          </a:bodyPr>
          <a:lstStyle/>
          <a:p>
            <a:r>
              <a:rPr lang="de-DE" sz="1600" dirty="0"/>
              <a:t>Das sollte erscheinen, wenn ich darauf klicke. Stattdessen passieren teilweise verschieden Dinge in verschiedenen Versionen (sieben 6er werden zu sechs 7ern ohne dass sich der Term ändert oder die Kästchen werden einzeln auseinandergeschoben).</a:t>
            </a:r>
          </a:p>
        </p:txBody>
      </p:sp>
      <p:pic>
        <p:nvPicPr>
          <p:cNvPr id="14" name="Grafik 13">
            <a:extLst>
              <a:ext uri="{FF2B5EF4-FFF2-40B4-BE49-F238E27FC236}">
                <a16:creationId xmlns:a16="http://schemas.microsoft.com/office/drawing/2014/main" id="{C014D45F-FF2D-6620-BAD0-5C8F2C6041BD}"/>
              </a:ext>
            </a:extLst>
          </p:cNvPr>
          <p:cNvPicPr>
            <a:picLocks noChangeAspect="1"/>
          </p:cNvPicPr>
          <p:nvPr/>
        </p:nvPicPr>
        <p:blipFill>
          <a:blip r:embed="rId3"/>
          <a:stretch>
            <a:fillRect/>
          </a:stretch>
        </p:blipFill>
        <p:spPr>
          <a:xfrm>
            <a:off x="1611239" y="3175590"/>
            <a:ext cx="2730911" cy="3151685"/>
          </a:xfrm>
          <a:prstGeom prst="rect">
            <a:avLst/>
          </a:prstGeom>
        </p:spPr>
      </p:pic>
      <p:sp>
        <p:nvSpPr>
          <p:cNvPr id="16" name="Textfeld 15">
            <a:extLst>
              <a:ext uri="{FF2B5EF4-FFF2-40B4-BE49-F238E27FC236}">
                <a16:creationId xmlns:a16="http://schemas.microsoft.com/office/drawing/2014/main" id="{2A55BC88-2DEB-4744-B431-32E95D8F4F80}"/>
              </a:ext>
            </a:extLst>
          </p:cNvPr>
          <p:cNvSpPr txBox="1"/>
          <p:nvPr/>
        </p:nvSpPr>
        <p:spPr>
          <a:xfrm>
            <a:off x="-827071" y="2381071"/>
            <a:ext cx="3912782" cy="1200329"/>
          </a:xfrm>
          <a:prstGeom prst="rect">
            <a:avLst/>
          </a:prstGeom>
          <a:noFill/>
        </p:spPr>
        <p:txBody>
          <a:bodyPr wrap="square" rtlCol="0">
            <a:spAutoFit/>
          </a:bodyPr>
          <a:lstStyle/>
          <a:p>
            <a:r>
              <a:rPr lang="de-DE" dirty="0"/>
              <a:t>Besser wäre eigentlich, dass die Lernenden es im nächsten Schritt/passend zum nächsten Term selbst einfärben</a:t>
            </a:r>
          </a:p>
        </p:txBody>
      </p:sp>
    </p:spTree>
    <p:extLst>
      <p:ext uri="{BB962C8B-B14F-4D97-AF65-F5344CB8AC3E}">
        <p14:creationId xmlns:p14="http://schemas.microsoft.com/office/powerpoint/2010/main" val="1325442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hteck 1">
                <a:extLst>
                  <a:ext uri="{FF2B5EF4-FFF2-40B4-BE49-F238E27FC236}">
                    <a16:creationId xmlns:a16="http://schemas.microsoft.com/office/drawing/2014/main" id="{3986377B-9E31-8147-3CFD-41A5D74716B8}"/>
                  </a:ext>
                </a:extLst>
              </p:cNvPr>
              <p:cNvSpPr/>
              <p:nvPr/>
            </p:nvSpPr>
            <p:spPr>
              <a:xfrm>
                <a:off x="355600" y="989801"/>
                <a:ext cx="744114"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12</a:t>
                </a:r>
                <a:endParaRPr lang="de-DE" dirty="0"/>
              </a:p>
            </p:txBody>
          </p:sp>
        </mc:Choice>
        <mc:Fallback xmlns="">
          <p:sp>
            <p:nvSpPr>
              <p:cNvPr id="2" name="Rechteck 1">
                <a:extLst>
                  <a:ext uri="{FF2B5EF4-FFF2-40B4-BE49-F238E27FC236}">
                    <a16:creationId xmlns:a16="http://schemas.microsoft.com/office/drawing/2014/main" id="{3986377B-9E31-8147-3CFD-41A5D74716B8}"/>
                  </a:ext>
                </a:extLst>
              </p:cNvPr>
              <p:cNvSpPr>
                <a:spLocks noRot="1" noChangeAspect="1" noMove="1" noResize="1" noEditPoints="1" noAdjustHandles="1" noChangeArrowheads="1" noChangeShapeType="1" noTextEdit="1"/>
              </p:cNvSpPr>
              <p:nvPr/>
            </p:nvSpPr>
            <p:spPr>
              <a:xfrm>
                <a:off x="355600" y="989801"/>
                <a:ext cx="744114" cy="369332"/>
              </a:xfrm>
              <a:prstGeom prst="rect">
                <a:avLst/>
              </a:prstGeom>
              <a:blipFill>
                <a:blip r:embed="rId2"/>
                <a:stretch>
                  <a:fillRect l="-5000" t="-6452" r="-1667" b="-22581"/>
                </a:stretch>
              </a:blipFill>
            </p:spPr>
            <p:txBody>
              <a:bodyPr/>
              <a:lstStyle/>
              <a:p>
                <a:r>
                  <a:rPr lang="de-DE">
                    <a:noFill/>
                  </a:rPr>
                  <a:t> </a:t>
                </a:r>
              </a:p>
            </p:txBody>
          </p:sp>
        </mc:Fallback>
      </mc:AlternateContent>
      <p:sp>
        <p:nvSpPr>
          <p:cNvPr id="8" name="Textfeld 7"/>
          <p:cNvSpPr txBox="1"/>
          <p:nvPr/>
        </p:nvSpPr>
        <p:spPr>
          <a:xfrm>
            <a:off x="2071861" y="989801"/>
            <a:ext cx="7893935" cy="369332"/>
          </a:xfrm>
          <a:prstGeom prst="rect">
            <a:avLst/>
          </a:prstGeom>
          <a:noFill/>
        </p:spPr>
        <p:txBody>
          <a:bodyPr wrap="square" rtlCol="0">
            <a:spAutoFit/>
          </a:bodyPr>
          <a:lstStyle/>
          <a:p>
            <a:r>
              <a:rPr lang="de-DE" dirty="0"/>
              <a:t>Reihen rutschen auseinander.</a:t>
            </a:r>
          </a:p>
        </p:txBody>
      </p:sp>
      <p:pic>
        <p:nvPicPr>
          <p:cNvPr id="9" name="Grafik 8"/>
          <p:cNvPicPr>
            <a:picLocks noChangeAspect="1"/>
          </p:cNvPicPr>
          <p:nvPr/>
        </p:nvPicPr>
        <p:blipFill>
          <a:blip r:embed="rId3"/>
          <a:stretch>
            <a:fillRect/>
          </a:stretch>
        </p:blipFill>
        <p:spPr>
          <a:xfrm>
            <a:off x="2715811" y="1521520"/>
            <a:ext cx="6606045" cy="557201"/>
          </a:xfrm>
          <a:prstGeom prst="rect">
            <a:avLst/>
          </a:prstGeom>
        </p:spPr>
      </p:pic>
      <p:pic>
        <p:nvPicPr>
          <p:cNvPr id="10" name="Grafik 9"/>
          <p:cNvPicPr>
            <a:picLocks noChangeAspect="1"/>
          </p:cNvPicPr>
          <p:nvPr/>
        </p:nvPicPr>
        <p:blipFill>
          <a:blip r:embed="rId3"/>
          <a:stretch>
            <a:fillRect/>
          </a:stretch>
        </p:blipFill>
        <p:spPr>
          <a:xfrm>
            <a:off x="2715810" y="2206356"/>
            <a:ext cx="6606045" cy="557201"/>
          </a:xfrm>
          <a:prstGeom prst="rect">
            <a:avLst/>
          </a:prstGeom>
        </p:spPr>
      </p:pic>
      <p:pic>
        <p:nvPicPr>
          <p:cNvPr id="11" name="Grafik 10"/>
          <p:cNvPicPr>
            <a:picLocks noChangeAspect="1"/>
          </p:cNvPicPr>
          <p:nvPr/>
        </p:nvPicPr>
        <p:blipFill>
          <a:blip r:embed="rId3"/>
          <a:stretch>
            <a:fillRect/>
          </a:stretch>
        </p:blipFill>
        <p:spPr>
          <a:xfrm>
            <a:off x="2715809" y="2891192"/>
            <a:ext cx="6606045" cy="557201"/>
          </a:xfrm>
          <a:prstGeom prst="rect">
            <a:avLst/>
          </a:prstGeom>
        </p:spPr>
      </p:pic>
      <p:pic>
        <p:nvPicPr>
          <p:cNvPr id="12" name="Grafik 11"/>
          <p:cNvPicPr>
            <a:picLocks noChangeAspect="1"/>
          </p:cNvPicPr>
          <p:nvPr/>
        </p:nvPicPr>
        <p:blipFill>
          <a:blip r:embed="rId3"/>
          <a:stretch>
            <a:fillRect/>
          </a:stretch>
        </p:blipFill>
        <p:spPr>
          <a:xfrm>
            <a:off x="2715808" y="3576028"/>
            <a:ext cx="6606045" cy="557201"/>
          </a:xfrm>
          <a:prstGeom prst="rect">
            <a:avLst/>
          </a:prstGeom>
        </p:spPr>
      </p:pic>
      <p:pic>
        <p:nvPicPr>
          <p:cNvPr id="13" name="Grafik 12"/>
          <p:cNvPicPr>
            <a:picLocks noChangeAspect="1"/>
          </p:cNvPicPr>
          <p:nvPr/>
        </p:nvPicPr>
        <p:blipFill>
          <a:blip r:embed="rId3"/>
          <a:stretch>
            <a:fillRect/>
          </a:stretch>
        </p:blipFill>
        <p:spPr>
          <a:xfrm>
            <a:off x="2715807" y="4260864"/>
            <a:ext cx="6606045" cy="557201"/>
          </a:xfrm>
          <a:prstGeom prst="rect">
            <a:avLst/>
          </a:prstGeom>
        </p:spPr>
      </p:pic>
      <p:sp>
        <p:nvSpPr>
          <p:cNvPr id="3" name="Titel 1">
            <a:extLst>
              <a:ext uri="{FF2B5EF4-FFF2-40B4-BE49-F238E27FC236}">
                <a16:creationId xmlns:a16="http://schemas.microsoft.com/office/drawing/2014/main" id="{A2420FDE-EB32-87FD-04B8-29A57682CB23}"/>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spTree>
    <p:extLst>
      <p:ext uri="{BB962C8B-B14F-4D97-AF65-F5344CB8AC3E}">
        <p14:creationId xmlns:p14="http://schemas.microsoft.com/office/powerpoint/2010/main" val="1687084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feld 7"/>
          <p:cNvSpPr txBox="1"/>
          <p:nvPr/>
        </p:nvSpPr>
        <p:spPr>
          <a:xfrm>
            <a:off x="2079241" y="873778"/>
            <a:ext cx="7893935" cy="646331"/>
          </a:xfrm>
          <a:prstGeom prst="rect">
            <a:avLst/>
          </a:prstGeom>
          <a:noFill/>
        </p:spPr>
        <p:txBody>
          <a:bodyPr wrap="square" rtlCol="0">
            <a:spAutoFit/>
          </a:bodyPr>
          <a:lstStyle/>
          <a:p>
            <a:r>
              <a:rPr lang="de-DE" dirty="0"/>
              <a:t>Die Zerlegung passt sich an die Farbe an (oder auch andersherum?, dann müsste man den Term verändern können).</a:t>
            </a:r>
          </a:p>
        </p:txBody>
      </p:sp>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065E8679-9C75-7813-E457-0BFF2756E8F6}"/>
                  </a:ext>
                </a:extLst>
              </p:cNvPr>
              <p:cNvSpPr/>
              <p:nvPr/>
            </p:nvSpPr>
            <p:spPr>
              <a:xfrm>
                <a:off x="358773" y="873778"/>
                <a:ext cx="1340432"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a:t>
                </a:r>
                <a:endParaRPr lang="de-DE" dirty="0"/>
              </a:p>
            </p:txBody>
          </p:sp>
        </mc:Choice>
        <mc:Fallback xmlns="">
          <p:sp>
            <p:nvSpPr>
              <p:cNvPr id="9" name="Rechteck 8">
                <a:extLst>
                  <a:ext uri="{FF2B5EF4-FFF2-40B4-BE49-F238E27FC236}">
                    <a16:creationId xmlns:a16="http://schemas.microsoft.com/office/drawing/2014/main" id="{065E8679-9C75-7813-E457-0BFF2756E8F6}"/>
                  </a:ext>
                </a:extLst>
              </p:cNvPr>
              <p:cNvSpPr>
                <a:spLocks noRot="1" noChangeAspect="1" noMove="1" noResize="1" noEditPoints="1" noAdjustHandles="1" noChangeArrowheads="1" noChangeShapeType="1" noTextEdit="1"/>
              </p:cNvSpPr>
              <p:nvPr/>
            </p:nvSpPr>
            <p:spPr>
              <a:xfrm>
                <a:off x="358773" y="873778"/>
                <a:ext cx="1340432" cy="369332"/>
              </a:xfrm>
              <a:prstGeom prst="rect">
                <a:avLst/>
              </a:prstGeom>
              <a:blipFill>
                <a:blip r:embed="rId2"/>
                <a:stretch>
                  <a:fillRect l="-3774" t="-6667" b="-26667"/>
                </a:stretch>
              </a:blipFill>
            </p:spPr>
            <p:txBody>
              <a:bodyPr/>
              <a:lstStyle/>
              <a:p>
                <a:r>
                  <a:rPr lang="de-DE">
                    <a:noFill/>
                  </a:rPr>
                  <a:t> </a:t>
                </a:r>
              </a:p>
            </p:txBody>
          </p:sp>
        </mc:Fallback>
      </mc:AlternateContent>
      <p:pic>
        <p:nvPicPr>
          <p:cNvPr id="10" name="Grafik 9"/>
          <p:cNvPicPr>
            <a:picLocks noChangeAspect="1"/>
          </p:cNvPicPr>
          <p:nvPr/>
        </p:nvPicPr>
        <p:blipFill>
          <a:blip r:embed="rId3"/>
          <a:stretch>
            <a:fillRect/>
          </a:stretch>
        </p:blipFill>
        <p:spPr>
          <a:xfrm>
            <a:off x="1880884" y="1631185"/>
            <a:ext cx="8275899" cy="712881"/>
          </a:xfrm>
          <a:prstGeom prst="rect">
            <a:avLst/>
          </a:prstGeom>
        </p:spPr>
      </p:pic>
      <p:pic>
        <p:nvPicPr>
          <p:cNvPr id="11" name="Grafik 10"/>
          <p:cNvPicPr>
            <a:picLocks noChangeAspect="1"/>
          </p:cNvPicPr>
          <p:nvPr/>
        </p:nvPicPr>
        <p:blipFill>
          <a:blip r:embed="rId3"/>
          <a:stretch>
            <a:fillRect/>
          </a:stretch>
        </p:blipFill>
        <p:spPr>
          <a:xfrm>
            <a:off x="1880883" y="2541224"/>
            <a:ext cx="8275899" cy="712881"/>
          </a:xfrm>
          <a:prstGeom prst="rect">
            <a:avLst/>
          </a:prstGeom>
        </p:spPr>
      </p:pic>
      <p:pic>
        <p:nvPicPr>
          <p:cNvPr id="12" name="Grafik 11"/>
          <p:cNvPicPr>
            <a:picLocks noChangeAspect="1"/>
          </p:cNvPicPr>
          <p:nvPr/>
        </p:nvPicPr>
        <p:blipFill>
          <a:blip r:embed="rId3"/>
          <a:stretch>
            <a:fillRect/>
          </a:stretch>
        </p:blipFill>
        <p:spPr>
          <a:xfrm>
            <a:off x="1880882" y="3451263"/>
            <a:ext cx="8275899" cy="712881"/>
          </a:xfrm>
          <a:prstGeom prst="rect">
            <a:avLst/>
          </a:prstGeom>
        </p:spPr>
      </p:pic>
      <p:pic>
        <p:nvPicPr>
          <p:cNvPr id="13" name="Grafik 12"/>
          <p:cNvPicPr>
            <a:picLocks noChangeAspect="1"/>
          </p:cNvPicPr>
          <p:nvPr/>
        </p:nvPicPr>
        <p:blipFill>
          <a:blip r:embed="rId3"/>
          <a:stretch>
            <a:fillRect/>
          </a:stretch>
        </p:blipFill>
        <p:spPr>
          <a:xfrm>
            <a:off x="1880881" y="4361302"/>
            <a:ext cx="8275899" cy="712881"/>
          </a:xfrm>
          <a:prstGeom prst="rect">
            <a:avLst/>
          </a:prstGeom>
        </p:spPr>
      </p:pic>
      <p:pic>
        <p:nvPicPr>
          <p:cNvPr id="14" name="Grafik 13"/>
          <p:cNvPicPr>
            <a:picLocks noChangeAspect="1"/>
          </p:cNvPicPr>
          <p:nvPr/>
        </p:nvPicPr>
        <p:blipFill>
          <a:blip r:embed="rId3"/>
          <a:stretch>
            <a:fillRect/>
          </a:stretch>
        </p:blipFill>
        <p:spPr>
          <a:xfrm>
            <a:off x="1880880" y="5271341"/>
            <a:ext cx="8275899" cy="712881"/>
          </a:xfrm>
          <a:prstGeom prst="rect">
            <a:avLst/>
          </a:prstGeom>
        </p:spPr>
      </p:pic>
      <p:sp>
        <p:nvSpPr>
          <p:cNvPr id="2" name="Titel 1">
            <a:extLst>
              <a:ext uri="{FF2B5EF4-FFF2-40B4-BE49-F238E27FC236}">
                <a16:creationId xmlns:a16="http://schemas.microsoft.com/office/drawing/2014/main" id="{7D792958-2522-45D8-F2A2-0E8989963698}"/>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spTree>
    <p:extLst>
      <p:ext uri="{BB962C8B-B14F-4D97-AF65-F5344CB8AC3E}">
        <p14:creationId xmlns:p14="http://schemas.microsoft.com/office/powerpoint/2010/main" val="2197934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a:stretch>
            <a:fillRect/>
          </a:stretch>
        </p:blipFill>
        <p:spPr>
          <a:xfrm>
            <a:off x="2543708" y="1970240"/>
            <a:ext cx="6380374" cy="526395"/>
          </a:xfrm>
          <a:prstGeom prst="rect">
            <a:avLst/>
          </a:prstGeom>
        </p:spPr>
      </p:pic>
      <p:pic>
        <p:nvPicPr>
          <p:cNvPr id="3" name="Grafik 2"/>
          <p:cNvPicPr>
            <a:picLocks noChangeAspect="1"/>
          </p:cNvPicPr>
          <p:nvPr/>
        </p:nvPicPr>
        <p:blipFill>
          <a:blip r:embed="rId2"/>
          <a:stretch>
            <a:fillRect/>
          </a:stretch>
        </p:blipFill>
        <p:spPr>
          <a:xfrm>
            <a:off x="2543708" y="2631926"/>
            <a:ext cx="6380374" cy="526395"/>
          </a:xfrm>
          <a:prstGeom prst="rect">
            <a:avLst/>
          </a:prstGeom>
        </p:spPr>
      </p:pic>
      <p:pic>
        <p:nvPicPr>
          <p:cNvPr id="4" name="Grafik 3"/>
          <p:cNvPicPr>
            <a:picLocks noChangeAspect="1"/>
          </p:cNvPicPr>
          <p:nvPr/>
        </p:nvPicPr>
        <p:blipFill>
          <a:blip r:embed="rId2"/>
          <a:stretch>
            <a:fillRect/>
          </a:stretch>
        </p:blipFill>
        <p:spPr>
          <a:xfrm>
            <a:off x="2543708" y="3293612"/>
            <a:ext cx="6380374" cy="526395"/>
          </a:xfrm>
          <a:prstGeom prst="rect">
            <a:avLst/>
          </a:prstGeom>
        </p:spPr>
      </p:pic>
      <p:pic>
        <p:nvPicPr>
          <p:cNvPr id="5" name="Grafik 4"/>
          <p:cNvPicPr>
            <a:picLocks noChangeAspect="1"/>
          </p:cNvPicPr>
          <p:nvPr/>
        </p:nvPicPr>
        <p:blipFill>
          <a:blip r:embed="rId2"/>
          <a:stretch>
            <a:fillRect/>
          </a:stretch>
        </p:blipFill>
        <p:spPr>
          <a:xfrm>
            <a:off x="2543708" y="3955298"/>
            <a:ext cx="6380374" cy="526395"/>
          </a:xfrm>
          <a:prstGeom prst="rect">
            <a:avLst/>
          </a:prstGeom>
        </p:spPr>
      </p:pic>
      <p:pic>
        <p:nvPicPr>
          <p:cNvPr id="6" name="Grafik 5"/>
          <p:cNvPicPr>
            <a:picLocks noChangeAspect="1"/>
          </p:cNvPicPr>
          <p:nvPr/>
        </p:nvPicPr>
        <p:blipFill>
          <a:blip r:embed="rId2"/>
          <a:stretch>
            <a:fillRect/>
          </a:stretch>
        </p:blipFill>
        <p:spPr>
          <a:xfrm>
            <a:off x="2543708" y="4616984"/>
            <a:ext cx="6380374" cy="526395"/>
          </a:xfrm>
          <a:prstGeom prst="rect">
            <a:avLst/>
          </a:prstGeom>
        </p:spPr>
      </p:pic>
      <mc:AlternateContent xmlns:mc="http://schemas.openxmlformats.org/markup-compatibility/2006" xmlns:a14="http://schemas.microsoft.com/office/drawing/2010/main">
        <mc:Choice Requires="a14">
          <p:sp>
            <p:nvSpPr>
              <p:cNvPr id="7" name="Rechteck 6">
                <a:extLst>
                  <a:ext uri="{FF2B5EF4-FFF2-40B4-BE49-F238E27FC236}">
                    <a16:creationId xmlns:a16="http://schemas.microsoft.com/office/drawing/2014/main" id="{DA98B9CE-2AFE-C081-B1F2-1E87647945D7}"/>
                  </a:ext>
                </a:extLst>
              </p:cNvPr>
              <p:cNvSpPr/>
              <p:nvPr/>
            </p:nvSpPr>
            <p:spPr>
              <a:xfrm>
                <a:off x="271454" y="1157688"/>
                <a:ext cx="1922321"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2) </a:t>
                </a:r>
                <a:endParaRPr lang="de-DE" dirty="0"/>
              </a:p>
            </p:txBody>
          </p:sp>
        </mc:Choice>
        <mc:Fallback xmlns="">
          <p:sp>
            <p:nvSpPr>
              <p:cNvPr id="7" name="Rechteck 6">
                <a:extLst>
                  <a:ext uri="{FF2B5EF4-FFF2-40B4-BE49-F238E27FC236}">
                    <a16:creationId xmlns:a16="http://schemas.microsoft.com/office/drawing/2014/main" id="{DA98B9CE-2AFE-C081-B1F2-1E87647945D7}"/>
                  </a:ext>
                </a:extLst>
              </p:cNvPr>
              <p:cNvSpPr>
                <a:spLocks noRot="1" noChangeAspect="1" noMove="1" noResize="1" noEditPoints="1" noAdjustHandles="1" noChangeArrowheads="1" noChangeShapeType="1" noTextEdit="1"/>
              </p:cNvSpPr>
              <p:nvPr/>
            </p:nvSpPr>
            <p:spPr>
              <a:xfrm>
                <a:off x="271454" y="1157688"/>
                <a:ext cx="1922321" cy="369332"/>
              </a:xfrm>
              <a:prstGeom prst="rect">
                <a:avLst/>
              </a:prstGeom>
              <a:blipFill>
                <a:blip r:embed="rId3"/>
                <a:stretch>
                  <a:fillRect l="-2632" t="-10000" b="-26667"/>
                </a:stretch>
              </a:blipFill>
            </p:spPr>
            <p:txBody>
              <a:bodyPr/>
              <a:lstStyle/>
              <a:p>
                <a:r>
                  <a:rPr lang="de-DE">
                    <a:noFill/>
                  </a:rPr>
                  <a:t> </a:t>
                </a:r>
              </a:p>
            </p:txBody>
          </p:sp>
        </mc:Fallback>
      </mc:AlternateContent>
      <p:sp>
        <p:nvSpPr>
          <p:cNvPr id="8" name="Textfeld 7"/>
          <p:cNvSpPr txBox="1"/>
          <p:nvPr/>
        </p:nvSpPr>
        <p:spPr>
          <a:xfrm>
            <a:off x="2543708" y="1157688"/>
            <a:ext cx="7837965" cy="369332"/>
          </a:xfrm>
          <a:prstGeom prst="rect">
            <a:avLst/>
          </a:prstGeom>
          <a:noFill/>
        </p:spPr>
        <p:txBody>
          <a:bodyPr wrap="square" rtlCol="0">
            <a:spAutoFit/>
          </a:bodyPr>
          <a:lstStyle/>
          <a:p>
            <a:r>
              <a:rPr lang="de-DE" dirty="0"/>
              <a:t>Blöcke rutschen auseinander</a:t>
            </a:r>
          </a:p>
        </p:txBody>
      </p:sp>
      <p:sp>
        <p:nvSpPr>
          <p:cNvPr id="10" name="Titel 1">
            <a:extLst>
              <a:ext uri="{FF2B5EF4-FFF2-40B4-BE49-F238E27FC236}">
                <a16:creationId xmlns:a16="http://schemas.microsoft.com/office/drawing/2014/main" id="{4D749E56-54A7-C9FB-F473-27ADF7EE1937}"/>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spTree>
    <p:extLst>
      <p:ext uri="{BB962C8B-B14F-4D97-AF65-F5344CB8AC3E}">
        <p14:creationId xmlns:p14="http://schemas.microsoft.com/office/powerpoint/2010/main" val="342696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99472409-5DE2-3353-6E59-65DB822A3AD8}"/>
              </a:ext>
            </a:extLst>
          </p:cNvPr>
          <p:cNvSpPr/>
          <p:nvPr/>
        </p:nvSpPr>
        <p:spPr>
          <a:xfrm>
            <a:off x="338198" y="744069"/>
            <a:ext cx="955711" cy="369332"/>
          </a:xfrm>
          <a:prstGeom prst="rect">
            <a:avLst/>
          </a:prstGeom>
        </p:spPr>
        <p:txBody>
          <a:bodyPr wrap="none">
            <a:spAutoFit/>
          </a:bodyPr>
          <a:lstStyle/>
          <a:p>
            <a:pPr lvl="0" defTabSz="914400">
              <a:defRPr/>
            </a:pPr>
            <a:r>
              <a:rPr lang="de-DE" dirty="0">
                <a:latin typeface="Be Vietnam" panose="00000500000000000000"/>
              </a:rPr>
              <a:t>50 + 10</a:t>
            </a:r>
            <a:endParaRPr lang="de-DE" dirty="0"/>
          </a:p>
        </p:txBody>
      </p:sp>
      <p:pic>
        <p:nvPicPr>
          <p:cNvPr id="3" name="Grafik 2"/>
          <p:cNvPicPr>
            <a:picLocks noChangeAspect="1"/>
          </p:cNvPicPr>
          <p:nvPr/>
        </p:nvPicPr>
        <p:blipFill>
          <a:blip r:embed="rId2"/>
          <a:stretch>
            <a:fillRect/>
          </a:stretch>
        </p:blipFill>
        <p:spPr>
          <a:xfrm>
            <a:off x="685045" y="1256997"/>
            <a:ext cx="10821910" cy="4344006"/>
          </a:xfrm>
          <a:prstGeom prst="rect">
            <a:avLst/>
          </a:prstGeom>
        </p:spPr>
      </p:pic>
      <p:sp>
        <p:nvSpPr>
          <p:cNvPr id="5" name="Textfeld 4"/>
          <p:cNvSpPr txBox="1"/>
          <p:nvPr/>
        </p:nvSpPr>
        <p:spPr>
          <a:xfrm>
            <a:off x="1740088" y="744069"/>
            <a:ext cx="7176655" cy="369332"/>
          </a:xfrm>
          <a:prstGeom prst="rect">
            <a:avLst/>
          </a:prstGeom>
          <a:noFill/>
        </p:spPr>
        <p:txBody>
          <a:bodyPr wrap="square" rtlCol="0">
            <a:spAutoFit/>
          </a:bodyPr>
          <a:lstStyle/>
          <a:p>
            <a:r>
              <a:rPr lang="de-DE" dirty="0"/>
              <a:t>Falls wir Term aufnehmen wollen: Es entstehen 2 Blöcke (ohne Reihen)</a:t>
            </a:r>
          </a:p>
        </p:txBody>
      </p:sp>
      <p:sp>
        <p:nvSpPr>
          <p:cNvPr id="4" name="Textfeld 3">
            <a:extLst>
              <a:ext uri="{FF2B5EF4-FFF2-40B4-BE49-F238E27FC236}">
                <a16:creationId xmlns:a16="http://schemas.microsoft.com/office/drawing/2014/main" id="{C66DD9E8-1CF1-E54E-4BE3-2EB1168BB404}"/>
              </a:ext>
            </a:extLst>
          </p:cNvPr>
          <p:cNvSpPr txBox="1"/>
          <p:nvPr/>
        </p:nvSpPr>
        <p:spPr>
          <a:xfrm>
            <a:off x="10198035" y="323474"/>
            <a:ext cx="2617839" cy="646331"/>
          </a:xfrm>
          <a:prstGeom prst="rect">
            <a:avLst/>
          </a:prstGeom>
          <a:noFill/>
        </p:spPr>
        <p:txBody>
          <a:bodyPr wrap="square" rtlCol="0">
            <a:spAutoFit/>
          </a:bodyPr>
          <a:lstStyle/>
          <a:p>
            <a:r>
              <a:rPr lang="de-DE" dirty="0"/>
              <a:t>Diesen letzten Schritt evtl. noch einbauen?</a:t>
            </a:r>
          </a:p>
        </p:txBody>
      </p:sp>
      <p:sp>
        <p:nvSpPr>
          <p:cNvPr id="6" name="Titel 1">
            <a:extLst>
              <a:ext uri="{FF2B5EF4-FFF2-40B4-BE49-F238E27FC236}">
                <a16:creationId xmlns:a16="http://schemas.microsoft.com/office/drawing/2014/main" id="{AB2EC893-1394-BEDE-E032-39AF6EBF762A}"/>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spTree>
    <p:extLst>
      <p:ext uri="{BB962C8B-B14F-4D97-AF65-F5344CB8AC3E}">
        <p14:creationId xmlns:p14="http://schemas.microsoft.com/office/powerpoint/2010/main" val="929640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hteck 3"/>
              <p:cNvSpPr/>
              <p:nvPr/>
            </p:nvSpPr>
            <p:spPr>
              <a:xfrm>
                <a:off x="1600671" y="1651493"/>
                <a:ext cx="744114" cy="369332"/>
              </a:xfrm>
              <a:prstGeom prst="rect">
                <a:avLst/>
              </a:prstGeom>
            </p:spPr>
            <p:txBody>
              <a:bodyPr wrap="none">
                <a:spAutoFit/>
              </a:bodyPr>
              <a:lstStyle/>
              <a:p>
                <a:r>
                  <a:rPr lang="de-DE" dirty="0">
                    <a:latin typeface="Be Vietnam" panose="00000500000000000000"/>
                  </a:rPr>
                  <a:t>7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12</a:t>
                </a:r>
                <a:endParaRPr lang="de-DE" dirty="0"/>
              </a:p>
            </p:txBody>
          </p:sp>
        </mc:Choice>
        <mc:Fallback xmlns="">
          <p:sp>
            <p:nvSpPr>
              <p:cNvPr id="4" name="Rechteck 3"/>
              <p:cNvSpPr>
                <a:spLocks noRot="1" noChangeAspect="1" noMove="1" noResize="1" noEditPoints="1" noAdjustHandles="1" noChangeArrowheads="1" noChangeShapeType="1" noTextEdit="1"/>
              </p:cNvSpPr>
              <p:nvPr/>
            </p:nvSpPr>
            <p:spPr>
              <a:xfrm>
                <a:off x="1600671" y="1651493"/>
                <a:ext cx="744114" cy="369332"/>
              </a:xfrm>
              <a:prstGeom prst="rect">
                <a:avLst/>
              </a:prstGeom>
              <a:blipFill>
                <a:blip r:embed="rId3"/>
                <a:stretch>
                  <a:fillRect l="-8475" t="-10000" r="-1695" b="-2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 name="Rechteck 4">
                <a:extLst>
                  <a:ext uri="{FF2B5EF4-FFF2-40B4-BE49-F238E27FC236}">
                    <a16:creationId xmlns:a16="http://schemas.microsoft.com/office/drawing/2014/main" id="{065E8679-9C75-7813-E457-0BFF2756E8F6}"/>
                  </a:ext>
                </a:extLst>
              </p:cNvPr>
              <p:cNvSpPr/>
              <p:nvPr/>
            </p:nvSpPr>
            <p:spPr>
              <a:xfrm>
                <a:off x="7664340" y="532788"/>
                <a:ext cx="1826141" cy="369332"/>
              </a:xfrm>
              <a:prstGeom prst="rect">
                <a:avLst/>
              </a:prstGeom>
            </p:spPr>
            <p:txBody>
              <a:bodyPr wrap="none">
                <a:spAutoFit/>
              </a:bodyPr>
              <a:lstStyle/>
              <a:p>
                <a:r>
                  <a:rPr lang="de-DE" dirty="0">
                    <a:latin typeface="Be Vietnam" panose="00000500000000000000"/>
                  </a:rPr>
                  <a:t>(5+2)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a:t>
                </a:r>
                <a:endParaRPr lang="de-DE" dirty="0"/>
              </a:p>
            </p:txBody>
          </p:sp>
        </mc:Choice>
        <mc:Fallback xmlns="">
          <p:sp>
            <p:nvSpPr>
              <p:cNvPr id="5" name="Rechteck 4">
                <a:extLst>
                  <a:ext uri="{FF2B5EF4-FFF2-40B4-BE49-F238E27FC236}">
                    <a16:creationId xmlns:a16="http://schemas.microsoft.com/office/drawing/2014/main" id="{065E8679-9C75-7813-E457-0BFF2756E8F6}"/>
                  </a:ext>
                </a:extLst>
              </p:cNvPr>
              <p:cNvSpPr>
                <a:spLocks noRot="1" noChangeAspect="1" noMove="1" noResize="1" noEditPoints="1" noAdjustHandles="1" noChangeArrowheads="1" noChangeShapeType="1" noTextEdit="1"/>
              </p:cNvSpPr>
              <p:nvPr/>
            </p:nvSpPr>
            <p:spPr>
              <a:xfrm>
                <a:off x="7664340" y="532788"/>
                <a:ext cx="1826141" cy="369332"/>
              </a:xfrm>
              <a:prstGeom prst="rect">
                <a:avLst/>
              </a:prstGeom>
              <a:blipFill>
                <a:blip r:embed="rId4"/>
                <a:stretch>
                  <a:fillRect l="-2759" t="-6452" b="-22581"/>
                </a:stretch>
              </a:blipFill>
            </p:spPr>
            <p:txBody>
              <a:bodyPr/>
              <a:lstStyle/>
              <a:p>
                <a:r>
                  <a:rPr lang="de-DE">
                    <a:noFill/>
                  </a:rPr>
                  <a:t> </a:t>
                </a:r>
              </a:p>
            </p:txBody>
          </p:sp>
        </mc:Fallback>
      </mc:AlternateContent>
      <p:grpSp>
        <p:nvGrpSpPr>
          <p:cNvPr id="11" name="Gruppieren 10"/>
          <p:cNvGrpSpPr/>
          <p:nvPr/>
        </p:nvGrpSpPr>
        <p:grpSpPr>
          <a:xfrm>
            <a:off x="6193570" y="1250788"/>
            <a:ext cx="4250678" cy="3457715"/>
            <a:chOff x="3857743" y="1905596"/>
            <a:chExt cx="7564066" cy="6152990"/>
          </a:xfrm>
        </p:grpSpPr>
        <p:pic>
          <p:nvPicPr>
            <p:cNvPr id="6" name="Grafik 5"/>
            <p:cNvPicPr>
              <a:picLocks noChangeAspect="1"/>
            </p:cNvPicPr>
            <p:nvPr/>
          </p:nvPicPr>
          <p:blipFill>
            <a:blip r:embed="rId5"/>
            <a:stretch>
              <a:fillRect/>
            </a:stretch>
          </p:blipFill>
          <p:spPr>
            <a:xfrm flipV="1">
              <a:off x="3857747" y="1905596"/>
              <a:ext cx="7564062" cy="651564"/>
            </a:xfrm>
            <a:prstGeom prst="rect">
              <a:avLst/>
            </a:prstGeom>
          </p:spPr>
        </p:pic>
        <p:pic>
          <p:nvPicPr>
            <p:cNvPr id="7" name="Grafik 6"/>
            <p:cNvPicPr>
              <a:picLocks noChangeAspect="1"/>
            </p:cNvPicPr>
            <p:nvPr/>
          </p:nvPicPr>
          <p:blipFill>
            <a:blip r:embed="rId5"/>
            <a:stretch>
              <a:fillRect/>
            </a:stretch>
          </p:blipFill>
          <p:spPr>
            <a:xfrm flipV="1">
              <a:off x="3857746" y="2815635"/>
              <a:ext cx="7564062" cy="651564"/>
            </a:xfrm>
            <a:prstGeom prst="rect">
              <a:avLst/>
            </a:prstGeom>
          </p:spPr>
        </p:pic>
        <p:pic>
          <p:nvPicPr>
            <p:cNvPr id="8" name="Grafik 7"/>
            <p:cNvPicPr>
              <a:picLocks noChangeAspect="1"/>
            </p:cNvPicPr>
            <p:nvPr/>
          </p:nvPicPr>
          <p:blipFill>
            <a:blip r:embed="rId5"/>
            <a:stretch>
              <a:fillRect/>
            </a:stretch>
          </p:blipFill>
          <p:spPr>
            <a:xfrm flipV="1">
              <a:off x="3857745" y="3725674"/>
              <a:ext cx="7564062" cy="651564"/>
            </a:xfrm>
            <a:prstGeom prst="rect">
              <a:avLst/>
            </a:prstGeom>
          </p:spPr>
        </p:pic>
        <p:pic>
          <p:nvPicPr>
            <p:cNvPr id="9" name="Grafik 8"/>
            <p:cNvPicPr>
              <a:picLocks noChangeAspect="1"/>
            </p:cNvPicPr>
            <p:nvPr/>
          </p:nvPicPr>
          <p:blipFill>
            <a:blip r:embed="rId5"/>
            <a:stretch>
              <a:fillRect/>
            </a:stretch>
          </p:blipFill>
          <p:spPr>
            <a:xfrm flipV="1">
              <a:off x="3857744" y="4635713"/>
              <a:ext cx="7564062" cy="651564"/>
            </a:xfrm>
            <a:prstGeom prst="rect">
              <a:avLst/>
            </a:prstGeom>
          </p:spPr>
        </p:pic>
        <p:pic>
          <p:nvPicPr>
            <p:cNvPr id="10" name="Grafik 9"/>
            <p:cNvPicPr>
              <a:picLocks noChangeAspect="1"/>
            </p:cNvPicPr>
            <p:nvPr/>
          </p:nvPicPr>
          <p:blipFill>
            <a:blip r:embed="rId5"/>
            <a:stretch>
              <a:fillRect/>
            </a:stretch>
          </p:blipFill>
          <p:spPr>
            <a:xfrm flipV="1">
              <a:off x="3857743" y="5545752"/>
              <a:ext cx="7564062" cy="651564"/>
            </a:xfrm>
            <a:prstGeom prst="rect">
              <a:avLst/>
            </a:prstGeom>
          </p:spPr>
        </p:pic>
        <p:pic>
          <p:nvPicPr>
            <p:cNvPr id="12" name="Grafik 11"/>
            <p:cNvPicPr>
              <a:picLocks noChangeAspect="1"/>
            </p:cNvPicPr>
            <p:nvPr/>
          </p:nvPicPr>
          <p:blipFill>
            <a:blip r:embed="rId5"/>
            <a:stretch>
              <a:fillRect/>
            </a:stretch>
          </p:blipFill>
          <p:spPr>
            <a:xfrm flipV="1">
              <a:off x="3857743" y="6476387"/>
              <a:ext cx="7564062" cy="651564"/>
            </a:xfrm>
            <a:prstGeom prst="rect">
              <a:avLst/>
            </a:prstGeom>
            <a:solidFill>
              <a:schemeClr val="accent4"/>
            </a:solidFill>
          </p:spPr>
        </p:pic>
        <p:pic>
          <p:nvPicPr>
            <p:cNvPr id="13" name="Grafik 12"/>
            <p:cNvPicPr>
              <a:picLocks noChangeAspect="1"/>
            </p:cNvPicPr>
            <p:nvPr/>
          </p:nvPicPr>
          <p:blipFill>
            <a:blip r:embed="rId5"/>
            <a:stretch>
              <a:fillRect/>
            </a:stretch>
          </p:blipFill>
          <p:spPr>
            <a:xfrm flipV="1">
              <a:off x="3857743" y="7407022"/>
              <a:ext cx="7564062" cy="651564"/>
            </a:xfrm>
            <a:prstGeom prst="rect">
              <a:avLst/>
            </a:prstGeom>
            <a:solidFill>
              <a:schemeClr val="accent4"/>
            </a:solidFill>
          </p:spPr>
        </p:pic>
      </p:grpSp>
      <p:sp>
        <p:nvSpPr>
          <p:cNvPr id="14" name="Rechteck 13"/>
          <p:cNvSpPr/>
          <p:nvPr/>
        </p:nvSpPr>
        <p:spPr>
          <a:xfrm>
            <a:off x="6195475"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p:cNvSpPr/>
          <p:nvPr/>
        </p:nvSpPr>
        <p:spPr>
          <a:xfrm>
            <a:off x="6544068"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p:cNvSpPr/>
          <p:nvPr/>
        </p:nvSpPr>
        <p:spPr>
          <a:xfrm>
            <a:off x="6892661"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p:cNvSpPr/>
          <p:nvPr/>
        </p:nvSpPr>
        <p:spPr>
          <a:xfrm>
            <a:off x="7241254"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p:cNvSpPr/>
          <p:nvPr/>
        </p:nvSpPr>
        <p:spPr>
          <a:xfrm>
            <a:off x="7589847"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p:cNvSpPr/>
          <p:nvPr/>
        </p:nvSpPr>
        <p:spPr>
          <a:xfrm>
            <a:off x="7938440"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p:cNvSpPr/>
          <p:nvPr/>
        </p:nvSpPr>
        <p:spPr>
          <a:xfrm>
            <a:off x="8287033"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p:cNvSpPr/>
          <p:nvPr/>
        </p:nvSpPr>
        <p:spPr>
          <a:xfrm>
            <a:off x="8647818"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p:cNvSpPr/>
          <p:nvPr/>
        </p:nvSpPr>
        <p:spPr>
          <a:xfrm>
            <a:off x="9008603"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p:cNvSpPr/>
          <p:nvPr/>
        </p:nvSpPr>
        <p:spPr>
          <a:xfrm>
            <a:off x="9369388"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24"/>
          <p:cNvSpPr/>
          <p:nvPr/>
        </p:nvSpPr>
        <p:spPr>
          <a:xfrm>
            <a:off x="6195475"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p:cNvSpPr/>
          <p:nvPr/>
        </p:nvSpPr>
        <p:spPr>
          <a:xfrm>
            <a:off x="6544068"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p:cNvSpPr/>
          <p:nvPr/>
        </p:nvSpPr>
        <p:spPr>
          <a:xfrm>
            <a:off x="6892661"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p:cNvSpPr/>
          <p:nvPr/>
        </p:nvSpPr>
        <p:spPr>
          <a:xfrm>
            <a:off x="7241254"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28"/>
          <p:cNvSpPr/>
          <p:nvPr/>
        </p:nvSpPr>
        <p:spPr>
          <a:xfrm>
            <a:off x="7589847"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hteck 29"/>
          <p:cNvSpPr/>
          <p:nvPr/>
        </p:nvSpPr>
        <p:spPr>
          <a:xfrm>
            <a:off x="7938440"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Rechteck 30"/>
          <p:cNvSpPr/>
          <p:nvPr/>
        </p:nvSpPr>
        <p:spPr>
          <a:xfrm>
            <a:off x="8287033"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31"/>
          <p:cNvSpPr/>
          <p:nvPr/>
        </p:nvSpPr>
        <p:spPr>
          <a:xfrm>
            <a:off x="8635626"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9002507"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9369388"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9730173" y="3807543"/>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10090958" y="3807588"/>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9730173" y="4321894"/>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10090958" y="4321939"/>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 1">
            <a:extLst>
              <a:ext uri="{FF2B5EF4-FFF2-40B4-BE49-F238E27FC236}">
                <a16:creationId xmlns:a16="http://schemas.microsoft.com/office/drawing/2014/main" id="{368B134B-1071-7336-CC2C-6831808E2E53}"/>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beider Faktoren</a:t>
            </a:r>
          </a:p>
        </p:txBody>
      </p:sp>
      <p:pic>
        <p:nvPicPr>
          <p:cNvPr id="39" name="Grafik 38">
            <a:extLst>
              <a:ext uri="{FF2B5EF4-FFF2-40B4-BE49-F238E27FC236}">
                <a16:creationId xmlns:a16="http://schemas.microsoft.com/office/drawing/2014/main" id="{E3FA3CF5-B951-9FF2-EBBD-74C54C49C596}"/>
              </a:ext>
            </a:extLst>
          </p:cNvPr>
          <p:cNvPicPr>
            <a:picLocks noChangeAspect="1"/>
          </p:cNvPicPr>
          <p:nvPr/>
        </p:nvPicPr>
        <p:blipFill>
          <a:blip r:embed="rId6"/>
          <a:stretch>
            <a:fillRect/>
          </a:stretch>
        </p:blipFill>
        <p:spPr>
          <a:xfrm>
            <a:off x="366586" y="2018859"/>
            <a:ext cx="4161076" cy="2585324"/>
          </a:xfrm>
          <a:prstGeom prst="rect">
            <a:avLst/>
          </a:prstGeom>
        </p:spPr>
      </p:pic>
      <p:sp>
        <p:nvSpPr>
          <p:cNvPr id="68" name="Abgerundete rechteckige Legende 67">
            <a:extLst>
              <a:ext uri="{FF2B5EF4-FFF2-40B4-BE49-F238E27FC236}">
                <a16:creationId xmlns:a16="http://schemas.microsoft.com/office/drawing/2014/main" id="{B9552EEC-9B38-E28C-446D-804154D196DC}"/>
              </a:ext>
            </a:extLst>
          </p:cNvPr>
          <p:cNvSpPr/>
          <p:nvPr/>
        </p:nvSpPr>
        <p:spPr>
          <a:xfrm>
            <a:off x="893460" y="4616597"/>
            <a:ext cx="2282509" cy="411829"/>
          </a:xfrm>
          <a:prstGeom prst="wedgeRound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Sieben 12er</a:t>
            </a:r>
            <a:r>
              <a:rPr lang="de-DE" sz="1600" dirty="0">
                <a:solidFill>
                  <a:schemeClr val="tx1">
                    <a:lumMod val="50000"/>
                    <a:lumOff val="50000"/>
                  </a:schemeClr>
                </a:solidFill>
              </a:rPr>
              <a:t>(-Reihen)</a:t>
            </a:r>
          </a:p>
        </p:txBody>
      </p:sp>
      <p:sp>
        <p:nvSpPr>
          <p:cNvPr id="69" name="Abgerundete rechteckige Legende 68">
            <a:extLst>
              <a:ext uri="{FF2B5EF4-FFF2-40B4-BE49-F238E27FC236}">
                <a16:creationId xmlns:a16="http://schemas.microsoft.com/office/drawing/2014/main" id="{EB873D7C-CB99-CE00-F255-397643A66D04}"/>
              </a:ext>
            </a:extLst>
          </p:cNvPr>
          <p:cNvSpPr/>
          <p:nvPr/>
        </p:nvSpPr>
        <p:spPr>
          <a:xfrm>
            <a:off x="6419940" y="4997596"/>
            <a:ext cx="2916697" cy="579054"/>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und zwei (10+2)er-Reihen.</a:t>
            </a:r>
          </a:p>
        </p:txBody>
      </p:sp>
    </p:spTree>
    <p:extLst>
      <p:ext uri="{BB962C8B-B14F-4D97-AF65-F5344CB8AC3E}">
        <p14:creationId xmlns:p14="http://schemas.microsoft.com/office/powerpoint/2010/main" val="2340864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65E8679-9C75-7813-E457-0BFF2756E8F6}"/>
              </a:ext>
            </a:extLst>
          </p:cNvPr>
          <p:cNvSpPr/>
          <p:nvPr/>
        </p:nvSpPr>
        <p:spPr>
          <a:xfrm>
            <a:off x="6861592" y="1683201"/>
            <a:ext cx="2390398" cy="369332"/>
          </a:xfrm>
          <a:prstGeom prst="rect">
            <a:avLst/>
          </a:prstGeom>
        </p:spPr>
        <p:txBody>
          <a:bodyPr wrap="none">
            <a:spAutoFit/>
          </a:bodyPr>
          <a:lstStyle/>
          <a:p>
            <a:r>
              <a:rPr lang="de-DE" dirty="0"/>
              <a:t>50 + 10 + 20 + 4</a:t>
            </a:r>
          </a:p>
        </p:txBody>
      </p:sp>
      <mc:AlternateContent xmlns:mc="http://schemas.openxmlformats.org/markup-compatibility/2006" xmlns:a14="http://schemas.microsoft.com/office/drawing/2010/main">
        <mc:Choice Requires="a14">
          <p:sp>
            <p:nvSpPr>
              <p:cNvPr id="3" name="Textfeld 2"/>
              <p:cNvSpPr txBox="1"/>
              <p:nvPr/>
            </p:nvSpPr>
            <p:spPr>
              <a:xfrm>
                <a:off x="528150" y="1404309"/>
                <a:ext cx="4369981" cy="369332"/>
              </a:xfrm>
              <a:prstGeom prst="rect">
                <a:avLst/>
              </a:prstGeom>
              <a:noFill/>
            </p:spPr>
            <p:txBody>
              <a:bodyPr wrap="square" rtlCol="0">
                <a:spAutoFit/>
              </a:bodyPr>
              <a:lstStyle/>
              <a:p>
                <a:r>
                  <a:rPr lang="de-DE" dirty="0"/>
                  <a:t>5 </a:t>
                </a:r>
                <a14:m>
                  <m:oMath xmlns:m="http://schemas.openxmlformats.org/officeDocument/2006/math">
                    <m:r>
                      <a:rPr lang="de-DE">
                        <a:latin typeface="Cambria Math" panose="02040503050406030204" pitchFamily="18" charset="0"/>
                      </a:rPr>
                      <m:t>⋅</m:t>
                    </m:r>
                  </m:oMath>
                </a14:m>
                <a:r>
                  <a:rPr lang="de-DE" dirty="0"/>
                  <a:t> 10 + 5 </a:t>
                </a:r>
                <a14:m>
                  <m:oMath xmlns:m="http://schemas.openxmlformats.org/officeDocument/2006/math">
                    <m:r>
                      <a:rPr lang="de-DE">
                        <a:latin typeface="Cambria Math" panose="02040503050406030204" pitchFamily="18" charset="0"/>
                      </a:rPr>
                      <m:t>⋅</m:t>
                    </m:r>
                  </m:oMath>
                </a14:m>
                <a:r>
                  <a:rPr lang="de-DE" dirty="0"/>
                  <a:t> 2 + 2 </a:t>
                </a:r>
                <a14:m>
                  <m:oMath xmlns:m="http://schemas.openxmlformats.org/officeDocument/2006/math">
                    <m:r>
                      <a:rPr lang="de-DE">
                        <a:latin typeface="Cambria Math" panose="02040503050406030204" pitchFamily="18" charset="0"/>
                      </a:rPr>
                      <m:t>⋅</m:t>
                    </m:r>
                  </m:oMath>
                </a14:m>
                <a:r>
                  <a:rPr lang="de-DE" dirty="0"/>
                  <a:t> 10 + 2 </a:t>
                </a:r>
                <a14:m>
                  <m:oMath xmlns:m="http://schemas.openxmlformats.org/officeDocument/2006/math">
                    <m:r>
                      <a:rPr lang="de-DE">
                        <a:latin typeface="Cambria Math" panose="02040503050406030204" pitchFamily="18" charset="0"/>
                      </a:rPr>
                      <m:t>⋅</m:t>
                    </m:r>
                  </m:oMath>
                </a14:m>
                <a:r>
                  <a:rPr lang="de-DE" dirty="0"/>
                  <a:t> 2</a:t>
                </a:r>
              </a:p>
            </p:txBody>
          </p:sp>
        </mc:Choice>
        <mc:Fallback xmlns="">
          <p:sp>
            <p:nvSpPr>
              <p:cNvPr id="3" name="Textfeld 2"/>
              <p:cNvSpPr txBox="1">
                <a:spLocks noRot="1" noChangeAspect="1" noMove="1" noResize="1" noEditPoints="1" noAdjustHandles="1" noChangeArrowheads="1" noChangeShapeType="1" noTextEdit="1"/>
              </p:cNvSpPr>
              <p:nvPr/>
            </p:nvSpPr>
            <p:spPr>
              <a:xfrm>
                <a:off x="528150" y="1404309"/>
                <a:ext cx="4369981" cy="369332"/>
              </a:xfrm>
              <a:prstGeom prst="rect">
                <a:avLst/>
              </a:prstGeom>
              <a:blipFill>
                <a:blip r:embed="rId2"/>
                <a:stretch>
                  <a:fillRect l="-1159" t="-6667" b="-26667"/>
                </a:stretch>
              </a:blipFill>
            </p:spPr>
            <p:txBody>
              <a:bodyPr/>
              <a:lstStyle/>
              <a:p>
                <a:r>
                  <a:rPr lang="de-DE">
                    <a:noFill/>
                  </a:rPr>
                  <a:t> </a:t>
                </a:r>
              </a:p>
            </p:txBody>
          </p:sp>
        </mc:Fallback>
      </mc:AlternateContent>
      <p:grpSp>
        <p:nvGrpSpPr>
          <p:cNvPr id="75" name="Gruppieren 74"/>
          <p:cNvGrpSpPr/>
          <p:nvPr/>
        </p:nvGrpSpPr>
        <p:grpSpPr>
          <a:xfrm>
            <a:off x="5979434" y="2242530"/>
            <a:ext cx="5248969" cy="2977568"/>
            <a:chOff x="186816" y="4515549"/>
            <a:chExt cx="4938627" cy="2801521"/>
          </a:xfrm>
        </p:grpSpPr>
        <p:pic>
          <p:nvPicPr>
            <p:cNvPr id="15" name="Grafik 14"/>
            <p:cNvPicPr>
              <a:picLocks noChangeAspect="1"/>
            </p:cNvPicPr>
            <p:nvPr/>
          </p:nvPicPr>
          <p:blipFill rotWithShape="1">
            <a:blip r:embed="rId3"/>
            <a:srcRect t="28554"/>
            <a:stretch/>
          </p:blipFill>
          <p:spPr>
            <a:xfrm>
              <a:off x="186816" y="4515549"/>
              <a:ext cx="4938627" cy="1984744"/>
            </a:xfrm>
            <a:prstGeom prst="rect">
              <a:avLst/>
            </a:prstGeom>
          </p:spPr>
        </p:pic>
        <p:sp>
          <p:nvSpPr>
            <p:cNvPr id="14" name="Rechteck 13"/>
            <p:cNvSpPr/>
            <p:nvPr/>
          </p:nvSpPr>
          <p:spPr>
            <a:xfrm>
              <a:off x="353727"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p:cNvSpPr/>
            <p:nvPr/>
          </p:nvSpPr>
          <p:spPr>
            <a:xfrm>
              <a:off x="702320"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p:cNvSpPr/>
            <p:nvPr/>
          </p:nvSpPr>
          <p:spPr>
            <a:xfrm>
              <a:off x="1050913"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p:cNvSpPr/>
            <p:nvPr/>
          </p:nvSpPr>
          <p:spPr>
            <a:xfrm>
              <a:off x="1399506"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p:cNvSpPr/>
            <p:nvPr/>
          </p:nvSpPr>
          <p:spPr>
            <a:xfrm>
              <a:off x="1748099"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p:cNvSpPr/>
            <p:nvPr/>
          </p:nvSpPr>
          <p:spPr>
            <a:xfrm>
              <a:off x="2096692"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p:cNvSpPr/>
            <p:nvPr/>
          </p:nvSpPr>
          <p:spPr>
            <a:xfrm>
              <a:off x="2445285"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p:cNvSpPr/>
            <p:nvPr/>
          </p:nvSpPr>
          <p:spPr>
            <a:xfrm>
              <a:off x="2806070"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p:cNvSpPr/>
            <p:nvPr/>
          </p:nvSpPr>
          <p:spPr>
            <a:xfrm>
              <a:off x="3166855"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p:cNvSpPr/>
            <p:nvPr/>
          </p:nvSpPr>
          <p:spPr>
            <a:xfrm>
              <a:off x="3527640"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24"/>
            <p:cNvSpPr/>
            <p:nvPr/>
          </p:nvSpPr>
          <p:spPr>
            <a:xfrm>
              <a:off x="353727"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p:cNvSpPr/>
            <p:nvPr/>
          </p:nvSpPr>
          <p:spPr>
            <a:xfrm>
              <a:off x="702320"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p:cNvSpPr/>
            <p:nvPr/>
          </p:nvSpPr>
          <p:spPr>
            <a:xfrm>
              <a:off x="1050913"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p:cNvSpPr/>
            <p:nvPr/>
          </p:nvSpPr>
          <p:spPr>
            <a:xfrm>
              <a:off x="1399506"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28"/>
            <p:cNvSpPr/>
            <p:nvPr/>
          </p:nvSpPr>
          <p:spPr>
            <a:xfrm>
              <a:off x="1748099"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hteck 29"/>
            <p:cNvSpPr/>
            <p:nvPr/>
          </p:nvSpPr>
          <p:spPr>
            <a:xfrm>
              <a:off x="2096692"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Rechteck 30"/>
            <p:cNvSpPr/>
            <p:nvPr/>
          </p:nvSpPr>
          <p:spPr>
            <a:xfrm>
              <a:off x="2445285"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31"/>
            <p:cNvSpPr/>
            <p:nvPr/>
          </p:nvSpPr>
          <p:spPr>
            <a:xfrm>
              <a:off x="2793878"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3160759"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3527640"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4376105" y="6611891"/>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4736890" y="6611936"/>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4376105" y="6959500"/>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4736890" y="6959545"/>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73" name="Grafik 72"/>
          <p:cNvPicPr>
            <a:picLocks noChangeAspect="1"/>
          </p:cNvPicPr>
          <p:nvPr/>
        </p:nvPicPr>
        <p:blipFill rotWithShape="1">
          <a:blip r:embed="rId4"/>
          <a:srcRect r="17243" b="25975"/>
          <a:stretch>
            <a:fillRect/>
          </a:stretch>
        </p:blipFill>
        <p:spPr>
          <a:xfrm>
            <a:off x="459185" y="1879922"/>
            <a:ext cx="3516560" cy="2558854"/>
          </a:xfrm>
          <a:prstGeom prst="rect">
            <a:avLst/>
          </a:prstGeom>
        </p:spPr>
      </p:pic>
      <p:pic>
        <p:nvPicPr>
          <p:cNvPr id="74" name="Grafik 73"/>
          <p:cNvPicPr>
            <a:picLocks noChangeAspect="1"/>
          </p:cNvPicPr>
          <p:nvPr/>
        </p:nvPicPr>
        <p:blipFill rotWithShape="1">
          <a:blip r:embed="rId4"/>
          <a:srcRect l="82757" r="1803" b="25975"/>
          <a:stretch>
            <a:fillRect/>
          </a:stretch>
        </p:blipFill>
        <p:spPr>
          <a:xfrm>
            <a:off x="4338653" y="1879922"/>
            <a:ext cx="656110" cy="2558854"/>
          </a:xfrm>
          <a:prstGeom prst="rect">
            <a:avLst/>
          </a:prstGeom>
        </p:spPr>
      </p:pic>
      <p:sp>
        <p:nvSpPr>
          <p:cNvPr id="2" name="Titel 1">
            <a:extLst>
              <a:ext uri="{FF2B5EF4-FFF2-40B4-BE49-F238E27FC236}">
                <a16:creationId xmlns:a16="http://schemas.microsoft.com/office/drawing/2014/main" id="{FAD0B3B7-EF47-8ED7-8B00-4A00ACD8C3EC}"/>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beider Faktoren</a:t>
            </a:r>
          </a:p>
        </p:txBody>
      </p:sp>
      <p:sp>
        <p:nvSpPr>
          <p:cNvPr id="9" name="Abgerundete rechteckige Legende 8">
            <a:extLst>
              <a:ext uri="{FF2B5EF4-FFF2-40B4-BE49-F238E27FC236}">
                <a16:creationId xmlns:a16="http://schemas.microsoft.com/office/drawing/2014/main" id="{9D863F9E-AEE3-14FE-3148-ED74F8D91586}"/>
              </a:ext>
            </a:extLst>
          </p:cNvPr>
          <p:cNvSpPr/>
          <p:nvPr/>
        </p:nvSpPr>
        <p:spPr>
          <a:xfrm>
            <a:off x="2433035" y="5742179"/>
            <a:ext cx="2916697" cy="762805"/>
          </a:xfrm>
          <a:prstGeom prst="wedgeRoundRectCallout">
            <a:avLst>
              <a:gd name="adj1" fmla="val -32823"/>
              <a:gd name="adj2" fmla="val -60701"/>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10er und fünf 2er und zwei 10er und zwei 2er .</a:t>
            </a:r>
          </a:p>
        </p:txBody>
      </p:sp>
      <p:sp>
        <p:nvSpPr>
          <p:cNvPr id="10" name="Abgerundete rechteckige Legende 9">
            <a:extLst>
              <a:ext uri="{FF2B5EF4-FFF2-40B4-BE49-F238E27FC236}">
                <a16:creationId xmlns:a16="http://schemas.microsoft.com/office/drawing/2014/main" id="{E33B5DBA-C37B-AAC9-6732-EE1E4055340C}"/>
              </a:ext>
            </a:extLst>
          </p:cNvPr>
          <p:cNvSpPr/>
          <p:nvPr/>
        </p:nvSpPr>
        <p:spPr>
          <a:xfrm>
            <a:off x="6712581" y="5494120"/>
            <a:ext cx="3272077" cy="762805"/>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eine 50er-Gruppe und eine 10er-Gruppe und eine 20er-Gruppe und eine 4er-Gruppe.</a:t>
            </a:r>
          </a:p>
        </p:txBody>
      </p:sp>
      <p:sp>
        <p:nvSpPr>
          <p:cNvPr id="4" name="Rechteck 3">
            <a:extLst>
              <a:ext uri="{FF2B5EF4-FFF2-40B4-BE49-F238E27FC236}">
                <a16:creationId xmlns:a16="http://schemas.microsoft.com/office/drawing/2014/main" id="{DD264BAE-4276-1644-97C5-4FB433451209}"/>
              </a:ext>
            </a:extLst>
          </p:cNvPr>
          <p:cNvSpPr/>
          <p:nvPr/>
        </p:nvSpPr>
        <p:spPr>
          <a:xfrm>
            <a:off x="464377"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54F19420-6084-C3C6-8E03-FAB389B9DD4D}"/>
              </a:ext>
            </a:extLst>
          </p:cNvPr>
          <p:cNvSpPr/>
          <p:nvPr/>
        </p:nvSpPr>
        <p:spPr>
          <a:xfrm>
            <a:off x="812970"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6859B015-76BC-454E-DB12-BFF27DE1B3B9}"/>
              </a:ext>
            </a:extLst>
          </p:cNvPr>
          <p:cNvSpPr/>
          <p:nvPr/>
        </p:nvSpPr>
        <p:spPr>
          <a:xfrm>
            <a:off x="1161563"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663FF8D7-D499-7B11-13D7-7F8393082A6F}"/>
              </a:ext>
            </a:extLst>
          </p:cNvPr>
          <p:cNvSpPr/>
          <p:nvPr/>
        </p:nvSpPr>
        <p:spPr>
          <a:xfrm>
            <a:off x="1510156"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F863D7EB-74BE-6CE3-026E-D4CF13EF89A3}"/>
              </a:ext>
            </a:extLst>
          </p:cNvPr>
          <p:cNvSpPr/>
          <p:nvPr/>
        </p:nvSpPr>
        <p:spPr>
          <a:xfrm>
            <a:off x="1858749"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59FC59FD-7009-A9D9-9715-217CA80F1855}"/>
              </a:ext>
            </a:extLst>
          </p:cNvPr>
          <p:cNvSpPr/>
          <p:nvPr/>
        </p:nvSpPr>
        <p:spPr>
          <a:xfrm>
            <a:off x="2207342"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a:extLst>
              <a:ext uri="{FF2B5EF4-FFF2-40B4-BE49-F238E27FC236}">
                <a16:creationId xmlns:a16="http://schemas.microsoft.com/office/drawing/2014/main" id="{FD1AB470-7EC8-7D93-6D9E-C96A8046558A}"/>
              </a:ext>
            </a:extLst>
          </p:cNvPr>
          <p:cNvSpPr/>
          <p:nvPr/>
        </p:nvSpPr>
        <p:spPr>
          <a:xfrm>
            <a:off x="2555935"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40">
            <a:extLst>
              <a:ext uri="{FF2B5EF4-FFF2-40B4-BE49-F238E27FC236}">
                <a16:creationId xmlns:a16="http://schemas.microsoft.com/office/drawing/2014/main" id="{16B69D1E-B9BB-327F-C985-D9E5C97C7161}"/>
              </a:ext>
            </a:extLst>
          </p:cNvPr>
          <p:cNvSpPr/>
          <p:nvPr/>
        </p:nvSpPr>
        <p:spPr>
          <a:xfrm>
            <a:off x="2916720"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41">
            <a:extLst>
              <a:ext uri="{FF2B5EF4-FFF2-40B4-BE49-F238E27FC236}">
                <a16:creationId xmlns:a16="http://schemas.microsoft.com/office/drawing/2014/main" id="{B1306FC2-3B70-6BC8-3211-A2A5305B5B4F}"/>
              </a:ext>
            </a:extLst>
          </p:cNvPr>
          <p:cNvSpPr/>
          <p:nvPr/>
        </p:nvSpPr>
        <p:spPr>
          <a:xfrm>
            <a:off x="3277505"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42">
            <a:extLst>
              <a:ext uri="{FF2B5EF4-FFF2-40B4-BE49-F238E27FC236}">
                <a16:creationId xmlns:a16="http://schemas.microsoft.com/office/drawing/2014/main" id="{FDB909BE-0CEF-5131-D92D-65EF1898EBDE}"/>
              </a:ext>
            </a:extLst>
          </p:cNvPr>
          <p:cNvSpPr/>
          <p:nvPr/>
        </p:nvSpPr>
        <p:spPr>
          <a:xfrm>
            <a:off x="3638290" y="465698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43">
            <a:extLst>
              <a:ext uri="{FF2B5EF4-FFF2-40B4-BE49-F238E27FC236}">
                <a16:creationId xmlns:a16="http://schemas.microsoft.com/office/drawing/2014/main" id="{8134F719-47A0-327F-5999-345788A7136C}"/>
              </a:ext>
            </a:extLst>
          </p:cNvPr>
          <p:cNvSpPr/>
          <p:nvPr/>
        </p:nvSpPr>
        <p:spPr>
          <a:xfrm>
            <a:off x="464377"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Rechteck 44">
            <a:extLst>
              <a:ext uri="{FF2B5EF4-FFF2-40B4-BE49-F238E27FC236}">
                <a16:creationId xmlns:a16="http://schemas.microsoft.com/office/drawing/2014/main" id="{0C2D9E95-B745-10D1-FC46-75AE07B3EFAF}"/>
              </a:ext>
            </a:extLst>
          </p:cNvPr>
          <p:cNvSpPr/>
          <p:nvPr/>
        </p:nvSpPr>
        <p:spPr>
          <a:xfrm>
            <a:off x="812970"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Rechteck 45">
            <a:extLst>
              <a:ext uri="{FF2B5EF4-FFF2-40B4-BE49-F238E27FC236}">
                <a16:creationId xmlns:a16="http://schemas.microsoft.com/office/drawing/2014/main" id="{7CCAB695-0A47-E5BB-7F54-9CF6F24515F2}"/>
              </a:ext>
            </a:extLst>
          </p:cNvPr>
          <p:cNvSpPr/>
          <p:nvPr/>
        </p:nvSpPr>
        <p:spPr>
          <a:xfrm>
            <a:off x="1161563"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46">
            <a:extLst>
              <a:ext uri="{FF2B5EF4-FFF2-40B4-BE49-F238E27FC236}">
                <a16:creationId xmlns:a16="http://schemas.microsoft.com/office/drawing/2014/main" id="{D9014DB1-BB6F-2A9D-CD2E-4CEE28B049B2}"/>
              </a:ext>
            </a:extLst>
          </p:cNvPr>
          <p:cNvSpPr/>
          <p:nvPr/>
        </p:nvSpPr>
        <p:spPr>
          <a:xfrm>
            <a:off x="1510156"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408FAE97-6C3E-7B4A-6988-BC1396DEA08B}"/>
              </a:ext>
            </a:extLst>
          </p:cNvPr>
          <p:cNvSpPr/>
          <p:nvPr/>
        </p:nvSpPr>
        <p:spPr>
          <a:xfrm>
            <a:off x="1858749"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48">
            <a:extLst>
              <a:ext uri="{FF2B5EF4-FFF2-40B4-BE49-F238E27FC236}">
                <a16:creationId xmlns:a16="http://schemas.microsoft.com/office/drawing/2014/main" id="{B18AC68B-CA44-3DFC-DDB2-0BE7D4F5F7BD}"/>
              </a:ext>
            </a:extLst>
          </p:cNvPr>
          <p:cNvSpPr/>
          <p:nvPr/>
        </p:nvSpPr>
        <p:spPr>
          <a:xfrm>
            <a:off x="2207342"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Rechteck 49">
            <a:extLst>
              <a:ext uri="{FF2B5EF4-FFF2-40B4-BE49-F238E27FC236}">
                <a16:creationId xmlns:a16="http://schemas.microsoft.com/office/drawing/2014/main" id="{D32E8C90-838F-5646-4D8A-25B305B234F6}"/>
              </a:ext>
            </a:extLst>
          </p:cNvPr>
          <p:cNvSpPr/>
          <p:nvPr/>
        </p:nvSpPr>
        <p:spPr>
          <a:xfrm>
            <a:off x="2555935"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5BA4EC0C-A145-0F08-4D50-7E4EB02D8781}"/>
              </a:ext>
            </a:extLst>
          </p:cNvPr>
          <p:cNvSpPr/>
          <p:nvPr/>
        </p:nvSpPr>
        <p:spPr>
          <a:xfrm>
            <a:off x="2904528"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Rechteck 51">
            <a:extLst>
              <a:ext uri="{FF2B5EF4-FFF2-40B4-BE49-F238E27FC236}">
                <a16:creationId xmlns:a16="http://schemas.microsoft.com/office/drawing/2014/main" id="{9F2E2B9E-3966-6F5A-0A58-FBE93CEEB55D}"/>
              </a:ext>
            </a:extLst>
          </p:cNvPr>
          <p:cNvSpPr/>
          <p:nvPr/>
        </p:nvSpPr>
        <p:spPr>
          <a:xfrm>
            <a:off x="3271409"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Rechteck 52">
            <a:extLst>
              <a:ext uri="{FF2B5EF4-FFF2-40B4-BE49-F238E27FC236}">
                <a16:creationId xmlns:a16="http://schemas.microsoft.com/office/drawing/2014/main" id="{BD3458AB-F145-D327-CB11-26B3621D6793}"/>
              </a:ext>
            </a:extLst>
          </p:cNvPr>
          <p:cNvSpPr/>
          <p:nvPr/>
        </p:nvSpPr>
        <p:spPr>
          <a:xfrm>
            <a:off x="3638290" y="5181254"/>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a:extLst>
              <a:ext uri="{FF2B5EF4-FFF2-40B4-BE49-F238E27FC236}">
                <a16:creationId xmlns:a16="http://schemas.microsoft.com/office/drawing/2014/main" id="{327F5768-502B-6CC3-5C6C-298153664E85}"/>
              </a:ext>
            </a:extLst>
          </p:cNvPr>
          <p:cNvSpPr/>
          <p:nvPr/>
        </p:nvSpPr>
        <p:spPr>
          <a:xfrm>
            <a:off x="4338653" y="4666858"/>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E3D4BBA2-BF5B-ED1F-E1EA-E2C90EDE9D61}"/>
              </a:ext>
            </a:extLst>
          </p:cNvPr>
          <p:cNvSpPr/>
          <p:nvPr/>
        </p:nvSpPr>
        <p:spPr>
          <a:xfrm>
            <a:off x="4699438" y="4666903"/>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0A9AA32D-102E-F0B2-4CA7-6106000D70E0}"/>
              </a:ext>
            </a:extLst>
          </p:cNvPr>
          <p:cNvSpPr/>
          <p:nvPr/>
        </p:nvSpPr>
        <p:spPr>
          <a:xfrm>
            <a:off x="4338653" y="5181209"/>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3E81F233-8A3F-A375-12F8-12D881FD5044}"/>
              </a:ext>
            </a:extLst>
          </p:cNvPr>
          <p:cNvSpPr/>
          <p:nvPr/>
        </p:nvSpPr>
        <p:spPr>
          <a:xfrm>
            <a:off x="4699438" y="5181254"/>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p14="http://schemas.microsoft.com/office/powerpoint/2010/main">
        <mc:Choice Requires="p14">
          <p:contentPart p14:bwMode="auto" r:id="rId5">
            <p14:nvContentPartPr>
              <p14:cNvPr id="7" name="Freihand 6">
                <a:extLst>
                  <a:ext uri="{FF2B5EF4-FFF2-40B4-BE49-F238E27FC236}">
                    <a16:creationId xmlns:a16="http://schemas.microsoft.com/office/drawing/2014/main" id="{6058101F-3CAF-A4AE-5F63-78B1EE160D8A}"/>
                  </a:ext>
                </a:extLst>
              </p14:cNvPr>
              <p14:cNvContentPartPr/>
              <p14:nvPr/>
            </p14:nvContentPartPr>
            <p14:xfrm>
              <a:off x="225926" y="3297418"/>
              <a:ext cx="5244840" cy="104760"/>
            </p14:xfrm>
          </p:contentPart>
        </mc:Choice>
        <mc:Fallback xmlns="">
          <p:pic>
            <p:nvPicPr>
              <p:cNvPr id="7" name="Freihand 6">
                <a:extLst>
                  <a:ext uri="{FF2B5EF4-FFF2-40B4-BE49-F238E27FC236}">
                    <a16:creationId xmlns:a16="http://schemas.microsoft.com/office/drawing/2014/main" id="{6058101F-3CAF-A4AE-5F63-78B1EE160D8A}"/>
                  </a:ext>
                </a:extLst>
              </p:cNvPr>
              <p:cNvPicPr/>
              <p:nvPr/>
            </p:nvPicPr>
            <p:blipFill>
              <a:blip r:embed="rId6"/>
              <a:stretch>
                <a:fillRect/>
              </a:stretch>
            </p:blipFill>
            <p:spPr>
              <a:xfrm>
                <a:off x="219806" y="3291298"/>
                <a:ext cx="52570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0" name="Freihand 39">
                <a:extLst>
                  <a:ext uri="{FF2B5EF4-FFF2-40B4-BE49-F238E27FC236}">
                    <a16:creationId xmlns:a16="http://schemas.microsoft.com/office/drawing/2014/main" id="{1F381D86-46BD-43E3-0D7F-A3F9E25F8A66}"/>
                  </a:ext>
                </a:extLst>
              </p14:cNvPr>
              <p14:cNvContentPartPr/>
              <p14:nvPr/>
            </p14:nvContentPartPr>
            <p14:xfrm>
              <a:off x="-85474" y="4384258"/>
              <a:ext cx="5356080" cy="79200"/>
            </p14:xfrm>
          </p:contentPart>
        </mc:Choice>
        <mc:Fallback xmlns="">
          <p:pic>
            <p:nvPicPr>
              <p:cNvPr id="40" name="Freihand 39">
                <a:extLst>
                  <a:ext uri="{FF2B5EF4-FFF2-40B4-BE49-F238E27FC236}">
                    <a16:creationId xmlns:a16="http://schemas.microsoft.com/office/drawing/2014/main" id="{1F381D86-46BD-43E3-0D7F-A3F9E25F8A66}"/>
                  </a:ext>
                </a:extLst>
              </p:cNvPr>
              <p:cNvPicPr/>
              <p:nvPr/>
            </p:nvPicPr>
            <p:blipFill>
              <a:blip r:embed="rId8"/>
              <a:stretch>
                <a:fillRect/>
              </a:stretch>
            </p:blipFill>
            <p:spPr>
              <a:xfrm>
                <a:off x="-91594" y="4378138"/>
                <a:ext cx="5368320" cy="91440"/>
              </a:xfrm>
              <a:prstGeom prst="rect">
                <a:avLst/>
              </a:prstGeom>
            </p:spPr>
          </p:pic>
        </mc:Fallback>
      </mc:AlternateContent>
      <p:sp>
        <p:nvSpPr>
          <p:cNvPr id="59" name="Textfeld 58">
            <a:extLst>
              <a:ext uri="{FF2B5EF4-FFF2-40B4-BE49-F238E27FC236}">
                <a16:creationId xmlns:a16="http://schemas.microsoft.com/office/drawing/2014/main" id="{7EF5D16C-7085-0987-530D-4617733FC2E4}"/>
              </a:ext>
            </a:extLst>
          </p:cNvPr>
          <p:cNvSpPr txBox="1"/>
          <p:nvPr/>
        </p:nvSpPr>
        <p:spPr>
          <a:xfrm>
            <a:off x="130586" y="6135652"/>
            <a:ext cx="2410546" cy="369332"/>
          </a:xfrm>
          <a:prstGeom prst="rect">
            <a:avLst/>
          </a:prstGeom>
          <a:noFill/>
        </p:spPr>
        <p:txBody>
          <a:bodyPr wrap="square">
            <a:spAutoFit/>
          </a:bodyPr>
          <a:lstStyle/>
          <a:p>
            <a:r>
              <a:rPr lang="de-DE" dirty="0"/>
              <a:t>3 * 12 + 2 * 12 + 2 * 12</a:t>
            </a:r>
          </a:p>
        </p:txBody>
      </p:sp>
    </p:spTree>
    <p:extLst>
      <p:ext uri="{BB962C8B-B14F-4D97-AF65-F5344CB8AC3E}">
        <p14:creationId xmlns:p14="http://schemas.microsoft.com/office/powerpoint/2010/main" val="1018527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9355-DE53-54AF-7525-8904D299665C}"/>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42DC9D01-B790-3568-D73D-BC28AE7B5B80}"/>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Wünschenswerte Features</a:t>
            </a:r>
          </a:p>
        </p:txBody>
      </p:sp>
      <p:sp>
        <p:nvSpPr>
          <p:cNvPr id="2" name="Inhaltsplatzhalter 2">
            <a:extLst>
              <a:ext uri="{FF2B5EF4-FFF2-40B4-BE49-F238E27FC236}">
                <a16:creationId xmlns:a16="http://schemas.microsoft.com/office/drawing/2014/main" id="{47E517F6-C316-08B8-C7C3-1ADC616E22E0}"/>
              </a:ext>
            </a:extLst>
          </p:cNvPr>
          <p:cNvSpPr txBox="1">
            <a:spLocks/>
          </p:cNvSpPr>
          <p:nvPr/>
        </p:nvSpPr>
        <p:spPr>
          <a:xfrm>
            <a:off x="264041" y="1253331"/>
            <a:ext cx="11686953"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dirty="0"/>
              <a:t>Stiftfunktion, um selbst Markierungen vorzunehmen?</a:t>
            </a:r>
          </a:p>
          <a:p>
            <a:r>
              <a:rPr lang="de-DE" sz="2400" dirty="0">
                <a:solidFill>
                  <a:schemeClr val="tx1"/>
                </a:solidFill>
              </a:rPr>
              <a:t>Evtl. auch weitere Farben falls eine Zahl 3-teilig  zerlegt werden soll? Z.B. wenn ich 6*21 in 6*10+6*10+6*1 zerlege. Oder für Multiplikation von zwei zweistelligen Zahlen (23*15 zerlegt in 20 * (10 + 5) + 3 * (10 + 5) )</a:t>
            </a:r>
          </a:p>
          <a:p>
            <a:r>
              <a:rPr lang="de-DE" sz="2400" dirty="0"/>
              <a:t>Einzelne Darstellungen innerhalb einer </a:t>
            </a:r>
            <a:r>
              <a:rPr lang="de-DE" sz="2400" dirty="0" err="1"/>
              <a:t>Darstellungsebe</a:t>
            </a:r>
            <a:r>
              <a:rPr lang="de-DE" sz="2400" dirty="0"/>
              <a:t> ausblenden können? Oder Hervorhebungen? </a:t>
            </a:r>
            <a:r>
              <a:rPr lang="de-DE" sz="2400" dirty="0" err="1"/>
              <a:t>Bsp</a:t>
            </a:r>
            <a:r>
              <a:rPr lang="de-DE" sz="2400" dirty="0"/>
              <a:t>: auf symbolischer Ebene sieht man nur 7*6 fokussiert (also (5+2)*6 und 5*6+2*6 sind nicht sichtbar)</a:t>
            </a:r>
          </a:p>
          <a:p>
            <a:pPr lvl="1"/>
            <a:r>
              <a:rPr lang="de-DE" sz="2000" dirty="0"/>
              <a:t> Einerseits, damit Lernende im Klassengespräch selbst andere Terme aufstellen, nicht direkt alles vorgegeben ist</a:t>
            </a:r>
          </a:p>
          <a:p>
            <a:pPr lvl="1"/>
            <a:r>
              <a:rPr lang="de-DE" sz="2000" dirty="0"/>
              <a:t>Je nach Veränderungen würde dann nur ein Term am besten passen</a:t>
            </a:r>
          </a:p>
          <a:p>
            <a:pPr lvl="1"/>
            <a:endParaRPr lang="de-DE" sz="2000" dirty="0"/>
          </a:p>
          <a:p>
            <a:endParaRPr lang="de-DE" sz="2400" dirty="0"/>
          </a:p>
          <a:p>
            <a:endParaRPr lang="de-DE" sz="2400" dirty="0">
              <a:solidFill>
                <a:schemeClr val="tx1"/>
              </a:solidFill>
            </a:endParaRPr>
          </a:p>
          <a:p>
            <a:endParaRPr lang="de-DE" sz="2400" dirty="0"/>
          </a:p>
          <a:p>
            <a:endParaRPr lang="de-DE" sz="2400" dirty="0"/>
          </a:p>
          <a:p>
            <a:endParaRPr lang="de-DE" sz="2400" dirty="0"/>
          </a:p>
        </p:txBody>
      </p:sp>
    </p:spTree>
    <p:extLst>
      <p:ext uri="{BB962C8B-B14F-4D97-AF65-F5344CB8AC3E}">
        <p14:creationId xmlns:p14="http://schemas.microsoft.com/office/powerpoint/2010/main" val="3406794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5A56F-2360-516B-255E-1549BB0CA60A}"/>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A581BA34-714F-8B07-517F-FC8B4C7AF6AE}"/>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Technik</a:t>
            </a:r>
          </a:p>
        </p:txBody>
      </p:sp>
      <p:sp>
        <p:nvSpPr>
          <p:cNvPr id="2" name="Inhaltsplatzhalter 2">
            <a:extLst>
              <a:ext uri="{FF2B5EF4-FFF2-40B4-BE49-F238E27FC236}">
                <a16:creationId xmlns:a16="http://schemas.microsoft.com/office/drawing/2014/main" id="{906CA38C-147A-AD11-FC3F-1E62A0BA0BB5}"/>
              </a:ext>
            </a:extLst>
          </p:cNvPr>
          <p:cNvSpPr txBox="1">
            <a:spLocks/>
          </p:cNvSpPr>
          <p:nvPr/>
        </p:nvSpPr>
        <p:spPr>
          <a:xfrm>
            <a:off x="365744" y="1359656"/>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dirty="0"/>
              <a:t>Die Zerlegungsfunktion ist aktuell nicht intuitiv, lieber aktives Zerschneiden (z.B. mit dem Finger Linie ziehen) wie in </a:t>
            </a:r>
            <a:r>
              <a:rPr lang="de-DE" sz="2400" dirty="0" err="1"/>
              <a:t>divomath</a:t>
            </a:r>
            <a:r>
              <a:rPr lang="de-DE" sz="2400" dirty="0"/>
              <a:t> </a:t>
            </a:r>
          </a:p>
          <a:p>
            <a:r>
              <a:rPr lang="de-DE" sz="2400" dirty="0"/>
              <a:t>Markierung der Reihen (Quadrate formieren sich zu horizontalen Reihen) auch nicht intuitiv</a:t>
            </a:r>
          </a:p>
          <a:p>
            <a:r>
              <a:rPr lang="de-DE" sz="2400" dirty="0">
                <a:solidFill>
                  <a:schemeClr val="tx1"/>
                </a:solidFill>
              </a:rPr>
              <a:t>Funktion der Markierung der Spalten bräuchten wir nicht mehr</a:t>
            </a:r>
          </a:p>
          <a:p>
            <a:endParaRPr lang="de-DE" sz="2400" dirty="0">
              <a:solidFill>
                <a:schemeClr val="tx1"/>
              </a:solidFill>
            </a:endParaRPr>
          </a:p>
          <a:p>
            <a:endParaRPr lang="de-DE" sz="2400" dirty="0"/>
          </a:p>
        </p:txBody>
      </p:sp>
    </p:spTree>
    <p:extLst>
      <p:ext uri="{BB962C8B-B14F-4D97-AF65-F5344CB8AC3E}">
        <p14:creationId xmlns:p14="http://schemas.microsoft.com/office/powerpoint/2010/main" val="2471362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E561A-00F7-5E1C-E3E8-92A44EF6E93F}"/>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FF1D0BD1-D8D7-010B-B5DD-96CB95A3FEE3}"/>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Mögliche weitere Funktionen</a:t>
            </a:r>
          </a:p>
        </p:txBody>
      </p:sp>
      <mc:AlternateContent xmlns:mc="http://schemas.openxmlformats.org/markup-compatibility/2006" xmlns:a14="http://schemas.microsoft.com/office/drawing/2010/main">
        <mc:Choice Requires="a14">
          <p:sp>
            <p:nvSpPr>
              <p:cNvPr id="3" name="Textfeld 2">
                <a:extLst>
                  <a:ext uri="{FF2B5EF4-FFF2-40B4-BE49-F238E27FC236}">
                    <a16:creationId xmlns:a16="http://schemas.microsoft.com/office/drawing/2014/main" id="{E49342DC-2606-EC95-0DD6-FBC7EDC50186}"/>
                  </a:ext>
                </a:extLst>
              </p:cNvPr>
              <p:cNvSpPr txBox="1"/>
              <p:nvPr/>
            </p:nvSpPr>
            <p:spPr>
              <a:xfrm>
                <a:off x="362494" y="1407663"/>
                <a:ext cx="7867105" cy="369332"/>
              </a:xfrm>
              <a:prstGeom prst="rect">
                <a:avLst/>
              </a:prstGeom>
              <a:noFill/>
            </p:spPr>
            <p:txBody>
              <a:bodyPr wrap="square">
                <a:spAutoFit/>
              </a:bodyPr>
              <a:lstStyle/>
              <a:p>
                <a:pPr marL="285750" indent="-285750">
                  <a:buFont typeface="Arial" panose="020B0604020202020204" pitchFamily="34" charset="0"/>
                  <a:buChar char="•"/>
                </a:pPr>
                <a:r>
                  <a:rPr lang="de-DE" dirty="0">
                    <a:solidFill>
                      <a:srgbClr val="000000"/>
                    </a:solidFill>
                    <a:effectLst/>
                  </a:rPr>
                  <a:t>aus (3+2) </a:t>
                </a:r>
                <a14:m>
                  <m:oMath xmlns:m="http://schemas.openxmlformats.org/officeDocument/2006/math">
                    <m:r>
                      <a:rPr lang="de-DE" smtClean="0">
                        <a:solidFill>
                          <a:schemeClr val="tx1"/>
                        </a:solidFill>
                        <a:latin typeface="Cambria Math" panose="02040503050406030204" pitchFamily="18" charset="0"/>
                      </a:rPr>
                      <m:t>⋅</m:t>
                    </m:r>
                  </m:oMath>
                </a14:m>
                <a:r>
                  <a:rPr lang="de-DE" dirty="0"/>
                  <a:t> </a:t>
                </a:r>
                <a:r>
                  <a:rPr lang="de-DE" dirty="0">
                    <a:solidFill>
                      <a:srgbClr val="000000"/>
                    </a:solidFill>
                    <a:effectLst/>
                  </a:rPr>
                  <a:t>6 durch Klicken 6</a:t>
                </a:r>
                <a:r>
                  <a:rPr lang="de-DE" dirty="0"/>
                  <a:t> </a:t>
                </a:r>
                <a14:m>
                  <m:oMath xmlns:m="http://schemas.openxmlformats.org/officeDocument/2006/math">
                    <m:r>
                      <a:rPr lang="de-DE" smtClean="0">
                        <a:solidFill>
                          <a:schemeClr val="tx1"/>
                        </a:solidFill>
                        <a:latin typeface="Cambria Math" panose="02040503050406030204" pitchFamily="18" charset="0"/>
                      </a:rPr>
                      <m:t>⋅</m:t>
                    </m:r>
                  </m:oMath>
                </a14:m>
                <a:r>
                  <a:rPr lang="de-DE" dirty="0"/>
                  <a:t> </a:t>
                </a:r>
                <a:r>
                  <a:rPr lang="de-DE" dirty="0">
                    <a:solidFill>
                      <a:srgbClr val="000000"/>
                    </a:solidFill>
                    <a:effectLst/>
                  </a:rPr>
                  <a:t> (3+ 2) machen (für Kommutativität)</a:t>
                </a:r>
              </a:p>
            </p:txBody>
          </p:sp>
        </mc:Choice>
        <mc:Fallback xmlns="">
          <p:sp>
            <p:nvSpPr>
              <p:cNvPr id="3" name="Textfeld 2">
                <a:extLst>
                  <a:ext uri="{FF2B5EF4-FFF2-40B4-BE49-F238E27FC236}">
                    <a16:creationId xmlns:a16="http://schemas.microsoft.com/office/drawing/2014/main" id="{E49342DC-2606-EC95-0DD6-FBC7EDC50186}"/>
                  </a:ext>
                </a:extLst>
              </p:cNvPr>
              <p:cNvSpPr txBox="1">
                <a:spLocks noRot="1" noChangeAspect="1" noMove="1" noResize="1" noEditPoints="1" noAdjustHandles="1" noChangeArrowheads="1" noChangeShapeType="1" noTextEdit="1"/>
              </p:cNvSpPr>
              <p:nvPr/>
            </p:nvSpPr>
            <p:spPr>
              <a:xfrm>
                <a:off x="362494" y="1407663"/>
                <a:ext cx="7867105" cy="369332"/>
              </a:xfrm>
              <a:prstGeom prst="rect">
                <a:avLst/>
              </a:prstGeom>
              <a:blipFill>
                <a:blip r:embed="rId2"/>
                <a:stretch>
                  <a:fillRect l="-484" t="-6452" b="-22581"/>
                </a:stretch>
              </a:blipFill>
            </p:spPr>
            <p:txBody>
              <a:bodyPr/>
              <a:lstStyle/>
              <a:p>
                <a:r>
                  <a:rPr lang="de-DE">
                    <a:noFill/>
                  </a:rPr>
                  <a:t> </a:t>
                </a:r>
              </a:p>
            </p:txBody>
          </p:sp>
        </mc:Fallback>
      </mc:AlternateContent>
      <p:pic>
        <p:nvPicPr>
          <p:cNvPr id="6" name="Grafik 5">
            <a:extLst>
              <a:ext uri="{FF2B5EF4-FFF2-40B4-BE49-F238E27FC236}">
                <a16:creationId xmlns:a16="http://schemas.microsoft.com/office/drawing/2014/main" id="{F1A2A783-1D8C-3EB6-D3B7-57FC379A128B}"/>
              </a:ext>
            </a:extLst>
          </p:cNvPr>
          <p:cNvPicPr>
            <a:picLocks noChangeAspect="1"/>
          </p:cNvPicPr>
          <p:nvPr/>
        </p:nvPicPr>
        <p:blipFill>
          <a:blip r:embed="rId3"/>
          <a:stretch>
            <a:fillRect/>
          </a:stretch>
        </p:blipFill>
        <p:spPr>
          <a:xfrm>
            <a:off x="458362" y="2376584"/>
            <a:ext cx="3437574" cy="2845944"/>
          </a:xfrm>
          <a:prstGeom prst="rect">
            <a:avLst/>
          </a:prstGeom>
        </p:spPr>
      </p:pic>
      <p:pic>
        <p:nvPicPr>
          <p:cNvPr id="8" name="Grafik 7">
            <a:extLst>
              <a:ext uri="{FF2B5EF4-FFF2-40B4-BE49-F238E27FC236}">
                <a16:creationId xmlns:a16="http://schemas.microsoft.com/office/drawing/2014/main" id="{C88E8D45-FD85-05F4-20A4-1B637DCEACFC}"/>
              </a:ext>
            </a:extLst>
          </p:cNvPr>
          <p:cNvPicPr>
            <a:picLocks noChangeAspect="1"/>
          </p:cNvPicPr>
          <p:nvPr/>
        </p:nvPicPr>
        <p:blipFill>
          <a:blip r:embed="rId4"/>
          <a:stretch>
            <a:fillRect/>
          </a:stretch>
        </p:blipFill>
        <p:spPr>
          <a:xfrm>
            <a:off x="6635238" y="2232332"/>
            <a:ext cx="2567127" cy="3134448"/>
          </a:xfrm>
          <a:prstGeom prst="rect">
            <a:avLst/>
          </a:prstGeom>
        </p:spPr>
      </p:pic>
      <p:sp>
        <p:nvSpPr>
          <p:cNvPr id="9" name="Pfeil nach unten 8">
            <a:extLst>
              <a:ext uri="{FF2B5EF4-FFF2-40B4-BE49-F238E27FC236}">
                <a16:creationId xmlns:a16="http://schemas.microsoft.com/office/drawing/2014/main" id="{23F59B3E-EB51-5667-E8BC-22ECC6116CDA}"/>
              </a:ext>
            </a:extLst>
          </p:cNvPr>
          <p:cNvSpPr/>
          <p:nvPr/>
        </p:nvSpPr>
        <p:spPr>
          <a:xfrm rot="16200000">
            <a:off x="4872597" y="3488971"/>
            <a:ext cx="538159" cy="830173"/>
          </a:xfrm>
          <a:prstGeom prst="downArrow">
            <a:avLst>
              <a:gd name="adj1" fmla="val 50000"/>
              <a:gd name="adj2" fmla="val 51781"/>
            </a:avLst>
          </a:prstGeom>
          <a:solidFill>
            <a:srgbClr val="CFDD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15473022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1102</Words>
  <Application>Microsoft Office PowerPoint</Application>
  <PresentationFormat>Breitbild</PresentationFormat>
  <Paragraphs>139</Paragraphs>
  <Slides>24</Slides>
  <Notes>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24</vt:i4>
      </vt:variant>
    </vt:vector>
  </HeadingPairs>
  <TitlesOfParts>
    <vt:vector size="30" baseType="lpstr">
      <vt:lpstr>Aptos</vt:lpstr>
      <vt:lpstr>Aptos Display</vt:lpstr>
      <vt:lpstr>Arial</vt:lpstr>
      <vt:lpstr>Be Vietnam</vt:lpstr>
      <vt:lpstr>Cambria Math</vt:lpstr>
      <vt:lpstr>Office</vt:lpstr>
      <vt:lpstr>Anmerkungen zum Distributivfeld</vt:lpstr>
      <vt:lpstr>Featurelist</vt:lpstr>
      <vt:lpstr>Featurelist</vt:lpstr>
      <vt:lpstr>PowerPoint-Präsentation</vt:lpstr>
      <vt:lpstr>PowerPoint-Präsentation</vt:lpstr>
      <vt:lpstr>Zeitplan</vt:lpstr>
      <vt:lpstr>PowerPoint-Präsentation</vt:lpstr>
      <vt:lpstr>PowerPoint-Präsentation</vt:lpstr>
      <vt:lpstr>PowerPoint-Präsentation</vt:lpstr>
      <vt:lpstr>PowerPoint-Präsentation</vt:lpstr>
      <vt:lpstr>Allgemeines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Lena 2727</dc:creator>
  <cp:lastModifiedBy>Marcus Roehming</cp:lastModifiedBy>
  <cp:revision>24</cp:revision>
  <dcterms:created xsi:type="dcterms:W3CDTF">2025-04-29T05:48:40Z</dcterms:created>
  <dcterms:modified xsi:type="dcterms:W3CDTF">2025-08-18T00:36:25Z</dcterms:modified>
</cp:coreProperties>
</file>