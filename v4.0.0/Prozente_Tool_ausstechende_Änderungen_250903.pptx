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s/slide2.xml" ContentType="application/vnd.openxmlformats-officedocument.presentationml.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slideLayouts/slideLayout12.xml" ContentType="application/vnd.openxmlformats-officedocument.presentationml.slideLayout+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0"/>
  </p:notesMasterIdLst>
  <p:sldIdLst>
    <p:sldId id="256" r:id="rId4"/>
    <p:sldId id="257" r:id="rId5"/>
    <p:sldId id="258" r:id="rId6"/>
    <p:sldId id="259" r:id="rId7"/>
    <p:sldId id="260" r:id="rId8"/>
    <p:sldId id="261" r:id="rId9"/>
  </p:sldIdLst>
  <p:sldSz cx="9144000" cy="6858000" type="screen4x3"/>
  <p:notesSz cx="6858000" cy="9144000"/>
  <p:defaultText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22" d="100"/>
          <a:sy n="122" d="100"/>
        </p:scale>
        <p:origin x="1284" y="114"/>
      </p:cViewPr>
      <p:guideLst>
        <p:guide pos="288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4689727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71344160"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835007566"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853356141"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1828374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04933505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089776" name="Slide Image Placeholder 1"/>
          <p:cNvSpPr>
            <a:spLocks noChangeAspect="1" noGrp="1" noRot="1"/>
          </p:cNvSpPr>
          <p:nvPr>
            <p:ph type="sldImg"/>
          </p:nvPr>
        </p:nvSpPr>
        <p:spPr bwMode="auto"/>
      </p:sp>
      <p:sp>
        <p:nvSpPr>
          <p:cNvPr id="1596391143" name="Notes Placeholder 2"/>
          <p:cNvSpPr>
            <a:spLocks noGrp="1"/>
          </p:cNvSpPr>
          <p:nvPr>
            <p:ph type="body" idx="1"/>
          </p:nvPr>
        </p:nvSpPr>
        <p:spPr bwMode="auto"/>
        <p:txBody>
          <a:bodyPr/>
          <a:lstStyle/>
          <a:p>
            <a:pPr>
              <a:defRPr/>
            </a:pPr>
            <a:endParaRPr/>
          </a:p>
        </p:txBody>
      </p:sp>
      <p:sp>
        <p:nvSpPr>
          <p:cNvPr id="906450263" name="Slide Number Placeholder 3"/>
          <p:cNvSpPr>
            <a:spLocks noGrp="1"/>
          </p:cNvSpPr>
          <p:nvPr>
            <p:ph type="sldNum" sz="quarter" idx="10"/>
          </p:nvPr>
        </p:nvSpPr>
        <p:spPr bwMode="auto"/>
        <p:txBody>
          <a:bodyPr/>
          <a:lstStyle/>
          <a:p>
            <a:pPr>
              <a:defRPr/>
            </a:pPr>
            <a:fld id="{5A9096BC-B6A5-B821-3953-7AD42676A175}"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0910524" name="Slide Image Placeholder 1"/>
          <p:cNvSpPr>
            <a:spLocks noChangeAspect="1" noGrp="1" noRot="1"/>
          </p:cNvSpPr>
          <p:nvPr>
            <p:ph type="sldImg"/>
          </p:nvPr>
        </p:nvSpPr>
        <p:spPr bwMode="auto"/>
      </p:sp>
      <p:sp>
        <p:nvSpPr>
          <p:cNvPr id="1841735774" name="Notes Placeholder 2"/>
          <p:cNvSpPr>
            <a:spLocks noGrp="1"/>
          </p:cNvSpPr>
          <p:nvPr>
            <p:ph type="body" idx="1"/>
          </p:nvPr>
        </p:nvSpPr>
        <p:spPr bwMode="auto"/>
        <p:txBody>
          <a:bodyPr/>
          <a:lstStyle/>
          <a:p>
            <a:pPr>
              <a:defRPr/>
            </a:pPr>
            <a:endParaRPr/>
          </a:p>
        </p:txBody>
      </p:sp>
      <p:sp>
        <p:nvSpPr>
          <p:cNvPr id="815466327" name="Slide Number Placeholder 3"/>
          <p:cNvSpPr>
            <a:spLocks noGrp="1"/>
          </p:cNvSpPr>
          <p:nvPr>
            <p:ph type="sldNum" sz="quarter" idx="10"/>
          </p:nvPr>
        </p:nvSpPr>
        <p:spPr bwMode="auto"/>
        <p:txBody>
          <a:bodyPr/>
          <a:lstStyle/>
          <a:p>
            <a:pPr>
              <a:defRPr/>
            </a:pPr>
            <a:fld id="{9AF0F683-58B6-1A71-DD49-3708A3CEEB65}"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9873701" name="Slide Image Placeholder 1"/>
          <p:cNvSpPr>
            <a:spLocks noChangeAspect="1" noGrp="1" noRot="1"/>
          </p:cNvSpPr>
          <p:nvPr>
            <p:ph type="sldImg"/>
          </p:nvPr>
        </p:nvSpPr>
        <p:spPr bwMode="auto"/>
      </p:sp>
      <p:sp>
        <p:nvSpPr>
          <p:cNvPr id="1697230417" name="Notes Placeholder 2"/>
          <p:cNvSpPr>
            <a:spLocks noGrp="1"/>
          </p:cNvSpPr>
          <p:nvPr>
            <p:ph type="body" idx="1"/>
          </p:nvPr>
        </p:nvSpPr>
        <p:spPr bwMode="auto"/>
        <p:txBody>
          <a:bodyPr/>
          <a:lstStyle/>
          <a:p>
            <a:pPr>
              <a:defRPr/>
            </a:pPr>
            <a:endParaRPr/>
          </a:p>
        </p:txBody>
      </p:sp>
      <p:sp>
        <p:nvSpPr>
          <p:cNvPr id="177370361" name="Slide Number Placeholder 3"/>
          <p:cNvSpPr>
            <a:spLocks noGrp="1"/>
          </p:cNvSpPr>
          <p:nvPr>
            <p:ph type="sldNum" sz="quarter" idx="10"/>
          </p:nvPr>
        </p:nvSpPr>
        <p:spPr bwMode="auto"/>
        <p:txBody>
          <a:bodyPr/>
          <a:lstStyle/>
          <a:p>
            <a:pPr>
              <a:defRPr/>
            </a:pPr>
            <a:fld id="{982EF3E6-271E-67F7-08BB-4537051A4D49}" type="slidenum">
              <a:rPr/>
              <a:t>9</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8243396" name="Slide Image Placeholder 1"/>
          <p:cNvSpPr>
            <a:spLocks noChangeAspect="1" noGrp="1" noRot="1"/>
          </p:cNvSpPr>
          <p:nvPr>
            <p:ph type="sldImg"/>
          </p:nvPr>
        </p:nvSpPr>
        <p:spPr bwMode="auto"/>
      </p:sp>
      <p:sp>
        <p:nvSpPr>
          <p:cNvPr id="402160248" name="Notes Placeholder 2"/>
          <p:cNvSpPr>
            <a:spLocks noGrp="1"/>
          </p:cNvSpPr>
          <p:nvPr>
            <p:ph type="body" idx="1"/>
          </p:nvPr>
        </p:nvSpPr>
        <p:spPr bwMode="auto"/>
        <p:txBody>
          <a:bodyPr/>
          <a:lstStyle/>
          <a:p>
            <a:pPr>
              <a:defRPr/>
            </a:pPr>
            <a:endParaRPr/>
          </a:p>
        </p:txBody>
      </p:sp>
      <p:sp>
        <p:nvSpPr>
          <p:cNvPr id="1536753928" name="Slide Number Placeholder 3"/>
          <p:cNvSpPr>
            <a:spLocks noGrp="1"/>
          </p:cNvSpPr>
          <p:nvPr>
            <p:ph type="sldNum" sz="quarter" idx="10"/>
          </p:nvPr>
        </p:nvSpPr>
        <p:spPr bwMode="auto"/>
        <p:txBody>
          <a:bodyPr/>
          <a:lstStyle/>
          <a:p>
            <a:pPr>
              <a:defRPr/>
            </a:pPr>
            <a:fld id="{982EF3E6-271E-67F7-08BB-4537051A4D49}" type="slidenum">
              <a:rPr/>
              <a:t>10</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6996738" name="Slide Image Placeholder 1"/>
          <p:cNvSpPr>
            <a:spLocks noChangeAspect="1" noGrp="1" noRot="1"/>
          </p:cNvSpPr>
          <p:nvPr>
            <p:ph type="sldImg"/>
          </p:nvPr>
        </p:nvSpPr>
        <p:spPr bwMode="auto"/>
      </p:sp>
      <p:sp>
        <p:nvSpPr>
          <p:cNvPr id="482101629" name="Notes Placeholder 2"/>
          <p:cNvSpPr>
            <a:spLocks noGrp="1"/>
          </p:cNvSpPr>
          <p:nvPr>
            <p:ph type="body" idx="1"/>
          </p:nvPr>
        </p:nvSpPr>
        <p:spPr bwMode="auto"/>
        <p:txBody>
          <a:bodyPr/>
          <a:lstStyle/>
          <a:p>
            <a:pPr>
              <a:defRPr/>
            </a:pPr>
            <a:endParaRPr/>
          </a:p>
        </p:txBody>
      </p:sp>
      <p:sp>
        <p:nvSpPr>
          <p:cNvPr id="2089190483" name="Slide Number Placeholder 3"/>
          <p:cNvSpPr>
            <a:spLocks noGrp="1"/>
          </p:cNvSpPr>
          <p:nvPr>
            <p:ph type="sldNum" sz="quarter" idx="10"/>
          </p:nvPr>
        </p:nvSpPr>
        <p:spPr bwMode="auto"/>
        <p:txBody>
          <a:bodyPr/>
          <a:lstStyle/>
          <a:p>
            <a:pPr>
              <a:defRPr/>
            </a:pPr>
            <a:fld id="{60F30217-8105-12F7-9616-AD914575172E}" type="slidenum">
              <a:rPr/>
              <a:t>11</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7717284" name="Slide Image Placeholder 1"/>
          <p:cNvSpPr>
            <a:spLocks noChangeAspect="1" noGrp="1" noRot="1"/>
          </p:cNvSpPr>
          <p:nvPr>
            <p:ph type="sldImg"/>
          </p:nvPr>
        </p:nvSpPr>
        <p:spPr bwMode="auto"/>
      </p:sp>
      <p:sp>
        <p:nvSpPr>
          <p:cNvPr id="1001072247" name="Notes Placeholder 2"/>
          <p:cNvSpPr>
            <a:spLocks noGrp="1"/>
          </p:cNvSpPr>
          <p:nvPr>
            <p:ph type="body" idx="1"/>
          </p:nvPr>
        </p:nvSpPr>
        <p:spPr bwMode="auto"/>
        <p:txBody>
          <a:bodyPr/>
          <a:lstStyle/>
          <a:p>
            <a:pPr>
              <a:defRPr/>
            </a:pPr>
            <a:endParaRPr/>
          </a:p>
        </p:txBody>
      </p:sp>
      <p:sp>
        <p:nvSpPr>
          <p:cNvPr id="1860525879" name="Slide Number Placeholder 3"/>
          <p:cNvSpPr>
            <a:spLocks noGrp="1"/>
          </p:cNvSpPr>
          <p:nvPr>
            <p:ph type="sldNum" sz="quarter" idx="10"/>
          </p:nvPr>
        </p:nvSpPr>
        <p:spPr bwMode="auto"/>
        <p:txBody>
          <a:bodyPr/>
          <a:lstStyle/>
          <a:p>
            <a:pPr>
              <a:defRPr/>
            </a:pPr>
            <a:fld id="{0E43D096-7BBF-7045-BDED-5B32DBBB8EA6}" type="slidenum">
              <a:rPr/>
              <a:t>7</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Einheitstitel">
    <p:spTree>
      <p:nvGrpSpPr>
        <p:cNvPr id="1" name=""/>
        <p:cNvGrpSpPr/>
        <p:nvPr/>
      </p:nvGrpSpPr>
      <p:grpSpPr bwMode="auto">
        <a:xfrm>
          <a:off x="0" y="0"/>
          <a:ext cx="0" cy="0"/>
          <a:chOff x="0" y="0"/>
          <a:chExt cx="0" cy="0"/>
        </a:xfrm>
      </p:grpSpPr>
      <p:sp>
        <p:nvSpPr>
          <p:cNvPr id="103201613" name="Inhaltsplatzhalter 6"/>
          <p:cNvSpPr>
            <a:spLocks noGrp="1"/>
          </p:cNvSpPr>
          <p:nvPr>
            <p:ph sz="quarter" idx="12" hasCustomPrompt="1"/>
          </p:nvPr>
        </p:nvSpPr>
        <p:spPr bwMode="auto">
          <a:xfrm>
            <a:off x="1152939" y="2833687"/>
            <a:ext cx="6838122" cy="384175"/>
          </a:xfrm>
          <a:prstGeom prst="rect">
            <a:avLst/>
          </a:prstGeom>
        </p:spPr>
        <p:txBody>
          <a:bodyPr/>
          <a:lstStyle>
            <a:lvl1pPr marL="0" indent="0" algn="ctr">
              <a:buNone/>
              <a:defRPr>
                <a:latin typeface="Be Vietnam"/>
              </a:defRPr>
            </a:lvl1pPr>
          </a:lstStyle>
          <a:p>
            <a:pPr lvl="0">
              <a:defRPr/>
            </a:pPr>
            <a:r>
              <a:rPr lang="de-DE"/>
              <a:t>Einheitstitel</a:t>
            </a:r>
            <a:endParaRPr/>
          </a:p>
        </p:txBody>
      </p:sp>
      <p:sp>
        <p:nvSpPr>
          <p:cNvPr id="91311467" name="Rechteck 7"/>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equenztitel">
    <p:spTree>
      <p:nvGrpSpPr>
        <p:cNvPr id="1" name=""/>
        <p:cNvGrpSpPr/>
        <p:nvPr/>
      </p:nvGrpSpPr>
      <p:grpSpPr bwMode="auto">
        <a:xfrm>
          <a:off x="0" y="0"/>
          <a:ext cx="0" cy="0"/>
          <a:chOff x="0" y="0"/>
          <a:chExt cx="0" cy="0"/>
        </a:xfrm>
      </p:grpSpPr>
      <p:sp>
        <p:nvSpPr>
          <p:cNvPr id="1390374938" name="Oval 1"/>
          <p:cNvSpPr/>
          <p:nvPr userDrawn="1"/>
        </p:nvSpPr>
        <p:spPr bwMode="auto">
          <a:xfrm>
            <a:off x="4664765" y="2878211"/>
            <a:ext cx="1080000" cy="1080000"/>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670854383" name="Inhaltsplatzhalter 6"/>
          <p:cNvSpPr>
            <a:spLocks noGrp="1"/>
          </p:cNvSpPr>
          <p:nvPr>
            <p:ph sz="quarter" idx="12" hasCustomPrompt="1"/>
          </p:nvPr>
        </p:nvSpPr>
        <p:spPr bwMode="auto">
          <a:xfrm>
            <a:off x="3397516" y="3248742"/>
            <a:ext cx="1080000" cy="706166"/>
          </a:xfrm>
          <a:prstGeom prst="rect">
            <a:avLst/>
          </a:prstGeom>
        </p:spPr>
        <p:txBody>
          <a:bodyPr anchor="ctr"/>
          <a:lstStyle>
            <a:lvl1pPr marL="0" indent="0" algn="ctr">
              <a:buNone/>
              <a:defRPr sz="3200">
                <a:latin typeface="Be Vietnam"/>
              </a:defRPr>
            </a:lvl1pPr>
          </a:lstStyle>
          <a:p>
            <a:pPr lvl="0">
              <a:defRPr/>
            </a:pPr>
            <a:r>
              <a:rPr lang="de-DE"/>
              <a:t>Nr.</a:t>
            </a:r>
            <a:endParaRPr/>
          </a:p>
        </p:txBody>
      </p:sp>
      <p:sp>
        <p:nvSpPr>
          <p:cNvPr id="1882565765" name="Inhaltsplatzhalter 6"/>
          <p:cNvSpPr>
            <a:spLocks noGrp="1"/>
          </p:cNvSpPr>
          <p:nvPr>
            <p:ph sz="quarter" idx="13" hasCustomPrompt="1"/>
          </p:nvPr>
        </p:nvSpPr>
        <p:spPr bwMode="auto">
          <a:xfrm>
            <a:off x="1152939" y="2003920"/>
            <a:ext cx="6838122" cy="661231"/>
          </a:xfrm>
          <a:prstGeom prst="rect">
            <a:avLst/>
          </a:prstGeom>
        </p:spPr>
        <p:txBody>
          <a:bodyPr anchor="ctr"/>
          <a:lstStyle>
            <a:lvl1pPr marL="0" indent="0" algn="ctr">
              <a:buNone/>
              <a:defRPr sz="2000">
                <a:latin typeface="Be Vietnam"/>
              </a:defRPr>
            </a:lvl1pPr>
          </a:lstStyle>
          <a:p>
            <a:pPr lvl="0">
              <a:defRPr/>
            </a:pPr>
            <a:r>
              <a:rPr lang="de-DE"/>
              <a:t>Sequenztitel</a:t>
            </a:r>
            <a:endParaRPr/>
          </a:p>
        </p:txBody>
      </p:sp>
      <p:sp>
        <p:nvSpPr>
          <p:cNvPr id="575835786" name="Bildplatzhalter 8"/>
          <p:cNvSpPr>
            <a:spLocks noGrp="1"/>
          </p:cNvSpPr>
          <p:nvPr>
            <p:ph type="pic" sz="quarter" idx="14" hasCustomPrompt="1"/>
          </p:nvPr>
        </p:nvSpPr>
        <p:spPr bwMode="auto">
          <a:xfrm>
            <a:off x="4664765" y="2878211"/>
            <a:ext cx="1080000" cy="1080000"/>
          </a:xfrm>
          <a:prstGeom prst="rect">
            <a:avLst/>
          </a:prstGeom>
        </p:spPr>
        <p:txBody>
          <a:bodyPr anchor="ctr"/>
          <a:lstStyle>
            <a:lvl1pPr marL="0" indent="0" algn="ctr">
              <a:buNone/>
              <a:defRPr>
                <a:latin typeface="Be Vietnam"/>
              </a:defRPr>
            </a:lvl1pPr>
          </a:lstStyle>
          <a:p>
            <a:pPr>
              <a:defRPr/>
            </a:pPr>
            <a:r>
              <a:rPr lang="de-DE"/>
              <a:t>Icon</a:t>
            </a:r>
            <a:endParaRPr/>
          </a:p>
        </p:txBody>
      </p:sp>
      <p:sp>
        <p:nvSpPr>
          <p:cNvPr id="219231458" name="Textfeld 10"/>
          <p:cNvSpPr txBox="1"/>
          <p:nvPr userDrawn="1"/>
        </p:nvSpPr>
        <p:spPr bwMode="auto">
          <a:xfrm>
            <a:off x="3397516" y="2739711"/>
            <a:ext cx="1080000" cy="646331"/>
          </a:xfrm>
          <a:prstGeom prst="rect">
            <a:avLst/>
          </a:prstGeom>
          <a:noFill/>
        </p:spPr>
        <p:txBody>
          <a:bodyPr wrap="square" rtlCol="0" anchor="ctr">
            <a:spAutoFit/>
          </a:bodyPr>
          <a:lstStyle/>
          <a:p>
            <a:pPr algn="ctr">
              <a:defRPr/>
            </a:pPr>
            <a:r>
              <a:rPr lang="de-DE">
                <a:latin typeface="Be Vietnam"/>
              </a:rPr>
              <a:t>Aufgabe</a:t>
            </a:r>
            <a:endParaRPr/>
          </a:p>
        </p:txBody>
      </p:sp>
      <p:sp>
        <p:nvSpPr>
          <p:cNvPr id="1072276881" name="Inhaltsplatzhalter 6"/>
          <p:cNvSpPr>
            <a:spLocks noGrp="1"/>
          </p:cNvSpPr>
          <p:nvPr>
            <p:ph sz="quarter" idx="15" hasCustomPrompt="1"/>
          </p:nvPr>
        </p:nvSpPr>
        <p:spPr bwMode="auto">
          <a:xfrm>
            <a:off x="1152939" y="1501660"/>
            <a:ext cx="6838122" cy="340559"/>
          </a:xfrm>
          <a:prstGeom prst="rect">
            <a:avLst/>
          </a:prstGeom>
        </p:spPr>
        <p:txBody>
          <a:bodyPr anchor="ctr"/>
          <a:lstStyle>
            <a:lvl1pPr marL="0" indent="0" algn="ctr">
              <a:buNone/>
              <a:defRPr sz="1600">
                <a:latin typeface="Be Vietnam"/>
              </a:defRPr>
            </a:lvl1pPr>
          </a:lstStyle>
          <a:p>
            <a:pPr lvl="0">
              <a:defRPr/>
            </a:pPr>
            <a:r>
              <a:rPr lang="de-DE"/>
              <a:t>Einheitstitel</a:t>
            </a:r>
            <a:endParaRPr/>
          </a:p>
        </p:txBody>
      </p:sp>
      <p:sp>
        <p:nvSpPr>
          <p:cNvPr id="454497078" name="Rechteck 12"/>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equenzübersicht">
    <p:spTree>
      <p:nvGrpSpPr>
        <p:cNvPr id="1" name=""/>
        <p:cNvGrpSpPr/>
        <p:nvPr/>
      </p:nvGrpSpPr>
      <p:grpSpPr bwMode="auto">
        <a:xfrm>
          <a:off x="0" y="0"/>
          <a:ext cx="0" cy="0"/>
          <a:chOff x="0" y="0"/>
          <a:chExt cx="0" cy="0"/>
        </a:xfrm>
      </p:grpSpPr>
      <p:sp>
        <p:nvSpPr>
          <p:cNvPr id="1438948134" name="Oval 3"/>
          <p:cNvSpPr/>
          <p:nvPr userDrawn="1"/>
        </p:nvSpPr>
        <p:spPr bwMode="auto">
          <a:xfrm>
            <a:off x="552309" y="810568"/>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1844303829" name="Inhaltsplatzhalter 6"/>
          <p:cNvSpPr>
            <a:spLocks noGrp="1"/>
          </p:cNvSpPr>
          <p:nvPr>
            <p:ph sz="quarter" idx="12" hasCustomPrompt="1"/>
          </p:nvPr>
        </p:nvSpPr>
        <p:spPr bwMode="auto">
          <a:xfrm>
            <a:off x="544914" y="234000"/>
            <a:ext cx="8052166" cy="384175"/>
          </a:xfrm>
          <a:prstGeom prst="rect">
            <a:avLst/>
          </a:prstGeom>
        </p:spPr>
        <p:txBody>
          <a:bodyPr/>
          <a:lstStyle>
            <a:lvl1pPr marL="0" indent="0" algn="l">
              <a:buNone/>
              <a:defRPr>
                <a:latin typeface="Be Vietnam"/>
              </a:defRPr>
            </a:lvl1pPr>
          </a:lstStyle>
          <a:p>
            <a:pPr lvl="0">
              <a:defRPr/>
            </a:pPr>
            <a:r>
              <a:rPr lang="de-DE"/>
              <a:t>Titel der Unterrichtseinheit</a:t>
            </a:r>
            <a:endParaRPr/>
          </a:p>
        </p:txBody>
      </p:sp>
      <p:sp>
        <p:nvSpPr>
          <p:cNvPr id="1427181277" name="Rechteck 8"/>
          <p:cNvSpPr/>
          <p:nvPr userDrawn="1"/>
        </p:nvSpPr>
        <p:spPr bwMode="auto">
          <a:xfrm>
            <a:off x="767557" y="810568"/>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1433305317" name="Bildplatzhalter 5"/>
          <p:cNvSpPr>
            <a:spLocks noGrp="1"/>
          </p:cNvSpPr>
          <p:nvPr>
            <p:ph type="pic" sz="quarter" idx="10" hasCustomPrompt="1"/>
          </p:nvPr>
        </p:nvSpPr>
        <p:spPr bwMode="auto">
          <a:xfrm>
            <a:off x="552310" y="810568"/>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1644757243" name="Textplatzhalter 23"/>
          <p:cNvSpPr>
            <a:spLocks noGrp="1"/>
          </p:cNvSpPr>
          <p:nvPr>
            <p:ph type="body" sz="quarter" idx="15" hasCustomPrompt="1"/>
          </p:nvPr>
        </p:nvSpPr>
        <p:spPr bwMode="auto">
          <a:xfrm>
            <a:off x="1697342" y="810568"/>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447803693" name="Textplatzhalter 30"/>
          <p:cNvSpPr>
            <a:spLocks noGrp="1"/>
          </p:cNvSpPr>
          <p:nvPr>
            <p:ph type="body" sz="quarter" idx="20" hasCustomPrompt="1"/>
          </p:nvPr>
        </p:nvSpPr>
        <p:spPr bwMode="auto">
          <a:xfrm>
            <a:off x="1234404" y="810568"/>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
        <p:nvSpPr>
          <p:cNvPr id="1129777152" name="Rechteck 15"/>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1744449391" name="Oval 3"/>
          <p:cNvSpPr/>
          <p:nvPr userDrawn="1"/>
        </p:nvSpPr>
        <p:spPr bwMode="auto">
          <a:xfrm>
            <a:off x="552309" y="1448636"/>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1464525092" name="Rechteck 17"/>
          <p:cNvSpPr/>
          <p:nvPr userDrawn="1"/>
        </p:nvSpPr>
        <p:spPr bwMode="auto">
          <a:xfrm>
            <a:off x="767557" y="1448636"/>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1725045234" name="Bildplatzhalter 5"/>
          <p:cNvSpPr>
            <a:spLocks noGrp="1"/>
          </p:cNvSpPr>
          <p:nvPr>
            <p:ph type="pic" sz="quarter" idx="21" hasCustomPrompt="1"/>
          </p:nvPr>
        </p:nvSpPr>
        <p:spPr bwMode="auto">
          <a:xfrm>
            <a:off x="552310" y="1448636"/>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1902975663" name="Textplatzhalter 23"/>
          <p:cNvSpPr>
            <a:spLocks noGrp="1"/>
          </p:cNvSpPr>
          <p:nvPr>
            <p:ph type="body" sz="quarter" idx="22" hasCustomPrompt="1"/>
          </p:nvPr>
        </p:nvSpPr>
        <p:spPr bwMode="auto">
          <a:xfrm>
            <a:off x="1697342" y="1448636"/>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182156081" name="Textplatzhalter 30"/>
          <p:cNvSpPr>
            <a:spLocks noGrp="1"/>
          </p:cNvSpPr>
          <p:nvPr>
            <p:ph type="body" sz="quarter" idx="23" hasCustomPrompt="1"/>
          </p:nvPr>
        </p:nvSpPr>
        <p:spPr bwMode="auto">
          <a:xfrm>
            <a:off x="1234404" y="1448636"/>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
        <p:nvSpPr>
          <p:cNvPr id="245852245" name="Oval 3"/>
          <p:cNvSpPr/>
          <p:nvPr userDrawn="1"/>
        </p:nvSpPr>
        <p:spPr bwMode="auto">
          <a:xfrm>
            <a:off x="552309" y="2086704"/>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824095124" name="Rechteck 22"/>
          <p:cNvSpPr/>
          <p:nvPr userDrawn="1"/>
        </p:nvSpPr>
        <p:spPr bwMode="auto">
          <a:xfrm>
            <a:off x="767557" y="2086704"/>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228563093" name="Bildplatzhalter 5"/>
          <p:cNvSpPr>
            <a:spLocks noGrp="1"/>
          </p:cNvSpPr>
          <p:nvPr>
            <p:ph type="pic" sz="quarter" idx="24" hasCustomPrompt="1"/>
          </p:nvPr>
        </p:nvSpPr>
        <p:spPr bwMode="auto">
          <a:xfrm>
            <a:off x="552310" y="2086704"/>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760428602" name="Textplatzhalter 23"/>
          <p:cNvSpPr>
            <a:spLocks noGrp="1"/>
          </p:cNvSpPr>
          <p:nvPr>
            <p:ph type="body" sz="quarter" idx="25" hasCustomPrompt="1"/>
          </p:nvPr>
        </p:nvSpPr>
        <p:spPr bwMode="auto">
          <a:xfrm>
            <a:off x="1697342" y="2086704"/>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1041734728" name="Textplatzhalter 30"/>
          <p:cNvSpPr>
            <a:spLocks noGrp="1"/>
          </p:cNvSpPr>
          <p:nvPr>
            <p:ph type="body" sz="quarter" idx="26" hasCustomPrompt="1"/>
          </p:nvPr>
        </p:nvSpPr>
        <p:spPr bwMode="auto">
          <a:xfrm>
            <a:off x="1234404" y="2086704"/>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
        <p:nvSpPr>
          <p:cNvPr id="6632458" name="Oval 3"/>
          <p:cNvSpPr/>
          <p:nvPr userDrawn="1"/>
        </p:nvSpPr>
        <p:spPr bwMode="auto">
          <a:xfrm>
            <a:off x="552309" y="2724772"/>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692910998" name="Rechteck 27"/>
          <p:cNvSpPr/>
          <p:nvPr userDrawn="1"/>
        </p:nvSpPr>
        <p:spPr bwMode="auto">
          <a:xfrm>
            <a:off x="767557" y="2724772"/>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575613958" name="Bildplatzhalter 5"/>
          <p:cNvSpPr>
            <a:spLocks noGrp="1"/>
          </p:cNvSpPr>
          <p:nvPr>
            <p:ph type="pic" sz="quarter" idx="27" hasCustomPrompt="1"/>
          </p:nvPr>
        </p:nvSpPr>
        <p:spPr bwMode="auto">
          <a:xfrm>
            <a:off x="552310" y="2724772"/>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1945085059" name="Textplatzhalter 23"/>
          <p:cNvSpPr>
            <a:spLocks noGrp="1"/>
          </p:cNvSpPr>
          <p:nvPr>
            <p:ph type="body" sz="quarter" idx="28" hasCustomPrompt="1"/>
          </p:nvPr>
        </p:nvSpPr>
        <p:spPr bwMode="auto">
          <a:xfrm>
            <a:off x="1697342" y="2724772"/>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1076018670" name="Textplatzhalter 30"/>
          <p:cNvSpPr>
            <a:spLocks noGrp="1"/>
          </p:cNvSpPr>
          <p:nvPr>
            <p:ph type="body" sz="quarter" idx="29" hasCustomPrompt="1"/>
          </p:nvPr>
        </p:nvSpPr>
        <p:spPr bwMode="auto">
          <a:xfrm>
            <a:off x="1234404" y="2724772"/>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
        <p:nvSpPr>
          <p:cNvPr id="1028149967" name="Oval 3"/>
          <p:cNvSpPr/>
          <p:nvPr userDrawn="1"/>
        </p:nvSpPr>
        <p:spPr bwMode="auto">
          <a:xfrm>
            <a:off x="552309" y="3362840"/>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346430780" name="Rechteck 32"/>
          <p:cNvSpPr/>
          <p:nvPr userDrawn="1"/>
        </p:nvSpPr>
        <p:spPr bwMode="auto">
          <a:xfrm>
            <a:off x="767557" y="3362840"/>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580546007" name="Bildplatzhalter 5"/>
          <p:cNvSpPr>
            <a:spLocks noGrp="1"/>
          </p:cNvSpPr>
          <p:nvPr>
            <p:ph type="pic" sz="quarter" idx="30" hasCustomPrompt="1"/>
          </p:nvPr>
        </p:nvSpPr>
        <p:spPr bwMode="auto">
          <a:xfrm>
            <a:off x="552310" y="3362840"/>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649969955" name="Textplatzhalter 23"/>
          <p:cNvSpPr>
            <a:spLocks noGrp="1"/>
          </p:cNvSpPr>
          <p:nvPr>
            <p:ph type="body" sz="quarter" idx="31" hasCustomPrompt="1"/>
          </p:nvPr>
        </p:nvSpPr>
        <p:spPr bwMode="auto">
          <a:xfrm>
            <a:off x="1697342" y="3362840"/>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1216591471" name="Textplatzhalter 30"/>
          <p:cNvSpPr>
            <a:spLocks noGrp="1"/>
          </p:cNvSpPr>
          <p:nvPr>
            <p:ph type="body" sz="quarter" idx="32" hasCustomPrompt="1"/>
          </p:nvPr>
        </p:nvSpPr>
        <p:spPr bwMode="auto">
          <a:xfrm>
            <a:off x="1234404" y="3362840"/>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
        <p:nvSpPr>
          <p:cNvPr id="1220658277" name="Oval 3"/>
          <p:cNvSpPr/>
          <p:nvPr userDrawn="1"/>
        </p:nvSpPr>
        <p:spPr bwMode="auto">
          <a:xfrm>
            <a:off x="552309" y="4000908"/>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1615911995" name="Rechteck 37"/>
          <p:cNvSpPr/>
          <p:nvPr userDrawn="1"/>
        </p:nvSpPr>
        <p:spPr bwMode="auto">
          <a:xfrm>
            <a:off x="767557" y="4000908"/>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709163236" name="Bildplatzhalter 5"/>
          <p:cNvSpPr>
            <a:spLocks noGrp="1"/>
          </p:cNvSpPr>
          <p:nvPr>
            <p:ph type="pic" sz="quarter" idx="33" hasCustomPrompt="1"/>
          </p:nvPr>
        </p:nvSpPr>
        <p:spPr bwMode="auto">
          <a:xfrm>
            <a:off x="552310" y="4000908"/>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1452217931" name="Textplatzhalter 23"/>
          <p:cNvSpPr>
            <a:spLocks noGrp="1"/>
          </p:cNvSpPr>
          <p:nvPr>
            <p:ph type="body" sz="quarter" idx="34" hasCustomPrompt="1"/>
          </p:nvPr>
        </p:nvSpPr>
        <p:spPr bwMode="auto">
          <a:xfrm>
            <a:off x="1697342" y="4000908"/>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152430268" name="Textplatzhalter 30"/>
          <p:cNvSpPr>
            <a:spLocks noGrp="1"/>
          </p:cNvSpPr>
          <p:nvPr>
            <p:ph type="body" sz="quarter" idx="35" hasCustomPrompt="1"/>
          </p:nvPr>
        </p:nvSpPr>
        <p:spPr bwMode="auto">
          <a:xfrm>
            <a:off x="1234404" y="4000908"/>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
        <p:nvSpPr>
          <p:cNvPr id="649527497" name="Oval 3"/>
          <p:cNvSpPr/>
          <p:nvPr userDrawn="1"/>
        </p:nvSpPr>
        <p:spPr bwMode="auto">
          <a:xfrm>
            <a:off x="552309" y="4638976"/>
            <a:ext cx="685459" cy="450965"/>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689826980" name="Rechteck 42"/>
          <p:cNvSpPr/>
          <p:nvPr userDrawn="1"/>
        </p:nvSpPr>
        <p:spPr bwMode="auto">
          <a:xfrm>
            <a:off x="767557" y="4638976"/>
            <a:ext cx="932400" cy="450965"/>
          </a:xfrm>
          <a:prstGeom prst="rect">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defRPr/>
            </a:pPr>
            <a:endParaRPr lang="de-DE" sz="3200">
              <a:solidFill>
                <a:schemeClr val="tx1"/>
              </a:solidFill>
              <a:latin typeface="Be Vietnam"/>
            </a:endParaRPr>
          </a:p>
        </p:txBody>
      </p:sp>
      <p:sp>
        <p:nvSpPr>
          <p:cNvPr id="1841185800" name="Bildplatzhalter 5"/>
          <p:cNvSpPr>
            <a:spLocks noGrp="1"/>
          </p:cNvSpPr>
          <p:nvPr>
            <p:ph type="pic" sz="quarter" idx="36" hasCustomPrompt="1"/>
          </p:nvPr>
        </p:nvSpPr>
        <p:spPr bwMode="auto">
          <a:xfrm>
            <a:off x="552310" y="4638976"/>
            <a:ext cx="681448" cy="450965"/>
          </a:xfrm>
          <a:prstGeom prst="rect">
            <a:avLst/>
          </a:prstGeom>
        </p:spPr>
        <p:txBody>
          <a:bodyPr anchor="ctr"/>
          <a:lstStyle>
            <a:lvl1pPr marL="0" indent="0" algn="ctr">
              <a:buNone/>
              <a:defRPr sz="1200">
                <a:latin typeface="Be Vietnam"/>
              </a:defRPr>
            </a:lvl1pPr>
          </a:lstStyle>
          <a:p>
            <a:pPr>
              <a:defRPr/>
            </a:pPr>
            <a:r>
              <a:rPr lang="de-DE"/>
              <a:t>Icon</a:t>
            </a:r>
            <a:endParaRPr/>
          </a:p>
        </p:txBody>
      </p:sp>
      <p:sp>
        <p:nvSpPr>
          <p:cNvPr id="797941017" name="Textplatzhalter 23"/>
          <p:cNvSpPr>
            <a:spLocks noGrp="1"/>
          </p:cNvSpPr>
          <p:nvPr>
            <p:ph type="body" sz="quarter" idx="37" hasCustomPrompt="1"/>
          </p:nvPr>
        </p:nvSpPr>
        <p:spPr bwMode="auto">
          <a:xfrm>
            <a:off x="1697342" y="4638976"/>
            <a:ext cx="6899738" cy="450965"/>
          </a:xfrm>
          <a:prstGeom prst="rect">
            <a:avLst/>
          </a:prstGeom>
          <a:ln w="28575">
            <a:solidFill>
              <a:srgbClr val="F2F2F2"/>
            </a:solidFill>
          </a:ln>
        </p:spPr>
        <p:txBody>
          <a:bodyPr lIns="144000" tIns="90000" bIns="36000" anchor="ctr">
            <a:normAutofit/>
          </a:bodyPr>
          <a:lstStyle>
            <a:lvl1pPr>
              <a:defRPr sz="1800">
                <a:latin typeface="Be Vietnam"/>
              </a:defRPr>
            </a:lvl1pPr>
            <a:lvl2pPr>
              <a:defRPr sz="1400"/>
            </a:lvl2pPr>
            <a:lvl3pPr>
              <a:defRPr sz="1200"/>
            </a:lvl3pPr>
            <a:lvl4pPr marL="1210299" indent="0">
              <a:buNone/>
              <a:defRPr sz="1000"/>
            </a:lvl4pPr>
            <a:lvl5pPr>
              <a:defRPr sz="800"/>
            </a:lvl5pPr>
          </a:lstStyle>
          <a:p>
            <a:pPr lvl="0">
              <a:defRPr/>
            </a:pPr>
            <a:r>
              <a:rPr lang="de-DE"/>
              <a:t>Sequenztitel</a:t>
            </a:r>
            <a:endParaRPr/>
          </a:p>
        </p:txBody>
      </p:sp>
      <p:sp>
        <p:nvSpPr>
          <p:cNvPr id="1971781763" name="Textplatzhalter 30"/>
          <p:cNvSpPr>
            <a:spLocks noGrp="1"/>
          </p:cNvSpPr>
          <p:nvPr>
            <p:ph type="body" sz="quarter" idx="38" hasCustomPrompt="1"/>
          </p:nvPr>
        </p:nvSpPr>
        <p:spPr bwMode="auto">
          <a:xfrm>
            <a:off x="1234404" y="4638976"/>
            <a:ext cx="465553" cy="450965"/>
          </a:xfrm>
          <a:prstGeom prst="rect">
            <a:avLst/>
          </a:prstGeom>
        </p:spPr>
        <p:txBody>
          <a:bodyPr lIns="36000" tIns="90000" rIns="36000" bIns="36000" anchor="ctr" anchorCtr="0">
            <a:normAutofit/>
          </a:bodyPr>
          <a:lstStyle>
            <a:lvl1pPr marL="0" indent="0" algn="ctr">
              <a:buNone/>
              <a:defRPr sz="2800">
                <a:latin typeface="Be Vietnam"/>
              </a:defRPr>
            </a:lvl1pPr>
          </a:lstStyle>
          <a:p>
            <a:pPr lvl="0">
              <a:defRPr/>
            </a:pPr>
            <a:r>
              <a:rPr lang="de-DE"/>
              <a:t>#</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offene Aufgabe">
    <p:spTree>
      <p:nvGrpSpPr>
        <p:cNvPr id="1" name=""/>
        <p:cNvGrpSpPr/>
        <p:nvPr/>
      </p:nvGrpSpPr>
      <p:grpSpPr bwMode="auto">
        <a:xfrm>
          <a:off x="0" y="0"/>
          <a:ext cx="0" cy="0"/>
          <a:chOff x="0" y="0"/>
          <a:chExt cx="0" cy="0"/>
        </a:xfrm>
      </p:grpSpPr>
      <p:sp>
        <p:nvSpPr>
          <p:cNvPr id="1072227799"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Aufgabenstellung offene Aufgabe</a:t>
            </a:r>
            <a:endParaRPr/>
          </a:p>
        </p:txBody>
      </p:sp>
      <p:sp>
        <p:nvSpPr>
          <p:cNvPr id="1378149983"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geschlossene Aufgabe">
    <p:spTree>
      <p:nvGrpSpPr>
        <p:cNvPr id="1" name=""/>
        <p:cNvGrpSpPr/>
        <p:nvPr/>
      </p:nvGrpSpPr>
      <p:grpSpPr bwMode="auto">
        <a:xfrm>
          <a:off x="0" y="0"/>
          <a:ext cx="0" cy="0"/>
          <a:chOff x="0" y="0"/>
          <a:chExt cx="0" cy="0"/>
        </a:xfrm>
      </p:grpSpPr>
      <p:sp>
        <p:nvSpPr>
          <p:cNvPr id="506289425"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Aufgabenstellung geschlossene Aufgabe</a:t>
            </a:r>
            <a:endParaRPr/>
          </a:p>
        </p:txBody>
      </p:sp>
      <p:sp>
        <p:nvSpPr>
          <p:cNvPr id="458246688"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1080694645" name="Textfeld 3"/>
          <p:cNvSpPr txBox="1"/>
          <p:nvPr userDrawn="1"/>
        </p:nvSpPr>
        <p:spPr bwMode="auto">
          <a:xfrm>
            <a:off x="7537450" y="6049566"/>
            <a:ext cx="1494198" cy="374571"/>
          </a:xfrm>
          <a:prstGeom prst="roundRect">
            <a:avLst>
              <a:gd name="adj" fmla="val 16667"/>
            </a:avLst>
          </a:prstGeom>
          <a:solidFill>
            <a:schemeClr val="tx2"/>
          </a:solidFill>
          <a:ln>
            <a:noFill/>
          </a:ln>
        </p:spPr>
        <p:txBody>
          <a:bodyPr wrap="square" rtlCol="0">
            <a:spAutoFit/>
          </a:bodyPr>
          <a:lstStyle/>
          <a:p>
            <a:pPr algn="ctr">
              <a:defRPr/>
            </a:pPr>
            <a:r>
              <a:rPr lang="de-DE" sz="1600">
                <a:latin typeface="Be Vietnam"/>
              </a:rPr>
              <a:t>Überprüfen</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Individuelles Feedback">
    <p:spTree>
      <p:nvGrpSpPr>
        <p:cNvPr id="1" name=""/>
        <p:cNvGrpSpPr/>
        <p:nvPr/>
      </p:nvGrpSpPr>
      <p:grpSpPr bwMode="auto">
        <a:xfrm>
          <a:off x="0" y="0"/>
          <a:ext cx="0" cy="0"/>
          <a:chOff x="0" y="0"/>
          <a:chExt cx="0" cy="0"/>
        </a:xfrm>
      </p:grpSpPr>
      <p:sp>
        <p:nvSpPr>
          <p:cNvPr id="1467484732"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Aufgabenstellung geschlossene Aufgabe mit Feedbackvarianten</a:t>
            </a:r>
            <a:endParaRPr/>
          </a:p>
        </p:txBody>
      </p:sp>
      <p:sp>
        <p:nvSpPr>
          <p:cNvPr id="853326390"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466805950" name="Textfeld 3"/>
          <p:cNvSpPr txBox="1"/>
          <p:nvPr userDrawn="1"/>
        </p:nvSpPr>
        <p:spPr bwMode="auto">
          <a:xfrm>
            <a:off x="7537450" y="6049566"/>
            <a:ext cx="1494198" cy="374571"/>
          </a:xfrm>
          <a:prstGeom prst="roundRect">
            <a:avLst>
              <a:gd name="adj" fmla="val 16667"/>
            </a:avLst>
          </a:prstGeom>
          <a:solidFill>
            <a:schemeClr val="tx2"/>
          </a:solidFill>
          <a:ln>
            <a:noFill/>
          </a:ln>
        </p:spPr>
        <p:txBody>
          <a:bodyPr wrap="square" rtlCol="0">
            <a:spAutoFit/>
          </a:bodyPr>
          <a:lstStyle/>
          <a:p>
            <a:pPr algn="ctr">
              <a:defRPr/>
            </a:pPr>
            <a:r>
              <a:rPr lang="de-DE" sz="1600">
                <a:latin typeface="Be Vietnam"/>
              </a:rPr>
              <a:t>Überprüfen</a:t>
            </a:r>
            <a:endParaRPr/>
          </a:p>
        </p:txBody>
      </p:sp>
      <p:sp>
        <p:nvSpPr>
          <p:cNvPr id="638543287" name="Textplatzhalter 2"/>
          <p:cNvSpPr>
            <a:spLocks noGrp="1"/>
          </p:cNvSpPr>
          <p:nvPr>
            <p:ph type="body" sz="quarter" idx="31" hasCustomPrompt="1"/>
          </p:nvPr>
        </p:nvSpPr>
        <p:spPr bwMode="auto">
          <a:xfrm>
            <a:off x="180975" y="5954276"/>
            <a:ext cx="6727825" cy="565150"/>
          </a:xfrm>
          <a:prstGeom prst="rect">
            <a:avLst/>
          </a:prstGeom>
          <a:solidFill>
            <a:srgbClr val="FF5050"/>
          </a:solidFill>
        </p:spPr>
        <p:txBody>
          <a:bodyPr/>
          <a:lstStyle>
            <a:lvl1pPr marL="0" indent="0">
              <a:buNone/>
              <a:defRPr sz="1800">
                <a:latin typeface="Be Vietnam"/>
              </a:defRPr>
            </a:lvl1pPr>
          </a:lstStyle>
          <a:p>
            <a:pPr lvl="0">
              <a:defRPr/>
            </a:pPr>
            <a:r>
              <a:rPr lang="de-DE"/>
              <a:t>Spezifische Fehlerrückmeldungen eingeben</a:t>
            </a:r>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Partner-Gabelung">
    <p:spTree>
      <p:nvGrpSpPr>
        <p:cNvPr id="1" name=""/>
        <p:cNvGrpSpPr/>
        <p:nvPr/>
      </p:nvGrpSpPr>
      <p:grpSpPr bwMode="auto">
        <a:xfrm>
          <a:off x="0" y="0"/>
          <a:ext cx="0" cy="0"/>
          <a:chOff x="0" y="0"/>
          <a:chExt cx="0" cy="0"/>
        </a:xfrm>
      </p:grpSpPr>
      <p:sp>
        <p:nvSpPr>
          <p:cNvPr id="1974480902"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Gabelung Partnerarbeit</a:t>
            </a:r>
            <a:endParaRPr/>
          </a:p>
        </p:txBody>
      </p:sp>
      <p:sp>
        <p:nvSpPr>
          <p:cNvPr id="2145929172"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1242574573" name="Textplatzhalter 4"/>
          <p:cNvSpPr>
            <a:spLocks noGrp="1"/>
          </p:cNvSpPr>
          <p:nvPr>
            <p:ph type="body" sz="quarter" idx="34" hasCustomPrompt="1"/>
          </p:nvPr>
        </p:nvSpPr>
        <p:spPr bwMode="auto">
          <a:xfrm>
            <a:off x="2111375" y="2343150"/>
            <a:ext cx="2063750" cy="641350"/>
          </a:xfrm>
          <a:prstGeom prst="rect">
            <a:avLst/>
          </a:prstGeom>
        </p:spPr>
        <p:txBody>
          <a:bodyPr/>
          <a:lstStyle>
            <a:lvl1pPr marL="0" indent="0" algn="ctr">
              <a:buNone/>
              <a:defRPr sz="1800">
                <a:latin typeface="+mj-lt"/>
              </a:defRPr>
            </a:lvl1pPr>
          </a:lstStyle>
          <a:p>
            <a:pPr lvl="0">
              <a:defRPr/>
            </a:pPr>
            <a:r>
              <a:rPr lang="de-DE"/>
              <a:t>Partnerkind 1</a:t>
            </a:r>
            <a:endParaRPr lang="en-GB"/>
          </a:p>
        </p:txBody>
      </p:sp>
      <p:sp>
        <p:nvSpPr>
          <p:cNvPr id="1560412579" name="Textplatzhalter 4"/>
          <p:cNvSpPr>
            <a:spLocks noGrp="1"/>
          </p:cNvSpPr>
          <p:nvPr>
            <p:ph type="body" sz="quarter" idx="35" hasCustomPrompt="1"/>
          </p:nvPr>
        </p:nvSpPr>
        <p:spPr bwMode="auto">
          <a:xfrm>
            <a:off x="4441825" y="2343150"/>
            <a:ext cx="2063750" cy="641350"/>
          </a:xfrm>
          <a:prstGeom prst="rect">
            <a:avLst/>
          </a:prstGeom>
        </p:spPr>
        <p:txBody>
          <a:bodyPr/>
          <a:lstStyle>
            <a:lvl1pPr marL="0" indent="0" algn="ctr">
              <a:buNone/>
              <a:defRPr sz="1800">
                <a:latin typeface="+mj-lt"/>
              </a:defRPr>
            </a:lvl1pPr>
          </a:lstStyle>
          <a:p>
            <a:pPr lvl="0">
              <a:defRPr/>
            </a:pPr>
            <a:r>
              <a:rPr lang="de-DE"/>
              <a:t>Partnerkind 2</a:t>
            </a:r>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Partnerkind1">
    <p:spTree>
      <p:nvGrpSpPr>
        <p:cNvPr id="1" name=""/>
        <p:cNvGrpSpPr/>
        <p:nvPr/>
      </p:nvGrpSpPr>
      <p:grpSpPr bwMode="auto">
        <a:xfrm>
          <a:off x="0" y="0"/>
          <a:ext cx="0" cy="0"/>
          <a:chOff x="0" y="0"/>
          <a:chExt cx="0" cy="0"/>
        </a:xfrm>
      </p:grpSpPr>
      <p:sp>
        <p:nvSpPr>
          <p:cNvPr id="816016227"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Partnerkind 1</a:t>
            </a:r>
            <a:endParaRPr/>
          </a:p>
        </p:txBody>
      </p:sp>
      <p:sp>
        <p:nvSpPr>
          <p:cNvPr id="1745714879"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129476057" name="Textfeld 1"/>
          <p:cNvSpPr txBox="1"/>
          <p:nvPr userDrawn="1"/>
        </p:nvSpPr>
        <p:spPr bwMode="auto">
          <a:xfrm>
            <a:off x="7334250" y="41397"/>
            <a:ext cx="1809750" cy="369332"/>
          </a:xfrm>
          <a:prstGeom prst="rect">
            <a:avLst/>
          </a:prstGeom>
          <a:noFill/>
        </p:spPr>
        <p:txBody>
          <a:bodyPr wrap="square" rtlCol="0">
            <a:spAutoFit/>
          </a:bodyPr>
          <a:lstStyle/>
          <a:p>
            <a:pPr>
              <a:defRPr/>
            </a:pPr>
            <a:r>
              <a:rPr lang="de-DE"/>
              <a:t>Partnerkind 1</a:t>
            </a:r>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Partnerkind2">
    <p:spTree>
      <p:nvGrpSpPr>
        <p:cNvPr id="1" name=""/>
        <p:cNvGrpSpPr/>
        <p:nvPr/>
      </p:nvGrpSpPr>
      <p:grpSpPr bwMode="auto">
        <a:xfrm>
          <a:off x="0" y="0"/>
          <a:ext cx="0" cy="0"/>
          <a:chOff x="0" y="0"/>
          <a:chExt cx="0" cy="0"/>
        </a:xfrm>
      </p:grpSpPr>
      <p:sp>
        <p:nvSpPr>
          <p:cNvPr id="1239425866"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Partnerkind 2</a:t>
            </a:r>
            <a:endParaRPr/>
          </a:p>
        </p:txBody>
      </p:sp>
      <p:sp>
        <p:nvSpPr>
          <p:cNvPr id="1334199861"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1356899784" name="Textfeld 1"/>
          <p:cNvSpPr txBox="1"/>
          <p:nvPr userDrawn="1"/>
        </p:nvSpPr>
        <p:spPr bwMode="auto">
          <a:xfrm>
            <a:off x="7334250" y="41397"/>
            <a:ext cx="1809750" cy="369332"/>
          </a:xfrm>
          <a:prstGeom prst="rect">
            <a:avLst/>
          </a:prstGeom>
          <a:noFill/>
        </p:spPr>
        <p:txBody>
          <a:bodyPr wrap="square" rtlCol="0">
            <a:spAutoFit/>
          </a:bodyPr>
          <a:lstStyle/>
          <a:p>
            <a:pPr>
              <a:defRPr/>
            </a:pPr>
            <a:r>
              <a:rPr lang="de-DE"/>
              <a:t>Partnerkind 2</a:t>
            </a:r>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ifferenzierungsauswahl">
    <p:spTree>
      <p:nvGrpSpPr>
        <p:cNvPr id="1" name=""/>
        <p:cNvGrpSpPr/>
        <p:nvPr/>
      </p:nvGrpSpPr>
      <p:grpSpPr bwMode="auto">
        <a:xfrm>
          <a:off x="0" y="0"/>
          <a:ext cx="0" cy="0"/>
          <a:chOff x="0" y="0"/>
          <a:chExt cx="0" cy="0"/>
        </a:xfrm>
      </p:grpSpPr>
      <p:sp>
        <p:nvSpPr>
          <p:cNvPr id="1610874199"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Differenzierungsfolie</a:t>
            </a:r>
            <a:endParaRPr/>
          </a:p>
        </p:txBody>
      </p:sp>
      <p:sp>
        <p:nvSpPr>
          <p:cNvPr id="1059519366"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1358469066" name="Bildplatzhalter 2"/>
          <p:cNvSpPr>
            <a:spLocks noGrp="1"/>
          </p:cNvSpPr>
          <p:nvPr>
            <p:ph type="pic" sz="quarter" idx="31" hasCustomPrompt="1"/>
          </p:nvPr>
        </p:nvSpPr>
        <p:spPr bwMode="auto">
          <a:xfrm>
            <a:off x="1136650" y="1543050"/>
            <a:ext cx="1993900" cy="2362199"/>
          </a:xfrm>
          <a:prstGeom prst="rect">
            <a:avLst/>
          </a:prstGeom>
        </p:spPr>
        <p:txBody>
          <a:bodyPr/>
          <a:lstStyle>
            <a:lvl1pPr marL="0" indent="0">
              <a:buNone/>
              <a:defRPr/>
            </a:lvl1pPr>
          </a:lstStyle>
          <a:p>
            <a:pPr>
              <a:defRPr/>
            </a:pPr>
            <a:r>
              <a:rPr lang="de-DE"/>
              <a:t>Basisstufe</a:t>
            </a:r>
            <a:endParaRPr lang="en-GB"/>
          </a:p>
        </p:txBody>
      </p:sp>
      <p:sp>
        <p:nvSpPr>
          <p:cNvPr id="180015019" name="Bildplatzhalter 2"/>
          <p:cNvSpPr>
            <a:spLocks noGrp="1"/>
          </p:cNvSpPr>
          <p:nvPr>
            <p:ph type="pic" sz="quarter" idx="32" hasCustomPrompt="1"/>
          </p:nvPr>
        </p:nvSpPr>
        <p:spPr bwMode="auto">
          <a:xfrm>
            <a:off x="3467100" y="1543050"/>
            <a:ext cx="1993900" cy="2362199"/>
          </a:xfrm>
          <a:prstGeom prst="rect">
            <a:avLst/>
          </a:prstGeom>
        </p:spPr>
        <p:txBody>
          <a:bodyPr/>
          <a:lstStyle>
            <a:lvl1pPr marL="0" indent="0">
              <a:buNone/>
              <a:defRPr/>
            </a:lvl1pPr>
          </a:lstStyle>
          <a:p>
            <a:pPr>
              <a:defRPr/>
            </a:pPr>
            <a:r>
              <a:rPr lang="de-DE"/>
              <a:t>Regelstufe</a:t>
            </a:r>
            <a:endParaRPr lang="en-GB"/>
          </a:p>
        </p:txBody>
      </p:sp>
      <p:sp>
        <p:nvSpPr>
          <p:cNvPr id="777723141" name="Bildplatzhalter 2"/>
          <p:cNvSpPr>
            <a:spLocks noGrp="1"/>
          </p:cNvSpPr>
          <p:nvPr>
            <p:ph type="pic" sz="quarter" idx="33" hasCustomPrompt="1"/>
          </p:nvPr>
        </p:nvSpPr>
        <p:spPr bwMode="auto">
          <a:xfrm>
            <a:off x="5797550" y="1543050"/>
            <a:ext cx="1993900" cy="2362199"/>
          </a:xfrm>
          <a:prstGeom prst="rect">
            <a:avLst/>
          </a:prstGeom>
        </p:spPr>
        <p:txBody>
          <a:bodyPr/>
          <a:lstStyle>
            <a:lvl1pPr marL="0" indent="0">
              <a:buNone/>
              <a:defRPr/>
            </a:lvl1pPr>
          </a:lstStyle>
          <a:p>
            <a:pPr>
              <a:defRPr/>
            </a:pPr>
            <a:r>
              <a:rPr lang="de-DE"/>
              <a:t>Erweiterungsstufe</a:t>
            </a:r>
            <a:endParaRPr lang="en-GB"/>
          </a:p>
        </p:txBody>
      </p:sp>
      <p:sp>
        <p:nvSpPr>
          <p:cNvPr id="202434594" name="Textplatzhalter 4"/>
          <p:cNvSpPr>
            <a:spLocks noGrp="1"/>
          </p:cNvSpPr>
          <p:nvPr>
            <p:ph type="body" sz="quarter" idx="34" hasCustomPrompt="1"/>
          </p:nvPr>
        </p:nvSpPr>
        <p:spPr bwMode="auto">
          <a:xfrm>
            <a:off x="1101725" y="4076699"/>
            <a:ext cx="2063750" cy="641350"/>
          </a:xfrm>
          <a:prstGeom prst="rect">
            <a:avLst/>
          </a:prstGeom>
        </p:spPr>
        <p:txBody>
          <a:bodyPr/>
          <a:lstStyle>
            <a:lvl1pPr marL="0" indent="0" algn="ctr">
              <a:buNone/>
              <a:defRPr sz="1800">
                <a:latin typeface="+mj-lt"/>
              </a:defRPr>
            </a:lvl1pPr>
          </a:lstStyle>
          <a:p>
            <a:pPr lvl="0">
              <a:defRPr/>
            </a:pPr>
            <a:r>
              <a:rPr lang="de-DE"/>
              <a:t>Beschreibung</a:t>
            </a:r>
            <a:endParaRPr lang="en-GB"/>
          </a:p>
        </p:txBody>
      </p:sp>
      <p:sp>
        <p:nvSpPr>
          <p:cNvPr id="1605357411" name="Textplatzhalter 4"/>
          <p:cNvSpPr>
            <a:spLocks noGrp="1"/>
          </p:cNvSpPr>
          <p:nvPr>
            <p:ph type="body" sz="quarter" idx="35" hasCustomPrompt="1"/>
          </p:nvPr>
        </p:nvSpPr>
        <p:spPr bwMode="auto">
          <a:xfrm>
            <a:off x="3432175" y="4076699"/>
            <a:ext cx="2063750" cy="641350"/>
          </a:xfrm>
          <a:prstGeom prst="rect">
            <a:avLst/>
          </a:prstGeom>
        </p:spPr>
        <p:txBody>
          <a:bodyPr/>
          <a:lstStyle>
            <a:lvl1pPr marL="0" indent="0" algn="ctr">
              <a:buNone/>
              <a:defRPr sz="1800">
                <a:latin typeface="+mj-lt"/>
              </a:defRPr>
            </a:lvl1pPr>
          </a:lstStyle>
          <a:p>
            <a:pPr lvl="0">
              <a:defRPr/>
            </a:pPr>
            <a:r>
              <a:rPr lang="de-DE"/>
              <a:t>Beschreibung</a:t>
            </a:r>
            <a:endParaRPr lang="en-GB"/>
          </a:p>
        </p:txBody>
      </p:sp>
      <p:sp>
        <p:nvSpPr>
          <p:cNvPr id="1764296997" name="Textplatzhalter 4"/>
          <p:cNvSpPr>
            <a:spLocks noGrp="1"/>
          </p:cNvSpPr>
          <p:nvPr>
            <p:ph type="body" sz="quarter" idx="36" hasCustomPrompt="1"/>
          </p:nvPr>
        </p:nvSpPr>
        <p:spPr bwMode="auto">
          <a:xfrm>
            <a:off x="5762625" y="4076699"/>
            <a:ext cx="2063750" cy="641350"/>
          </a:xfrm>
          <a:prstGeom prst="rect">
            <a:avLst/>
          </a:prstGeom>
        </p:spPr>
        <p:txBody>
          <a:bodyPr/>
          <a:lstStyle>
            <a:lvl1pPr marL="0" indent="0" algn="ctr">
              <a:buNone/>
              <a:defRPr sz="1800">
                <a:latin typeface="+mj-lt"/>
              </a:defRPr>
            </a:lvl1pPr>
          </a:lstStyle>
          <a:p>
            <a:pPr lvl="0">
              <a:defRPr/>
            </a:pPr>
            <a:r>
              <a:rPr lang="de-DE"/>
              <a:t>Beschreibung</a:t>
            </a:r>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ifferenzierungsauswahlmitRAKETE">
    <p:spTree>
      <p:nvGrpSpPr>
        <p:cNvPr id="1" name=""/>
        <p:cNvGrpSpPr/>
        <p:nvPr/>
      </p:nvGrpSpPr>
      <p:grpSpPr bwMode="auto">
        <a:xfrm>
          <a:off x="0" y="0"/>
          <a:ext cx="0" cy="0"/>
          <a:chOff x="0" y="0"/>
          <a:chExt cx="0" cy="0"/>
        </a:xfrm>
      </p:grpSpPr>
      <p:sp>
        <p:nvSpPr>
          <p:cNvPr id="2106447262"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Differenzierungsfolie mit Rakete</a:t>
            </a:r>
            <a:endParaRPr/>
          </a:p>
        </p:txBody>
      </p:sp>
      <p:sp>
        <p:nvSpPr>
          <p:cNvPr id="576089280"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937366623" name="Bildplatzhalter 2"/>
          <p:cNvSpPr>
            <a:spLocks noGrp="1"/>
          </p:cNvSpPr>
          <p:nvPr>
            <p:ph type="pic" sz="quarter" idx="31" hasCustomPrompt="1"/>
          </p:nvPr>
        </p:nvSpPr>
        <p:spPr bwMode="auto">
          <a:xfrm>
            <a:off x="438149" y="1466958"/>
            <a:ext cx="1993900" cy="2362199"/>
          </a:xfrm>
          <a:prstGeom prst="rect">
            <a:avLst/>
          </a:prstGeom>
        </p:spPr>
        <p:txBody>
          <a:bodyPr/>
          <a:lstStyle>
            <a:lvl1pPr marL="0" indent="0">
              <a:buNone/>
              <a:defRPr sz="2000"/>
            </a:lvl1pPr>
          </a:lstStyle>
          <a:p>
            <a:pPr>
              <a:defRPr/>
            </a:pPr>
            <a:r>
              <a:rPr lang="de-DE"/>
              <a:t>Basisstufe</a:t>
            </a:r>
            <a:endParaRPr lang="en-GB"/>
          </a:p>
        </p:txBody>
      </p:sp>
      <p:sp>
        <p:nvSpPr>
          <p:cNvPr id="2093271492" name="Bildplatzhalter 2"/>
          <p:cNvSpPr>
            <a:spLocks noGrp="1"/>
          </p:cNvSpPr>
          <p:nvPr>
            <p:ph type="pic" sz="quarter" idx="32" hasCustomPrompt="1"/>
          </p:nvPr>
        </p:nvSpPr>
        <p:spPr bwMode="auto">
          <a:xfrm>
            <a:off x="2768600" y="1466958"/>
            <a:ext cx="1993900" cy="2362199"/>
          </a:xfrm>
          <a:prstGeom prst="rect">
            <a:avLst/>
          </a:prstGeom>
        </p:spPr>
        <p:txBody>
          <a:bodyPr/>
          <a:lstStyle>
            <a:lvl1pPr marL="0" indent="0">
              <a:buNone/>
              <a:defRPr sz="1800"/>
            </a:lvl1pPr>
          </a:lstStyle>
          <a:p>
            <a:pPr>
              <a:defRPr/>
            </a:pPr>
            <a:r>
              <a:rPr lang="de-DE"/>
              <a:t>Regelstufe</a:t>
            </a:r>
            <a:endParaRPr lang="en-GB"/>
          </a:p>
        </p:txBody>
      </p:sp>
      <p:sp>
        <p:nvSpPr>
          <p:cNvPr id="2026941461" name="Bildplatzhalter 2"/>
          <p:cNvSpPr>
            <a:spLocks noGrp="1"/>
          </p:cNvSpPr>
          <p:nvPr>
            <p:ph type="pic" sz="quarter" idx="33" hasCustomPrompt="1"/>
          </p:nvPr>
        </p:nvSpPr>
        <p:spPr bwMode="auto">
          <a:xfrm>
            <a:off x="5099050" y="1466958"/>
            <a:ext cx="1993900" cy="2362199"/>
          </a:xfrm>
          <a:prstGeom prst="rect">
            <a:avLst/>
          </a:prstGeom>
        </p:spPr>
        <p:txBody>
          <a:bodyPr/>
          <a:lstStyle>
            <a:lvl1pPr marL="0" indent="0">
              <a:buNone/>
              <a:defRPr sz="1400"/>
            </a:lvl1pPr>
          </a:lstStyle>
          <a:p>
            <a:pPr>
              <a:defRPr/>
            </a:pPr>
            <a:r>
              <a:rPr lang="de-DE"/>
              <a:t>Erweiterungsstufe</a:t>
            </a:r>
            <a:endParaRPr lang="en-GB"/>
          </a:p>
        </p:txBody>
      </p:sp>
      <p:sp>
        <p:nvSpPr>
          <p:cNvPr id="995582012" name="Textplatzhalter 4"/>
          <p:cNvSpPr>
            <a:spLocks noGrp="1"/>
          </p:cNvSpPr>
          <p:nvPr>
            <p:ph type="body" sz="quarter" idx="34" hasCustomPrompt="1"/>
          </p:nvPr>
        </p:nvSpPr>
        <p:spPr bwMode="auto">
          <a:xfrm>
            <a:off x="403225" y="4000608"/>
            <a:ext cx="2063750" cy="641350"/>
          </a:xfrm>
          <a:prstGeom prst="rect">
            <a:avLst/>
          </a:prstGeom>
        </p:spPr>
        <p:txBody>
          <a:bodyPr/>
          <a:lstStyle>
            <a:lvl1pPr marL="0" indent="0" algn="ctr">
              <a:buNone/>
              <a:defRPr sz="1800">
                <a:latin typeface="+mj-lt"/>
              </a:defRPr>
            </a:lvl1pPr>
          </a:lstStyle>
          <a:p>
            <a:pPr lvl="0">
              <a:defRPr/>
            </a:pPr>
            <a:r>
              <a:rPr lang="de-DE"/>
              <a:t>Beschreibung</a:t>
            </a:r>
            <a:endParaRPr lang="en-GB"/>
          </a:p>
        </p:txBody>
      </p:sp>
      <p:sp>
        <p:nvSpPr>
          <p:cNvPr id="572792364" name="Textplatzhalter 4"/>
          <p:cNvSpPr>
            <a:spLocks noGrp="1"/>
          </p:cNvSpPr>
          <p:nvPr>
            <p:ph type="body" sz="quarter" idx="35" hasCustomPrompt="1"/>
          </p:nvPr>
        </p:nvSpPr>
        <p:spPr bwMode="auto">
          <a:xfrm>
            <a:off x="2733675" y="4000608"/>
            <a:ext cx="2063750" cy="641350"/>
          </a:xfrm>
          <a:prstGeom prst="rect">
            <a:avLst/>
          </a:prstGeom>
        </p:spPr>
        <p:txBody>
          <a:bodyPr/>
          <a:lstStyle>
            <a:lvl1pPr marL="0" indent="0" algn="ctr">
              <a:buNone/>
              <a:defRPr sz="1800">
                <a:latin typeface="+mj-lt"/>
              </a:defRPr>
            </a:lvl1pPr>
          </a:lstStyle>
          <a:p>
            <a:pPr lvl="0">
              <a:defRPr/>
            </a:pPr>
            <a:r>
              <a:rPr lang="de-DE"/>
              <a:t>Beschreibung</a:t>
            </a:r>
            <a:endParaRPr lang="en-GB"/>
          </a:p>
        </p:txBody>
      </p:sp>
      <p:sp>
        <p:nvSpPr>
          <p:cNvPr id="1499045911" name="Textplatzhalter 4"/>
          <p:cNvSpPr>
            <a:spLocks noGrp="1"/>
          </p:cNvSpPr>
          <p:nvPr>
            <p:ph type="body" sz="quarter" idx="36" hasCustomPrompt="1"/>
          </p:nvPr>
        </p:nvSpPr>
        <p:spPr bwMode="auto">
          <a:xfrm>
            <a:off x="5064125" y="4000608"/>
            <a:ext cx="2063750" cy="641350"/>
          </a:xfrm>
          <a:prstGeom prst="rect">
            <a:avLst/>
          </a:prstGeom>
        </p:spPr>
        <p:txBody>
          <a:bodyPr/>
          <a:lstStyle>
            <a:lvl1pPr marL="0" indent="0" algn="ctr">
              <a:buNone/>
              <a:defRPr sz="1800">
                <a:latin typeface="+mj-lt"/>
              </a:defRPr>
            </a:lvl1pPr>
          </a:lstStyle>
          <a:p>
            <a:pPr lvl="0">
              <a:defRPr/>
            </a:pPr>
            <a:r>
              <a:rPr lang="de-DE"/>
              <a:t>Beschreibung</a:t>
            </a:r>
            <a:endParaRPr lang="en-GB"/>
          </a:p>
        </p:txBody>
      </p:sp>
      <p:sp>
        <p:nvSpPr>
          <p:cNvPr id="1213732407" name="Bildplatzhalter 2"/>
          <p:cNvSpPr>
            <a:spLocks noGrp="1"/>
          </p:cNvSpPr>
          <p:nvPr>
            <p:ph type="pic" sz="quarter" idx="37" hasCustomPrompt="1"/>
          </p:nvPr>
        </p:nvSpPr>
        <p:spPr bwMode="auto">
          <a:xfrm>
            <a:off x="7677150" y="1682750"/>
            <a:ext cx="1320800" cy="1714608"/>
          </a:xfrm>
          <a:prstGeom prst="rect">
            <a:avLst/>
          </a:prstGeom>
        </p:spPr>
        <p:txBody>
          <a:bodyPr/>
          <a:lstStyle>
            <a:lvl1pPr marL="0" indent="0">
              <a:buNone/>
              <a:defRPr sz="2000"/>
            </a:lvl1pPr>
          </a:lstStyle>
          <a:p>
            <a:pPr>
              <a:defRPr/>
            </a:pPr>
            <a:r>
              <a:rPr lang="de-DE"/>
              <a:t>Sprinter</a:t>
            </a:r>
            <a:endParaRPr lang="en-GB"/>
          </a:p>
        </p:txBody>
      </p:sp>
      <p:sp>
        <p:nvSpPr>
          <p:cNvPr id="953334090" name="Textplatzhalter 4"/>
          <p:cNvSpPr>
            <a:spLocks noGrp="1"/>
          </p:cNvSpPr>
          <p:nvPr>
            <p:ph type="body" sz="quarter" idx="38" hasCustomPrompt="1"/>
          </p:nvPr>
        </p:nvSpPr>
        <p:spPr bwMode="auto">
          <a:xfrm>
            <a:off x="7677150" y="3526420"/>
            <a:ext cx="1320800" cy="641350"/>
          </a:xfrm>
          <a:prstGeom prst="rect">
            <a:avLst/>
          </a:prstGeom>
        </p:spPr>
        <p:txBody>
          <a:bodyPr/>
          <a:lstStyle>
            <a:lvl1pPr marL="0" indent="0" algn="ctr">
              <a:buNone/>
              <a:defRPr sz="1200">
                <a:latin typeface="+mj-lt"/>
              </a:defRPr>
            </a:lvl1pPr>
          </a:lstStyle>
          <a:p>
            <a:pPr lvl="0">
              <a:defRPr/>
            </a:pPr>
            <a:r>
              <a:rPr lang="de-DE"/>
              <a:t>Beschreibung</a:t>
            </a:r>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ifferenzierungsaufgabe">
    <p:spTree>
      <p:nvGrpSpPr>
        <p:cNvPr id="1" name=""/>
        <p:cNvGrpSpPr/>
        <p:nvPr/>
      </p:nvGrpSpPr>
      <p:grpSpPr bwMode="auto">
        <a:xfrm>
          <a:off x="0" y="0"/>
          <a:ext cx="0" cy="0"/>
          <a:chOff x="0" y="0"/>
          <a:chExt cx="0" cy="0"/>
        </a:xfrm>
      </p:grpSpPr>
      <p:sp>
        <p:nvSpPr>
          <p:cNvPr id="1312105077"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Differenzierungsaufgaben</a:t>
            </a:r>
            <a:endParaRPr/>
          </a:p>
        </p:txBody>
      </p:sp>
      <p:sp>
        <p:nvSpPr>
          <p:cNvPr id="924966852"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
        <p:nvSpPr>
          <p:cNvPr id="835096516" name="Bildplatzhalter 2"/>
          <p:cNvSpPr>
            <a:spLocks noGrp="1"/>
          </p:cNvSpPr>
          <p:nvPr>
            <p:ph type="pic" sz="quarter" idx="31" hasCustomPrompt="1"/>
          </p:nvPr>
        </p:nvSpPr>
        <p:spPr bwMode="auto">
          <a:xfrm>
            <a:off x="8172450" y="18948"/>
            <a:ext cx="920750" cy="806342"/>
          </a:xfrm>
          <a:prstGeom prst="rect">
            <a:avLst/>
          </a:prstGeom>
        </p:spPr>
        <p:txBody>
          <a:bodyPr/>
          <a:lstStyle>
            <a:lvl1pPr marL="0" indent="0">
              <a:buNone/>
              <a:defRPr sz="2000"/>
            </a:lvl1pPr>
          </a:lstStyle>
          <a:p>
            <a:pPr>
              <a:defRPr/>
            </a:pPr>
            <a:r>
              <a:rPr lang="de-DE"/>
              <a:t>Stufe</a:t>
            </a:r>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LehrkraftFolie">
    <p:spTree>
      <p:nvGrpSpPr>
        <p:cNvPr id="1" name=""/>
        <p:cNvGrpSpPr/>
        <p:nvPr/>
      </p:nvGrpSpPr>
      <p:grpSpPr bwMode="auto">
        <a:xfrm>
          <a:off x="0" y="0"/>
          <a:ext cx="0" cy="0"/>
          <a:chOff x="0" y="0"/>
          <a:chExt cx="0" cy="0"/>
        </a:xfrm>
      </p:grpSpPr>
      <p:sp>
        <p:nvSpPr>
          <p:cNvPr id="1731818601"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Lehrkraftfolie</a:t>
            </a:r>
            <a:endParaRPr/>
          </a:p>
        </p:txBody>
      </p:sp>
      <p:sp>
        <p:nvSpPr>
          <p:cNvPr id="1985791250"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pic>
        <p:nvPicPr>
          <p:cNvPr id="1874509844" name="Grafik 1"/>
          <p:cNvPicPr>
            <a:picLocks noChangeAspect="1"/>
          </p:cNvPicPr>
          <p:nvPr userDrawn="1"/>
        </p:nvPicPr>
        <p:blipFill>
          <a:blip r:embed="rId2"/>
          <a:stretch/>
        </p:blipFill>
        <p:spPr bwMode="auto">
          <a:xfrm>
            <a:off x="1" y="31513"/>
            <a:ext cx="355600" cy="28870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Reflexionsfrage">
    <p:spTree>
      <p:nvGrpSpPr>
        <p:cNvPr id="1" name=""/>
        <p:cNvGrpSpPr/>
        <p:nvPr/>
      </p:nvGrpSpPr>
      <p:grpSpPr bwMode="auto">
        <a:xfrm>
          <a:off x="0" y="0"/>
          <a:ext cx="0" cy="0"/>
          <a:chOff x="0" y="0"/>
          <a:chExt cx="0" cy="0"/>
        </a:xfrm>
      </p:grpSpPr>
      <p:sp>
        <p:nvSpPr>
          <p:cNvPr id="445295608" name="Textplatzhalter 4"/>
          <p:cNvSpPr>
            <a:spLocks noGrp="1"/>
          </p:cNvSpPr>
          <p:nvPr>
            <p:ph type="body" sz="quarter" idx="10" hasCustomPrompt="1"/>
          </p:nvPr>
        </p:nvSpPr>
        <p:spPr bwMode="auto">
          <a:xfrm>
            <a:off x="2539901" y="2354263"/>
            <a:ext cx="5359546" cy="1343025"/>
          </a:xfrm>
          <a:prstGeom prst="rect">
            <a:avLst/>
          </a:prstGeom>
        </p:spPr>
        <p:txBody>
          <a:bodyPr anchor="ctr"/>
          <a:lstStyle>
            <a:lvl1pPr marL="0" marR="0" indent="0" algn="ctr" defTabSz="806867">
              <a:lnSpc>
                <a:spcPct val="90000"/>
              </a:lnSpc>
              <a:spcBef>
                <a:spcPts val="882"/>
              </a:spcBef>
              <a:spcAft>
                <a:spcPts val="0"/>
              </a:spcAft>
              <a:buClrTx/>
              <a:buSzTx/>
              <a:buFont typeface="Arial"/>
              <a:buNone/>
              <a:defRPr>
                <a:latin typeface="Be Vietnam"/>
              </a:defRPr>
            </a:lvl1pPr>
          </a:lstStyle>
          <a:p>
            <a:pPr marL="0" marR="0" lvl="0" indent="0" algn="ctr" defTabSz="806867">
              <a:lnSpc>
                <a:spcPct val="90000"/>
              </a:lnSpc>
              <a:spcBef>
                <a:spcPts val="882"/>
              </a:spcBef>
              <a:spcAft>
                <a:spcPts val="0"/>
              </a:spcAft>
              <a:buClrTx/>
              <a:buSzTx/>
              <a:buFont typeface="Arial"/>
              <a:buNone/>
              <a:defRPr/>
            </a:pPr>
            <a:r>
              <a:rPr lang="de-DE"/>
              <a:t>Reflexionsfrage</a:t>
            </a:r>
            <a:endParaRPr/>
          </a:p>
        </p:txBody>
      </p:sp>
      <p:sp>
        <p:nvSpPr>
          <p:cNvPr id="835784932" name="Oval 2"/>
          <p:cNvSpPr/>
          <p:nvPr userDrawn="1"/>
        </p:nvSpPr>
        <p:spPr bwMode="auto">
          <a:xfrm>
            <a:off x="1244553" y="2485774"/>
            <a:ext cx="1080000" cy="1080000"/>
          </a:xfrm>
          <a:prstGeom prst="ellipse">
            <a:avLst/>
          </a:prstGeom>
          <a:solidFill>
            <a:srgbClr val="F2F2F2"/>
          </a:solidFill>
          <a:ln w="285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6000">
                <a:solidFill>
                  <a:schemeClr val="tx1"/>
                </a:solidFill>
                <a:latin typeface="Be Vietnam"/>
              </a:rPr>
              <a:t>?</a:t>
            </a:r>
            <a:endParaRPr lang="de-DE" sz="4800">
              <a:solidFill>
                <a:schemeClr val="tx1"/>
              </a:solidFill>
              <a:latin typeface="Be Vietnam"/>
            </a:endParaRPr>
          </a:p>
        </p:txBody>
      </p:sp>
      <p:sp>
        <p:nvSpPr>
          <p:cNvPr id="411031239" name="Rechteck 9"/>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Fertiger Wissensspeicher">
    <p:spTree>
      <p:nvGrpSpPr>
        <p:cNvPr id="1" name=""/>
        <p:cNvGrpSpPr/>
        <p:nvPr/>
      </p:nvGrpSpPr>
      <p:grpSpPr bwMode="auto">
        <a:xfrm>
          <a:off x="0" y="0"/>
          <a:ext cx="0" cy="0"/>
          <a:chOff x="0" y="0"/>
          <a:chExt cx="0" cy="0"/>
        </a:xfrm>
      </p:grpSpPr>
      <p:sp>
        <p:nvSpPr>
          <p:cNvPr id="733196798" name="Inhaltsplatzhalter 3"/>
          <p:cNvSpPr>
            <a:spLocks noGrp="1"/>
          </p:cNvSpPr>
          <p:nvPr>
            <p:ph sz="quarter" idx="30" hasCustomPrompt="1"/>
          </p:nvPr>
        </p:nvSpPr>
        <p:spPr bwMode="auto">
          <a:xfrm>
            <a:off x="257901" y="226063"/>
            <a:ext cx="8628198" cy="392112"/>
          </a:xfrm>
          <a:prstGeom prst="rect">
            <a:avLst/>
          </a:prstGeom>
        </p:spPr>
        <p:txBody>
          <a:bodyPr/>
          <a:lstStyle>
            <a:lvl1pPr marL="0" marR="0" indent="0" algn="l" defTabSz="806867">
              <a:lnSpc>
                <a:spcPct val="90000"/>
              </a:lnSpc>
              <a:spcBef>
                <a:spcPts val="882"/>
              </a:spcBef>
              <a:spcAft>
                <a:spcPts val="0"/>
              </a:spcAft>
              <a:buClrTx/>
              <a:buSzTx/>
              <a:buFont typeface="Arial"/>
              <a:buNone/>
              <a:defRPr sz="1800">
                <a:latin typeface="Be Vietnam"/>
              </a:defRPr>
            </a:lvl1pPr>
          </a:lstStyle>
          <a:p>
            <a:pPr marL="0" marR="0" lvl="0" indent="0" algn="l" defTabSz="806867">
              <a:lnSpc>
                <a:spcPct val="90000"/>
              </a:lnSpc>
              <a:spcBef>
                <a:spcPts val="882"/>
              </a:spcBef>
              <a:spcAft>
                <a:spcPts val="0"/>
              </a:spcAft>
              <a:buClrTx/>
              <a:buSzTx/>
              <a:buFont typeface="Arial"/>
              <a:buNone/>
              <a:defRPr/>
            </a:pPr>
            <a:r>
              <a:rPr lang="de-DE">
                <a:ln w="0"/>
                <a:cs typeface="Calibri Light"/>
              </a:rPr>
              <a:t>Fertiger Wissensspeicher: Dann steht hier der Titel der Einheit</a:t>
            </a:r>
            <a:endParaRPr/>
          </a:p>
        </p:txBody>
      </p:sp>
      <p:sp>
        <p:nvSpPr>
          <p:cNvPr id="1928613287" name="Rechteck 10"/>
          <p:cNvSpPr/>
          <p:nvPr userDrawn="1"/>
        </p:nvSpPr>
        <p:spPr bwMode="auto">
          <a:xfrm>
            <a:off x="0" y="5579533"/>
            <a:ext cx="9144000" cy="1278467"/>
          </a:xfrm>
          <a:prstGeom prst="rect">
            <a:avLst/>
          </a:prstGeom>
          <a:solidFill>
            <a:srgbClr val="C0E1F8"/>
          </a:solidFill>
          <a:ln>
            <a:solidFill>
              <a:srgbClr val="C0E1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100">
              <a:solidFill>
                <a:schemeClr val="tx1"/>
              </a:solidFill>
              <a:latin typeface="Be Vietnam"/>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0461888" name="Inhaltsplatzhalter 1"/>
          <p:cNvSpPr>
            <a:spLocks noGrp="1"/>
          </p:cNvSpPr>
          <p:nvPr>
            <p:ph sz="quarter" idx="30"/>
          </p:nvPr>
        </p:nvSpPr>
        <p:spPr bwMode="auto"/>
        <p:txBody>
          <a:bodyPr/>
          <a:lstStyle/>
          <a:p>
            <a:pPr>
              <a:defRPr/>
            </a:pPr>
            <a:r>
              <a:rPr lang="de-DE"/>
              <a:t>Liebe alle,</a:t>
            </a:r>
            <a:endParaRPr lang="de-DE"/>
          </a:p>
          <a:p>
            <a:pPr>
              <a:defRPr/>
            </a:pPr>
            <a:r>
              <a:rPr lang="de-DE"/>
              <a:t>Hier sammeln wir geplante Änderungen und Funktionen, die noch am Tool entwickelt werden sollen. </a:t>
            </a:r>
            <a:endParaRPr lang="de-DE"/>
          </a:p>
          <a:p>
            <a:pPr>
              <a:defRPr/>
            </a:pPr>
            <a:endParaRPr/>
          </a:p>
          <a:p>
            <a:pPr>
              <a:defRPr/>
            </a:pPr>
            <a:r>
              <a:rPr lang="de-DE"/>
              <a:t>Bei Ideen, notiert diese gerne hier. </a:t>
            </a:r>
            <a:endParaRPr/>
          </a:p>
          <a:p>
            <a:pPr>
              <a:defRPr/>
            </a:pPr>
            <a:r>
              <a:rPr lang="de-DE"/>
              <a:t> </a:t>
            </a:r>
            <a:endParaRPr/>
          </a:p>
          <a:p>
            <a:pPr>
              <a:defRPr/>
            </a:pPr>
            <a:endParaRPr lang="de-DE"/>
          </a:p>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2365862" name="Inhaltsplatzhalter 1"/>
          <p:cNvSpPr>
            <a:spLocks noGrp="1"/>
          </p:cNvSpPr>
          <p:nvPr>
            <p:ph sz="quarter" idx="30"/>
          </p:nvPr>
        </p:nvSpPr>
        <p:spPr bwMode="auto"/>
        <p:txBody>
          <a:bodyPr/>
          <a:lstStyle/>
          <a:p>
            <a:pPr>
              <a:defRPr/>
            </a:pPr>
            <a:r>
              <a:rPr lang="de-DE" sz="1600">
                <a:highlight>
                  <a:srgbClr val="FFFF00"/>
                </a:highlight>
              </a:rPr>
              <a:t>Änderungen bis Freitag: </a:t>
            </a:r>
            <a:endParaRPr/>
          </a:p>
          <a:p>
            <a:pPr marL="285750" indent="-285750">
              <a:buFont typeface="Arial"/>
              <a:buChar char="•"/>
              <a:defRPr/>
            </a:pPr>
            <a:r>
              <a:rPr lang="de-DE" sz="1600"/>
              <a:t>Skalierungsoption des ganzen Tools (hat Marcus mit Philipp angesprochen)</a:t>
            </a:r>
            <a:endParaRPr sz="1600"/>
          </a:p>
          <a:p>
            <a:pPr marL="285750" indent="-285750">
              <a:buFont typeface="Arial"/>
              <a:buChar char="•"/>
              <a:defRPr/>
            </a:pPr>
            <a:r>
              <a:rPr lang="en-US" sz="1600" b="0" i="0" u="none" strike="noStrike" cap="none" spc="0">
                <a:solidFill>
                  <a:schemeClr val="tx1"/>
                </a:solidFill>
                <a:latin typeface="Be Vietnam"/>
                <a:ea typeface="Be Vietnam"/>
                <a:cs typeface="Be Vietnam"/>
              </a:rPr>
              <a:t>weniger weiße Fläche zwischen Buttons und Streifen: </a:t>
            </a:r>
            <a:r>
              <a:rPr lang="de-DE" sz="1600"/>
              <a:t>„Anzahl der Schritte“ auf dieselbe Höhe wie „Bögen“ setzen</a:t>
            </a:r>
            <a:endParaRPr lang="de-DE" sz="1600">
              <a:highlight>
                <a:srgbClr val="00FFFF"/>
              </a:highlight>
            </a:endParaRPr>
          </a:p>
          <a:p>
            <a:pPr marL="285750" indent="-285750">
              <a:buFont typeface="Arial"/>
              <a:buChar char="•"/>
              <a:defRPr/>
            </a:pPr>
            <a:r>
              <a:rPr lang="de-DE" sz="1600"/>
              <a:t>„Schritte“ umbenennen in „Anzahl der Schritte“</a:t>
            </a:r>
            <a:endParaRPr lang="de-DE" sz="1600">
              <a:highlight>
                <a:srgbClr val="00FFFF"/>
              </a:highlight>
            </a:endParaRPr>
          </a:p>
          <a:p>
            <a:pPr marL="283878" indent="-283878">
              <a:buFont typeface="Arial"/>
              <a:buChar char="•"/>
              <a:defRPr/>
            </a:pPr>
            <a:r>
              <a:rPr lang="en-US" sz="1600" b="0" i="0" u="none" strike="noStrike" cap="none" spc="0">
                <a:solidFill>
                  <a:schemeClr val="tx1"/>
                </a:solidFill>
                <a:latin typeface="Be Vietnam"/>
                <a:ea typeface="Be Vietnam"/>
                <a:cs typeface="Be Vietnam"/>
              </a:rPr>
              <a:t>Grundwert lässt sich nicht unabhängig von “Prozentwerte” anzeigen</a:t>
            </a:r>
            <a:endParaRPr sz="1600"/>
          </a:p>
          <a:p>
            <a:pPr marL="285750" indent="-285750">
              <a:buFont typeface="Arial"/>
              <a:buChar char="•"/>
              <a:defRPr/>
            </a:pPr>
            <a:r>
              <a:rPr lang="de-DE" sz="1600"/>
              <a:t>Derzeit wird beim Öffnen 0 MB, 0%, 100 % immer direkt angezeigt. </a:t>
            </a:r>
            <a:endParaRPr/>
          </a:p>
          <a:p>
            <a:pPr marL="971550" lvl="1" indent="-285750">
              <a:buFont typeface="Arial"/>
              <a:buChar char="•"/>
              <a:defRPr/>
            </a:pPr>
            <a:r>
              <a:rPr lang="de-DE" sz="1800">
                <a:latin typeface="Be Vietnam"/>
              </a:rPr>
              <a:t>Können wir das im Hintergrund ausschalten für bestimmte Aufgaben, bzw. nur einzelne dieser Werte anzeigen? </a:t>
            </a:r>
            <a:endParaRPr/>
          </a:p>
          <a:p>
            <a:pPr marL="971550" lvl="1" indent="-285750">
              <a:buFont typeface="Arial"/>
              <a:buChar char="•"/>
              <a:defRPr/>
            </a:pPr>
            <a:r>
              <a:rPr lang="de-DE" sz="1800">
                <a:latin typeface="Be Vietnam"/>
              </a:rPr>
              <a:t>Könnten wir auch andere Werte am Streifen anzeigen lassen an bestimmter Stelle, z. B: die 80 %? (auch nur als Einstellung im Hintergrund für uns als Admins)</a:t>
            </a:r>
            <a:endParaRPr sz="1800">
              <a:latin typeface="Be Vietnam"/>
            </a:endParaRPr>
          </a:p>
          <a:p>
            <a:pPr marL="1371600" lvl="2" indent="-285750">
              <a:buFont typeface="Arial"/>
              <a:buChar char="•"/>
              <a:defRPr/>
            </a:pPr>
            <a:r>
              <a:rPr lang="de-DE" sz="1400">
                <a:latin typeface="Be Vietnam"/>
              </a:rPr>
              <a:t>Update: Bei Prozent geht es, bei der zweiten Skala nicht: </a:t>
            </a:r>
            <a:r>
              <a:rPr lang="en-US" sz="1400" b="0" i="0" u="none" strike="noStrike" cap="none" spc="0">
                <a:solidFill>
                  <a:schemeClr val="tx1"/>
                </a:solidFill>
                <a:latin typeface="+mn-lt"/>
                <a:ea typeface="+mn-ea"/>
                <a:cs typeface="+mn-cs"/>
              </a:rPr>
              <a:t>der Befehl “custompevalues” geht noch nicht richtig. Dort eingegeben Werte können nicht unabhängig von den Tocken Prozentwerte angezeigt werden am Streifen</a:t>
            </a:r>
            <a:endParaRPr/>
          </a:p>
        </p:txBody>
      </p:sp>
      <p:pic>
        <p:nvPicPr>
          <p:cNvPr id="1760043557" name="Grafik 2"/>
          <p:cNvPicPr>
            <a:picLocks noChangeAspect="1"/>
          </p:cNvPicPr>
          <p:nvPr/>
        </p:nvPicPr>
        <p:blipFill>
          <a:blip r:embed="rId3"/>
          <a:stretch/>
        </p:blipFill>
        <p:spPr bwMode="auto">
          <a:xfrm>
            <a:off x="2378414" y="4526372"/>
            <a:ext cx="3180163" cy="1132448"/>
          </a:xfrm>
          <a:prstGeom prst="rect">
            <a:avLst/>
          </a:prstGeom>
        </p:spPr>
      </p:pic>
      <p:sp>
        <p:nvSpPr>
          <p:cNvPr id="305913439" name="Textfeld 3"/>
          <p:cNvSpPr txBox="1"/>
          <p:nvPr/>
        </p:nvSpPr>
        <p:spPr bwMode="auto">
          <a:xfrm flipH="0" flipV="0">
            <a:off x="4047743" y="5042310"/>
            <a:ext cx="984382" cy="244199"/>
          </a:xfrm>
          <a:prstGeom prst="rect">
            <a:avLst/>
          </a:prstGeom>
          <a:noFill/>
        </p:spPr>
        <p:txBody>
          <a:bodyPr wrap="square" rtlCol="0">
            <a:spAutoFit/>
          </a:bodyPr>
          <a:lstStyle/>
          <a:p>
            <a:pPr>
              <a:defRPr/>
            </a:pPr>
            <a:r>
              <a:rPr lang="de-DE" sz="1000"/>
              <a:t>500 MB</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1202733" name="Inhaltsplatzhalter 3"/>
          <p:cNvSpPr>
            <a:spLocks noGrp="1"/>
          </p:cNvSpPr>
          <p:nvPr>
            <p:ph sz="quarter" idx="30" hasCustomPrompt="1"/>
          </p:nvPr>
        </p:nvSpPr>
        <p:spPr bwMode="auto">
          <a:xfrm>
            <a:off x="257900" y="226062"/>
            <a:ext cx="8628197" cy="392112"/>
          </a:xfrm>
          <a:prstGeom prst="rect">
            <a:avLst/>
          </a:prstGeom>
        </p:spPr>
        <p:txBody>
          <a:bodyPr/>
          <a:lstStyle>
            <a:lvl1pPr marL="0" marR="0" indent="0" algn="l" defTabSz="806866">
              <a:lnSpc>
                <a:spcPct val="90000"/>
              </a:lnSpc>
              <a:spcBef>
                <a:spcPts val="881"/>
              </a:spcBef>
              <a:spcAft>
                <a:spcPts val="0"/>
              </a:spcAft>
              <a:buClrTx/>
              <a:buSzTx/>
              <a:buFont typeface="Arial"/>
              <a:buNone/>
              <a:defRPr sz="1800">
                <a:latin typeface="Be Vietnam"/>
              </a:defRPr>
            </a:lvl1pPr>
          </a:lstStyle>
          <a:p>
            <a:pPr>
              <a:defRPr/>
            </a:pPr>
            <a:r>
              <a:rPr>
                <a:highlight>
                  <a:srgbClr val="FFFF00"/>
                </a:highlight>
              </a:rPr>
              <a:t>Änderungen </a:t>
            </a:r>
            <a:r>
              <a:rPr>
                <a:highlight>
                  <a:srgbClr val="FFFF00"/>
                </a:highlight>
              </a:rPr>
              <a:t>im September: </a:t>
            </a:r>
            <a:endParaRPr/>
          </a:p>
        </p:txBody>
      </p:sp>
      <p:sp>
        <p:nvSpPr>
          <p:cNvPr id="805891395" name="Textfeld 596319716"/>
          <p:cNvSpPr txBox="1"/>
          <p:nvPr/>
        </p:nvSpPr>
        <p:spPr bwMode="auto">
          <a:xfrm>
            <a:off x="308589" y="863199"/>
            <a:ext cx="8755069" cy="14634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83879" indent="-283879">
              <a:buFont typeface="Arial"/>
              <a:buChar char="•"/>
              <a:defRPr/>
            </a:pPr>
            <a:r>
              <a:rPr/>
              <a:t>Option, </a:t>
            </a:r>
            <a:r>
              <a:rPr/>
              <a:t>dass</a:t>
            </a:r>
            <a:r>
              <a:rPr/>
              <a:t> </a:t>
            </a:r>
            <a:r>
              <a:rPr/>
              <a:t>Werte</a:t>
            </a:r>
            <a:r>
              <a:rPr/>
              <a:t> an </a:t>
            </a:r>
            <a:r>
              <a:rPr/>
              <a:t>Strichen</a:t>
            </a:r>
            <a:r>
              <a:rPr/>
              <a:t> </a:t>
            </a:r>
            <a:r>
              <a:rPr/>
              <a:t>nicht</a:t>
            </a:r>
            <a:r>
              <a:rPr/>
              <a:t> </a:t>
            </a:r>
            <a:r>
              <a:rPr/>
              <a:t>immer</a:t>
            </a:r>
            <a:r>
              <a:rPr/>
              <a:t> </a:t>
            </a:r>
            <a:r>
              <a:rPr/>
              <a:t>direkt</a:t>
            </a:r>
            <a:r>
              <a:rPr/>
              <a:t> alle </a:t>
            </a:r>
            <a:r>
              <a:rPr/>
              <a:t>angezeigt</a:t>
            </a:r>
            <a:r>
              <a:rPr/>
              <a:t> </a:t>
            </a:r>
            <a:r>
              <a:rPr/>
              <a:t>werden</a:t>
            </a:r>
            <a:r>
              <a:rPr/>
              <a:t>, </a:t>
            </a:r>
            <a:r>
              <a:rPr/>
              <a:t>sondern</a:t>
            </a:r>
            <a:r>
              <a:rPr/>
              <a:t> erst, </a:t>
            </a:r>
            <a:r>
              <a:rPr/>
              <a:t>wenn</a:t>
            </a:r>
            <a:r>
              <a:rPr/>
              <a:t> </a:t>
            </a:r>
            <a:r>
              <a:rPr/>
              <a:t>orangener</a:t>
            </a:r>
            <a:r>
              <a:rPr/>
              <a:t> </a:t>
            </a:r>
            <a:r>
              <a:rPr/>
              <a:t>Balken</a:t>
            </a:r>
            <a:r>
              <a:rPr/>
              <a:t> </a:t>
            </a:r>
            <a:r>
              <a:rPr/>
              <a:t>mit</a:t>
            </a:r>
            <a:r>
              <a:rPr/>
              <a:t> </a:t>
            </a:r>
            <a:r>
              <a:rPr/>
              <a:t>Bögen</a:t>
            </a:r>
            <a:r>
              <a:rPr/>
              <a:t> </a:t>
            </a:r>
            <a:r>
              <a:rPr/>
              <a:t>dahingezogen</a:t>
            </a:r>
            <a:r>
              <a:rPr/>
              <a:t> </a:t>
            </a:r>
            <a:r>
              <a:rPr/>
              <a:t>wird</a:t>
            </a:r>
            <a:r>
              <a:rPr/>
              <a:t>. </a:t>
            </a:r>
            <a:br>
              <a:rPr/>
            </a:br>
            <a:r>
              <a:rPr/>
              <a:t>(aber über Tockesn Prozentwerte und Prozentsätze müssen trotzdem auch alle anzeigbar sein)</a:t>
            </a:r>
            <a:endParaRPr/>
          </a:p>
          <a:p>
            <a:pPr>
              <a:defRPr/>
            </a:pPr>
            <a:endParaRPr/>
          </a:p>
        </p:txBody>
      </p:sp>
      <p:sp>
        <p:nvSpPr>
          <p:cNvPr id="1558196174" name="Textfeld 8"/>
          <p:cNvSpPr txBox="1"/>
          <p:nvPr/>
        </p:nvSpPr>
        <p:spPr bwMode="auto">
          <a:xfrm>
            <a:off x="726831" y="2468657"/>
            <a:ext cx="4579814" cy="369332"/>
          </a:xfrm>
          <a:prstGeom prst="rect">
            <a:avLst/>
          </a:prstGeom>
          <a:noFill/>
        </p:spPr>
        <p:txBody>
          <a:bodyPr wrap="square">
            <a:spAutoFit/>
          </a:bodyPr>
          <a:lstStyle/>
          <a:p>
            <a:pPr>
              <a:defRPr/>
            </a:pPr>
            <a:r>
              <a:rPr lang="de-DE"/>
              <a:t>Aktuell:</a:t>
            </a:r>
            <a:endParaRPr/>
          </a:p>
        </p:txBody>
      </p:sp>
      <p:pic>
        <p:nvPicPr>
          <p:cNvPr id="2142228185" name="Grafik 5"/>
          <p:cNvPicPr>
            <a:picLocks noChangeAspect="1"/>
          </p:cNvPicPr>
          <p:nvPr/>
        </p:nvPicPr>
        <p:blipFill>
          <a:blip r:embed="rId3"/>
          <a:stretch/>
        </p:blipFill>
        <p:spPr bwMode="auto">
          <a:xfrm>
            <a:off x="1801686" y="2204444"/>
            <a:ext cx="5306165" cy="1495634"/>
          </a:xfrm>
          <a:prstGeom prst="rect">
            <a:avLst/>
          </a:prstGeom>
        </p:spPr>
      </p:pic>
      <p:pic>
        <p:nvPicPr>
          <p:cNvPr id="159975391" name="Grafik 7"/>
          <p:cNvPicPr>
            <a:picLocks noChangeAspect="1"/>
          </p:cNvPicPr>
          <p:nvPr/>
        </p:nvPicPr>
        <p:blipFill>
          <a:blip r:embed="rId4"/>
          <a:stretch/>
        </p:blipFill>
        <p:spPr bwMode="auto">
          <a:xfrm>
            <a:off x="1856994" y="3821758"/>
            <a:ext cx="5430008" cy="1600423"/>
          </a:xfrm>
          <a:prstGeom prst="rect">
            <a:avLst/>
          </a:prstGeom>
        </p:spPr>
      </p:pic>
      <p:sp>
        <p:nvSpPr>
          <p:cNvPr id="1376419112" name="Textfeld 14"/>
          <p:cNvSpPr txBox="1"/>
          <p:nvPr/>
        </p:nvSpPr>
        <p:spPr bwMode="auto">
          <a:xfrm>
            <a:off x="726831" y="3901305"/>
            <a:ext cx="4579814" cy="369332"/>
          </a:xfrm>
          <a:prstGeom prst="rect">
            <a:avLst/>
          </a:prstGeom>
          <a:noFill/>
        </p:spPr>
        <p:txBody>
          <a:bodyPr wrap="square">
            <a:spAutoFit/>
          </a:bodyPr>
          <a:lstStyle/>
          <a:p>
            <a:pPr>
              <a:defRPr/>
            </a:pPr>
            <a:r>
              <a:rPr lang="de-DE"/>
              <a:t>Zukünftig: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5553804" name="Inhaltsplatzhalter 3"/>
          <p:cNvSpPr>
            <a:spLocks noGrp="1"/>
          </p:cNvSpPr>
          <p:nvPr>
            <p:ph sz="quarter" idx="30" hasCustomPrompt="1"/>
          </p:nvPr>
        </p:nvSpPr>
        <p:spPr bwMode="auto">
          <a:xfrm>
            <a:off x="257900" y="226062"/>
            <a:ext cx="8628197" cy="392112"/>
          </a:xfrm>
          <a:prstGeom prst="rect">
            <a:avLst/>
          </a:prstGeom>
        </p:spPr>
        <p:txBody>
          <a:bodyPr/>
          <a:lstStyle>
            <a:lvl1pPr marL="0" marR="0" indent="0" algn="l" defTabSz="806866">
              <a:lnSpc>
                <a:spcPct val="90000"/>
              </a:lnSpc>
              <a:spcBef>
                <a:spcPts val="881"/>
              </a:spcBef>
              <a:spcAft>
                <a:spcPts val="0"/>
              </a:spcAft>
              <a:buClrTx/>
              <a:buSzTx/>
              <a:buFont typeface="Arial"/>
              <a:buNone/>
              <a:defRPr sz="1800">
                <a:latin typeface="Be Vietnam"/>
              </a:defRPr>
            </a:lvl1pPr>
          </a:lstStyle>
          <a:p>
            <a:pPr>
              <a:defRPr/>
            </a:pPr>
            <a:r>
              <a:rPr lang="en-US" sz="1800" b="0" i="0" u="none" strike="noStrike" cap="none" spc="0">
                <a:solidFill>
                  <a:schemeClr val="tx1"/>
                </a:solidFill>
                <a:highlight>
                  <a:srgbClr val="FFFF00"/>
                </a:highlight>
                <a:latin typeface="Be Vietnam"/>
                <a:ea typeface="Be Vietnam"/>
                <a:cs typeface="Be Vietnam"/>
              </a:rPr>
              <a:t>Änderungen </a:t>
            </a:r>
            <a:r>
              <a:rPr lang="en-US" sz="1800" b="0" i="0" u="none" strike="noStrike" cap="none" spc="0">
                <a:solidFill>
                  <a:schemeClr val="tx1"/>
                </a:solidFill>
                <a:highlight>
                  <a:srgbClr val="FFFF00"/>
                </a:highlight>
                <a:latin typeface="Be Vietnam"/>
                <a:ea typeface="Be Vietnam"/>
                <a:cs typeface="Be Vietnam"/>
              </a:rPr>
              <a:t>im September: </a:t>
            </a:r>
            <a:endParaRPr/>
          </a:p>
        </p:txBody>
      </p:sp>
      <p:sp>
        <p:nvSpPr>
          <p:cNvPr id="62279942" name="Textfeld 596319716"/>
          <p:cNvSpPr txBox="1"/>
          <p:nvPr/>
        </p:nvSpPr>
        <p:spPr bwMode="auto">
          <a:xfrm>
            <a:off x="308589" y="863199"/>
            <a:ext cx="8762989" cy="10976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83879" indent="-283879">
              <a:buFont typeface="Arial"/>
              <a:buChar char="•"/>
              <a:defRPr/>
            </a:pPr>
            <a:r>
              <a:rPr/>
              <a:t>nicht</a:t>
            </a:r>
            <a:r>
              <a:rPr/>
              <a:t> </a:t>
            </a:r>
            <a:r>
              <a:rPr/>
              <a:t>nur</a:t>
            </a:r>
            <a:r>
              <a:rPr/>
              <a:t> </a:t>
            </a:r>
            <a:r>
              <a:rPr/>
              <a:t>Anzhal</a:t>
            </a:r>
            <a:r>
              <a:rPr/>
              <a:t> der </a:t>
            </a:r>
            <a:r>
              <a:rPr/>
              <a:t>Schritte</a:t>
            </a:r>
            <a:r>
              <a:rPr/>
              <a:t> </a:t>
            </a:r>
            <a:r>
              <a:rPr/>
              <a:t>als</a:t>
            </a:r>
            <a:r>
              <a:rPr/>
              <a:t> </a:t>
            </a:r>
            <a:r>
              <a:rPr/>
              <a:t>Kontrollkästchen</a:t>
            </a:r>
            <a:r>
              <a:rPr/>
              <a:t> </a:t>
            </a:r>
            <a:r>
              <a:rPr/>
              <a:t>sondern</a:t>
            </a:r>
            <a:r>
              <a:rPr/>
              <a:t> </a:t>
            </a:r>
            <a:r>
              <a:rPr/>
              <a:t>auch</a:t>
            </a:r>
            <a:r>
              <a:rPr/>
              <a:t> </a:t>
            </a:r>
            <a:r>
              <a:rPr/>
              <a:t>Größe</a:t>
            </a:r>
            <a:r>
              <a:rPr/>
              <a:t> </a:t>
            </a:r>
            <a:r>
              <a:rPr/>
              <a:t>eines</a:t>
            </a:r>
            <a:r>
              <a:rPr/>
              <a:t> </a:t>
            </a:r>
            <a:r>
              <a:rPr/>
              <a:t>Schritts</a:t>
            </a:r>
            <a:endParaRPr/>
          </a:p>
          <a:p>
            <a:pPr>
              <a:defRPr/>
            </a:pPr>
            <a:r>
              <a:rPr/>
              <a:t>	</a:t>
            </a:r>
            <a:r>
              <a:rPr sz="1200">
                <a:solidFill>
                  <a:srgbClr val="FF0000"/>
                </a:solidFill>
              </a:rPr>
              <a:t>Update: Team Prozente klärt noch ab, was genau bei unpassenden Schritten ausgespuckt werden soll</a:t>
            </a:r>
            <a:endParaRPr sz="1200">
              <a:solidFill>
                <a:srgbClr val="FF0000"/>
              </a:solidFill>
            </a:endParaRPr>
          </a:p>
          <a:p>
            <a:pPr>
              <a:defRPr/>
            </a:pPr>
            <a:endParaRPr/>
          </a:p>
        </p:txBody>
      </p:sp>
      <p:pic>
        <p:nvPicPr>
          <p:cNvPr id="393638669" name="Grafik 1253232809"/>
          <p:cNvPicPr>
            <a:picLocks noChangeAspect="1"/>
          </p:cNvPicPr>
          <p:nvPr/>
        </p:nvPicPr>
        <p:blipFill>
          <a:blip r:embed="rId3"/>
          <a:stretch/>
        </p:blipFill>
        <p:spPr bwMode="auto">
          <a:xfrm>
            <a:off x="544297" y="2602705"/>
            <a:ext cx="4892499" cy="2197926"/>
          </a:xfrm>
          <a:prstGeom prst="rect">
            <a:avLst/>
          </a:prstGeom>
        </p:spPr>
      </p:pic>
      <p:sp>
        <p:nvSpPr>
          <p:cNvPr id="1256868839" name="Textfeld 492341969"/>
          <p:cNvSpPr txBox="1"/>
          <p:nvPr/>
        </p:nvSpPr>
        <p:spPr bwMode="auto">
          <a:xfrm>
            <a:off x="5935019" y="2088355"/>
            <a:ext cx="3096600" cy="31093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b="0" i="0" u="none">
                <a:solidFill>
                  <a:srgbClr val="000000"/>
                </a:solidFill>
                <a:latin typeface="Arial"/>
                <a:ea typeface="Arial"/>
                <a:cs typeface="Arial"/>
              </a:rPr>
              <a:t>Hier</a:t>
            </a:r>
            <a:r>
              <a:rPr sz="1200" b="0" i="0" u="none">
                <a:solidFill>
                  <a:srgbClr val="000000"/>
                </a:solidFill>
                <a:latin typeface="Arial"/>
                <a:ea typeface="Arial"/>
                <a:cs typeface="Arial"/>
              </a:rPr>
              <a:t> </a:t>
            </a:r>
            <a:r>
              <a:rPr sz="1200" b="0" i="0" u="none">
                <a:solidFill>
                  <a:srgbClr val="000000"/>
                </a:solidFill>
                <a:latin typeface="Arial"/>
                <a:ea typeface="Arial"/>
                <a:cs typeface="Arial"/>
              </a:rPr>
              <a:t>brauchen</a:t>
            </a:r>
            <a:r>
              <a:rPr sz="1200" b="0" i="0" u="none">
                <a:solidFill>
                  <a:srgbClr val="000000"/>
                </a:solidFill>
                <a:latin typeface="Arial"/>
                <a:ea typeface="Arial"/>
                <a:cs typeface="Arial"/>
              </a:rPr>
              <a:t> </a:t>
            </a:r>
            <a:r>
              <a:rPr sz="1200" b="0" i="0" u="none">
                <a:solidFill>
                  <a:srgbClr val="000000"/>
                </a:solidFill>
                <a:latin typeface="Arial"/>
                <a:ea typeface="Arial"/>
                <a:cs typeface="Arial"/>
              </a:rPr>
              <a:t>wir</a:t>
            </a:r>
            <a:r>
              <a:rPr sz="1200" b="0" i="0" u="none">
                <a:solidFill>
                  <a:srgbClr val="000000"/>
                </a:solidFill>
                <a:latin typeface="Arial"/>
                <a:ea typeface="Arial"/>
                <a:cs typeface="Arial"/>
              </a:rPr>
              <a:t> </a:t>
            </a:r>
            <a:r>
              <a:rPr sz="1200" b="0" i="0" u="none">
                <a:solidFill>
                  <a:srgbClr val="000000"/>
                </a:solidFill>
                <a:latin typeface="Arial"/>
                <a:ea typeface="Arial"/>
                <a:cs typeface="Arial"/>
              </a:rPr>
              <a:t>eine</a:t>
            </a:r>
            <a:r>
              <a:rPr sz="1200" b="0" i="0" u="none">
                <a:solidFill>
                  <a:srgbClr val="000000"/>
                </a:solidFill>
                <a:latin typeface="Arial"/>
                <a:ea typeface="Arial"/>
                <a:cs typeface="Arial"/>
              </a:rPr>
              <a:t> </a:t>
            </a:r>
            <a:r>
              <a:rPr sz="1200" b="0" i="0" u="none">
                <a:solidFill>
                  <a:srgbClr val="000000"/>
                </a:solidFill>
                <a:latin typeface="Arial"/>
                <a:ea typeface="Arial"/>
                <a:cs typeface="Arial"/>
              </a:rPr>
              <a:t>Änderung</a:t>
            </a:r>
            <a:r>
              <a:rPr sz="1200" b="0" i="0" u="none">
                <a:solidFill>
                  <a:srgbClr val="000000"/>
                </a:solidFill>
                <a:latin typeface="Arial"/>
                <a:ea typeface="Arial"/>
                <a:cs typeface="Arial"/>
              </a:rPr>
              <a:t> des </a:t>
            </a:r>
            <a:r>
              <a:rPr sz="1200" b="0" i="0" u="none">
                <a:solidFill>
                  <a:srgbClr val="000000"/>
                </a:solidFill>
                <a:latin typeface="Arial"/>
                <a:ea typeface="Arial"/>
                <a:cs typeface="Arial"/>
              </a:rPr>
              <a:t>Streifens</a:t>
            </a:r>
            <a:r>
              <a:rPr sz="1200" b="0" i="0" u="none">
                <a:solidFill>
                  <a:srgbClr val="000000"/>
                </a:solidFill>
                <a:latin typeface="Arial"/>
                <a:ea typeface="Arial"/>
                <a:cs typeface="Arial"/>
              </a:rPr>
              <a:t>: </a:t>
            </a:r>
            <a:endParaRPr sz="1200"/>
          </a:p>
          <a:p>
            <a:pPr>
              <a:defRPr/>
            </a:pPr>
            <a:r>
              <a:rPr sz="1200" b="0" i="0" u="none">
                <a:solidFill>
                  <a:srgbClr val="000000"/>
                </a:solidFill>
                <a:latin typeface="Arial"/>
                <a:ea typeface="Arial"/>
                <a:cs typeface="Arial"/>
              </a:rPr>
              <a:t>Zusätzliches</a:t>
            </a:r>
            <a:r>
              <a:rPr sz="1200" b="0" i="0" u="none">
                <a:solidFill>
                  <a:srgbClr val="000000"/>
                </a:solidFill>
                <a:latin typeface="Arial"/>
                <a:ea typeface="Arial"/>
                <a:cs typeface="Arial"/>
              </a:rPr>
              <a:t> </a:t>
            </a:r>
            <a:r>
              <a:rPr sz="1200" b="0" i="0" u="none">
                <a:solidFill>
                  <a:srgbClr val="000000"/>
                </a:solidFill>
                <a:latin typeface="Arial"/>
                <a:ea typeface="Arial"/>
                <a:cs typeface="Arial"/>
              </a:rPr>
              <a:t>Kontrollkästchen</a:t>
            </a:r>
            <a:r>
              <a:rPr sz="1200" b="0" i="0" u="none">
                <a:solidFill>
                  <a:srgbClr val="000000"/>
                </a:solidFill>
                <a:latin typeface="Arial"/>
                <a:ea typeface="Arial"/>
                <a:cs typeface="Arial"/>
              </a:rPr>
              <a:t> </a:t>
            </a:r>
            <a:r>
              <a:rPr sz="1200" b="0" i="0" u="none">
                <a:solidFill>
                  <a:srgbClr val="000000"/>
                </a:solidFill>
                <a:latin typeface="Arial"/>
                <a:ea typeface="Arial"/>
                <a:cs typeface="Arial"/>
              </a:rPr>
              <a:t>zur</a:t>
            </a:r>
            <a:r>
              <a:rPr sz="1200" b="0" i="0" u="none">
                <a:solidFill>
                  <a:srgbClr val="000000"/>
                </a:solidFill>
                <a:latin typeface="Arial"/>
                <a:ea typeface="Arial"/>
                <a:cs typeface="Arial"/>
              </a:rPr>
              <a:t> </a:t>
            </a:r>
            <a:r>
              <a:rPr sz="1200" b="0" i="0" u="none">
                <a:solidFill>
                  <a:srgbClr val="000000"/>
                </a:solidFill>
                <a:latin typeface="Arial"/>
                <a:ea typeface="Arial"/>
                <a:cs typeface="Arial"/>
              </a:rPr>
              <a:t>Größe</a:t>
            </a:r>
            <a:r>
              <a:rPr sz="1200" b="0" i="0" u="none">
                <a:solidFill>
                  <a:srgbClr val="000000"/>
                </a:solidFill>
                <a:latin typeface="Arial"/>
                <a:ea typeface="Arial"/>
                <a:cs typeface="Arial"/>
              </a:rPr>
              <a:t> des </a:t>
            </a:r>
            <a:r>
              <a:rPr sz="1200" b="0" i="0" u="none">
                <a:solidFill>
                  <a:srgbClr val="000000"/>
                </a:solidFill>
                <a:latin typeface="Arial"/>
                <a:ea typeface="Arial"/>
                <a:cs typeface="Arial"/>
              </a:rPr>
              <a:t>Schritts</a:t>
            </a:r>
            <a:r>
              <a:rPr sz="1200" b="0" i="0" u="none">
                <a:solidFill>
                  <a:srgbClr val="000000"/>
                </a:solidFill>
                <a:latin typeface="Arial"/>
                <a:ea typeface="Arial"/>
                <a:cs typeface="Arial"/>
              </a:rPr>
              <a:t> in </a:t>
            </a:r>
            <a:r>
              <a:rPr sz="1200" b="0" i="0" u="none">
                <a:solidFill>
                  <a:srgbClr val="000000"/>
                </a:solidFill>
                <a:latin typeface="Arial"/>
                <a:ea typeface="Arial"/>
                <a:cs typeface="Arial"/>
              </a:rPr>
              <a:t>beiden</a:t>
            </a:r>
            <a:r>
              <a:rPr sz="1200" b="0" i="0" u="none">
                <a:solidFill>
                  <a:srgbClr val="000000"/>
                </a:solidFill>
                <a:latin typeface="Arial"/>
                <a:ea typeface="Arial"/>
                <a:cs typeface="Arial"/>
              </a:rPr>
              <a:t> </a:t>
            </a:r>
            <a:r>
              <a:rPr sz="1200" b="0" i="0" u="none">
                <a:solidFill>
                  <a:srgbClr val="000000"/>
                </a:solidFill>
                <a:latin typeface="Arial"/>
                <a:ea typeface="Arial"/>
                <a:cs typeface="Arial"/>
              </a:rPr>
              <a:t>Skalen</a:t>
            </a:r>
            <a:r>
              <a:rPr sz="1200" b="0" i="0" u="none">
                <a:solidFill>
                  <a:srgbClr val="000000"/>
                </a:solidFill>
                <a:latin typeface="Arial"/>
                <a:ea typeface="Arial"/>
                <a:cs typeface="Arial"/>
              </a:rPr>
              <a:t>.</a:t>
            </a:r>
            <a:endParaRPr sz="1200"/>
          </a:p>
          <a:p>
            <a:pPr>
              <a:defRPr/>
            </a:pPr>
            <a:r>
              <a:rPr sz="1200" b="0" i="0" u="none">
                <a:solidFill>
                  <a:srgbClr val="000000"/>
                </a:solidFill>
                <a:latin typeface="Arial"/>
                <a:ea typeface="Arial"/>
                <a:cs typeface="Arial"/>
              </a:rPr>
              <a:t>Diese</a:t>
            </a:r>
            <a:r>
              <a:rPr sz="1200" b="0" i="0" u="none">
                <a:solidFill>
                  <a:srgbClr val="000000"/>
                </a:solidFill>
                <a:latin typeface="Arial"/>
                <a:ea typeface="Arial"/>
                <a:cs typeface="Arial"/>
              </a:rPr>
              <a:t> </a:t>
            </a:r>
            <a:r>
              <a:rPr sz="1200" b="0" i="0" u="none">
                <a:solidFill>
                  <a:srgbClr val="000000"/>
                </a:solidFill>
                <a:latin typeface="Arial"/>
                <a:ea typeface="Arial"/>
                <a:cs typeface="Arial"/>
              </a:rPr>
              <a:t>Größevarriieren</a:t>
            </a:r>
            <a:r>
              <a:rPr sz="1200" b="0" i="0" u="none">
                <a:solidFill>
                  <a:srgbClr val="000000"/>
                </a:solidFill>
                <a:latin typeface="Arial"/>
                <a:ea typeface="Arial"/>
                <a:cs typeface="Arial"/>
              </a:rPr>
              <a:t> die Kids und </a:t>
            </a:r>
            <a:r>
              <a:rPr sz="1200" b="0" i="0" u="none">
                <a:solidFill>
                  <a:srgbClr val="000000"/>
                </a:solidFill>
                <a:latin typeface="Arial"/>
                <a:ea typeface="Arial"/>
                <a:cs typeface="Arial"/>
              </a:rPr>
              <a:t>zählen</a:t>
            </a:r>
            <a:r>
              <a:rPr sz="1200" b="0" i="0" u="none">
                <a:solidFill>
                  <a:srgbClr val="000000"/>
                </a:solidFill>
                <a:latin typeface="Arial"/>
                <a:ea typeface="Arial"/>
                <a:cs typeface="Arial"/>
              </a:rPr>
              <a:t> </a:t>
            </a:r>
            <a:r>
              <a:rPr sz="1200" b="0" i="0" u="none">
                <a:solidFill>
                  <a:srgbClr val="000000"/>
                </a:solidFill>
                <a:latin typeface="Arial"/>
                <a:ea typeface="Arial"/>
                <a:cs typeface="Arial"/>
              </a:rPr>
              <a:t>damitam</a:t>
            </a:r>
            <a:r>
              <a:rPr sz="1200" b="0" i="0" u="none">
                <a:solidFill>
                  <a:srgbClr val="000000"/>
                </a:solidFill>
                <a:latin typeface="Arial"/>
                <a:ea typeface="Arial"/>
                <a:cs typeface="Arial"/>
              </a:rPr>
              <a:t> </a:t>
            </a:r>
            <a:r>
              <a:rPr sz="1200" b="0" i="0" u="none">
                <a:solidFill>
                  <a:srgbClr val="000000"/>
                </a:solidFill>
                <a:latin typeface="Arial"/>
                <a:ea typeface="Arial"/>
                <a:cs typeface="Arial"/>
              </a:rPr>
              <a:t>dynamischen</a:t>
            </a:r>
            <a:r>
              <a:rPr sz="1200" b="0" i="0" u="none">
                <a:solidFill>
                  <a:srgbClr val="000000"/>
                </a:solidFill>
                <a:latin typeface="Arial"/>
                <a:ea typeface="Arial"/>
                <a:cs typeface="Arial"/>
              </a:rPr>
              <a:t> </a:t>
            </a:r>
            <a:r>
              <a:rPr sz="1200" b="0" i="0" u="none">
                <a:solidFill>
                  <a:srgbClr val="000000"/>
                </a:solidFill>
                <a:latin typeface="Arial"/>
                <a:ea typeface="Arial"/>
                <a:cs typeface="Arial"/>
              </a:rPr>
              <a:t>Streifen</a:t>
            </a:r>
            <a:r>
              <a:rPr sz="1200" b="0" i="0" u="none">
                <a:solidFill>
                  <a:srgbClr val="000000"/>
                </a:solidFill>
                <a:latin typeface="Arial"/>
                <a:ea typeface="Arial"/>
                <a:cs typeface="Arial"/>
              </a:rPr>
              <a:t> </a:t>
            </a:r>
            <a:r>
              <a:rPr sz="1200" b="0" i="0" u="none">
                <a:solidFill>
                  <a:srgbClr val="000000"/>
                </a:solidFill>
                <a:latin typeface="Arial"/>
                <a:ea typeface="Arial"/>
                <a:cs typeface="Arial"/>
              </a:rPr>
              <a:t>hoch</a:t>
            </a:r>
            <a:r>
              <a:rPr sz="1200" b="0" i="0" u="none">
                <a:solidFill>
                  <a:srgbClr val="000000"/>
                </a:solidFill>
                <a:latin typeface="Arial"/>
                <a:ea typeface="Arial"/>
                <a:cs typeface="Arial"/>
              </a:rPr>
              <a:t> (</a:t>
            </a:r>
            <a:r>
              <a:rPr sz="1200" b="0" i="0" u="none">
                <a:solidFill>
                  <a:srgbClr val="000000"/>
                </a:solidFill>
                <a:latin typeface="Arial"/>
                <a:ea typeface="Arial"/>
                <a:cs typeface="Arial"/>
              </a:rPr>
              <a:t>Werte</a:t>
            </a:r>
            <a:r>
              <a:rPr sz="1200" b="0" i="0" u="none">
                <a:solidFill>
                  <a:srgbClr val="000000"/>
                </a:solidFill>
                <a:latin typeface="Arial"/>
                <a:ea typeface="Arial"/>
                <a:cs typeface="Arial"/>
              </a:rPr>
              <a:t> und </a:t>
            </a:r>
            <a:r>
              <a:rPr sz="1200" b="0" i="0" u="none">
                <a:solidFill>
                  <a:srgbClr val="000000"/>
                </a:solidFill>
                <a:latin typeface="Arial"/>
                <a:ea typeface="Arial"/>
                <a:cs typeface="Arial"/>
              </a:rPr>
              <a:t>Bögen</a:t>
            </a:r>
            <a:r>
              <a:rPr sz="1200" b="0" i="0" u="none">
                <a:solidFill>
                  <a:srgbClr val="000000"/>
                </a:solidFill>
                <a:latin typeface="Arial"/>
                <a:ea typeface="Arial"/>
                <a:cs typeface="Arial"/>
              </a:rPr>
              <a:t> </a:t>
            </a:r>
            <a:r>
              <a:rPr sz="1200" b="0" i="0" u="none">
                <a:solidFill>
                  <a:srgbClr val="000000"/>
                </a:solidFill>
                <a:latin typeface="Arial"/>
                <a:ea typeface="Arial"/>
                <a:cs typeface="Arial"/>
              </a:rPr>
              <a:t>ploppen</a:t>
            </a:r>
            <a:r>
              <a:rPr sz="1200" b="0" i="0" u="none">
                <a:solidFill>
                  <a:srgbClr val="000000"/>
                </a:solidFill>
                <a:latin typeface="Arial"/>
                <a:ea typeface="Arial"/>
                <a:cs typeface="Arial"/>
              </a:rPr>
              <a:t> erst </a:t>
            </a:r>
            <a:r>
              <a:rPr sz="1200" b="0" i="0" u="none">
                <a:solidFill>
                  <a:srgbClr val="000000"/>
                </a:solidFill>
                <a:latin typeface="Arial"/>
                <a:ea typeface="Arial"/>
                <a:cs typeface="Arial"/>
              </a:rPr>
              <a:t>mit</a:t>
            </a:r>
            <a:r>
              <a:rPr sz="1200" b="0" i="0" u="none">
                <a:solidFill>
                  <a:srgbClr val="000000"/>
                </a:solidFill>
                <a:latin typeface="Arial"/>
                <a:ea typeface="Arial"/>
                <a:cs typeface="Arial"/>
              </a:rPr>
              <a:t> </a:t>
            </a:r>
            <a:r>
              <a:rPr sz="1200" b="0" i="0" u="none">
                <a:solidFill>
                  <a:srgbClr val="000000"/>
                </a:solidFill>
                <a:latin typeface="Arial"/>
                <a:ea typeface="Arial"/>
                <a:cs typeface="Arial"/>
              </a:rPr>
              <a:t>Ziehen</a:t>
            </a:r>
            <a:r>
              <a:rPr sz="1200" b="0" i="0" u="none">
                <a:solidFill>
                  <a:srgbClr val="000000"/>
                </a:solidFill>
                <a:latin typeface="Arial"/>
                <a:ea typeface="Arial"/>
                <a:cs typeface="Arial"/>
              </a:rPr>
              <a:t> des </a:t>
            </a:r>
            <a:r>
              <a:rPr sz="1200" b="0" i="0" u="none">
                <a:solidFill>
                  <a:srgbClr val="000000"/>
                </a:solidFill>
                <a:latin typeface="Arial"/>
                <a:ea typeface="Arial"/>
                <a:cs typeface="Arial"/>
              </a:rPr>
              <a:t>gelben</a:t>
            </a:r>
            <a:r>
              <a:rPr sz="1200" b="0" i="0" u="none">
                <a:solidFill>
                  <a:srgbClr val="000000"/>
                </a:solidFill>
                <a:latin typeface="Arial"/>
                <a:ea typeface="Arial"/>
                <a:cs typeface="Arial"/>
              </a:rPr>
              <a:t> </a:t>
            </a:r>
            <a:r>
              <a:rPr sz="1200" b="0" i="0" u="none">
                <a:solidFill>
                  <a:srgbClr val="000000"/>
                </a:solidFill>
                <a:latin typeface="Arial"/>
                <a:ea typeface="Arial"/>
                <a:cs typeface="Arial"/>
              </a:rPr>
              <a:t>Balkensauf</a:t>
            </a:r>
            <a:r>
              <a:rPr sz="1200" b="0" i="0" u="none">
                <a:solidFill>
                  <a:srgbClr val="000000"/>
                </a:solidFill>
                <a:latin typeface="Arial"/>
                <a:ea typeface="Arial"/>
                <a:cs typeface="Arial"/>
              </a:rPr>
              <a:t>.)</a:t>
            </a:r>
            <a:endParaRPr sz="1200"/>
          </a:p>
          <a:p>
            <a:pPr>
              <a:defRPr/>
            </a:pPr>
            <a:r>
              <a:rPr sz="1200" b="0" i="0" u="none">
                <a:solidFill>
                  <a:srgbClr val="000000"/>
                </a:solidFill>
                <a:latin typeface="Arial"/>
                <a:ea typeface="Arial"/>
                <a:cs typeface="Arial"/>
              </a:rPr>
              <a:t>Falls </a:t>
            </a:r>
            <a:r>
              <a:rPr sz="1200" b="0" i="0" u="none">
                <a:solidFill>
                  <a:srgbClr val="000000"/>
                </a:solidFill>
                <a:latin typeface="Arial"/>
                <a:ea typeface="Arial"/>
                <a:cs typeface="Arial"/>
              </a:rPr>
              <a:t>Größe</a:t>
            </a:r>
            <a:r>
              <a:rPr sz="1200" b="0" i="0" u="none">
                <a:solidFill>
                  <a:srgbClr val="000000"/>
                </a:solidFill>
                <a:latin typeface="Arial"/>
                <a:ea typeface="Arial"/>
                <a:cs typeface="Arial"/>
              </a:rPr>
              <a:t> </a:t>
            </a:r>
            <a:r>
              <a:rPr sz="1200" b="0" i="0" u="none">
                <a:solidFill>
                  <a:srgbClr val="000000"/>
                </a:solidFill>
                <a:latin typeface="Arial"/>
                <a:ea typeface="Arial"/>
                <a:cs typeface="Arial"/>
              </a:rPr>
              <a:t>nicht</a:t>
            </a:r>
            <a:r>
              <a:rPr sz="1200" b="0" i="0" u="none">
                <a:solidFill>
                  <a:srgbClr val="000000"/>
                </a:solidFill>
                <a:latin typeface="Arial"/>
                <a:ea typeface="Arial"/>
                <a:cs typeface="Arial"/>
              </a:rPr>
              <a:t> </a:t>
            </a:r>
            <a:r>
              <a:rPr sz="1200" b="0" i="0" u="none">
                <a:solidFill>
                  <a:srgbClr val="000000"/>
                </a:solidFill>
                <a:latin typeface="Arial"/>
                <a:ea typeface="Arial"/>
                <a:cs typeface="Arial"/>
              </a:rPr>
              <a:t>passt</a:t>
            </a:r>
            <a:r>
              <a:rPr sz="1200" b="0" i="0" u="none">
                <a:solidFill>
                  <a:srgbClr val="000000"/>
                </a:solidFill>
                <a:latin typeface="Arial"/>
                <a:ea typeface="Arial"/>
                <a:cs typeface="Arial"/>
              </a:rPr>
              <a:t>, </a:t>
            </a:r>
            <a:r>
              <a:rPr sz="1200" b="0" i="0" u="none">
                <a:solidFill>
                  <a:srgbClr val="000000"/>
                </a:solidFill>
                <a:latin typeface="Arial"/>
                <a:ea typeface="Arial"/>
                <a:cs typeface="Arial"/>
              </a:rPr>
              <a:t>können</a:t>
            </a:r>
            <a:r>
              <a:rPr sz="1200" b="0" i="0" u="none">
                <a:solidFill>
                  <a:srgbClr val="000000"/>
                </a:solidFill>
                <a:latin typeface="Arial"/>
                <a:ea typeface="Arial"/>
                <a:cs typeface="Arial"/>
              </a:rPr>
              <a:t> die </a:t>
            </a:r>
            <a:r>
              <a:rPr sz="1200" b="0" i="0" u="none">
                <a:solidFill>
                  <a:srgbClr val="000000"/>
                </a:solidFill>
                <a:latin typeface="Arial"/>
                <a:ea typeface="Arial"/>
                <a:cs typeface="Arial"/>
              </a:rPr>
              <a:t>die</a:t>
            </a:r>
            <a:r>
              <a:rPr sz="1200" b="0" i="0" u="none">
                <a:solidFill>
                  <a:srgbClr val="000000"/>
                </a:solidFill>
                <a:latin typeface="Arial"/>
                <a:ea typeface="Arial"/>
                <a:cs typeface="Arial"/>
              </a:rPr>
              <a:t> </a:t>
            </a:r>
            <a:r>
              <a:rPr sz="1200" b="0" i="0" u="none">
                <a:solidFill>
                  <a:srgbClr val="000000"/>
                </a:solidFill>
                <a:latin typeface="Arial"/>
                <a:ea typeface="Arial"/>
                <a:cs typeface="Arial"/>
              </a:rPr>
              <a:t>Größe</a:t>
            </a:r>
            <a:r>
              <a:rPr sz="1200" b="0" i="0" u="none">
                <a:solidFill>
                  <a:srgbClr val="000000"/>
                </a:solidFill>
                <a:latin typeface="Arial"/>
                <a:ea typeface="Arial"/>
                <a:cs typeface="Arial"/>
              </a:rPr>
              <a:t> </a:t>
            </a:r>
            <a:r>
              <a:rPr sz="1200" b="0" i="0" u="none">
                <a:solidFill>
                  <a:srgbClr val="000000"/>
                </a:solidFill>
                <a:latin typeface="Arial"/>
                <a:ea typeface="Arial"/>
                <a:cs typeface="Arial"/>
              </a:rPr>
              <a:t>im</a:t>
            </a:r>
            <a:r>
              <a:rPr sz="1200" b="0" i="0" u="none">
                <a:solidFill>
                  <a:srgbClr val="000000"/>
                </a:solidFill>
                <a:latin typeface="Arial"/>
                <a:ea typeface="Arial"/>
                <a:cs typeface="Arial"/>
              </a:rPr>
              <a:t> </a:t>
            </a:r>
            <a:r>
              <a:rPr sz="1200" b="0" i="0" u="none">
                <a:solidFill>
                  <a:srgbClr val="000000"/>
                </a:solidFill>
                <a:latin typeface="Arial"/>
                <a:ea typeface="Arial"/>
                <a:cs typeface="Arial"/>
              </a:rPr>
              <a:t>Kontrollkästchen</a:t>
            </a:r>
            <a:r>
              <a:rPr sz="1200" b="0" i="0" u="none">
                <a:solidFill>
                  <a:srgbClr val="000000"/>
                </a:solidFill>
                <a:latin typeface="Arial"/>
                <a:ea typeface="Arial"/>
                <a:cs typeface="Arial"/>
              </a:rPr>
              <a:t> </a:t>
            </a:r>
            <a:r>
              <a:rPr sz="1200" b="0" i="0" u="none">
                <a:solidFill>
                  <a:srgbClr val="000000"/>
                </a:solidFill>
                <a:latin typeface="Arial"/>
                <a:ea typeface="Arial"/>
                <a:cs typeface="Arial"/>
              </a:rPr>
              <a:t>abändern</a:t>
            </a:r>
            <a:r>
              <a:rPr sz="1200" b="0" i="0" u="none">
                <a:solidFill>
                  <a:srgbClr val="000000"/>
                </a:solidFill>
                <a:latin typeface="Arial"/>
                <a:ea typeface="Arial"/>
                <a:cs typeface="Arial"/>
              </a:rPr>
              <a:t> und neu </a:t>
            </a:r>
            <a:r>
              <a:rPr sz="1200" b="0" i="0" u="none">
                <a:solidFill>
                  <a:srgbClr val="000000"/>
                </a:solidFill>
                <a:latin typeface="Arial"/>
                <a:ea typeface="Arial"/>
                <a:cs typeface="Arial"/>
              </a:rPr>
              <a:t>hochzählen</a:t>
            </a:r>
            <a:r>
              <a:rPr sz="1200" b="0" i="0" u="none">
                <a:solidFill>
                  <a:srgbClr val="000000"/>
                </a:solidFill>
                <a:latin typeface="Arial"/>
                <a:ea typeface="Arial"/>
                <a:cs typeface="Arial"/>
              </a:rPr>
              <a:t>.  </a:t>
            </a:r>
            <a:endParaRPr sz="1200"/>
          </a:p>
          <a:p>
            <a:pPr>
              <a:defRPr/>
            </a:pPr>
            <a:endParaRPr/>
          </a:p>
          <a:p>
            <a:pPr>
              <a:defRPr/>
            </a:pPr>
            <a:r>
              <a:rPr sz="1200"/>
              <a:t>Es </a:t>
            </a:r>
            <a:r>
              <a:rPr sz="1200"/>
              <a:t>braucht</a:t>
            </a:r>
            <a:r>
              <a:rPr sz="1200"/>
              <a:t> wider 2 </a:t>
            </a:r>
            <a:r>
              <a:rPr sz="1200"/>
              <a:t>Tockens</a:t>
            </a:r>
            <a:r>
              <a:rPr sz="1200"/>
              <a:t> </a:t>
            </a:r>
            <a:r>
              <a:rPr sz="1200"/>
              <a:t>zum</a:t>
            </a:r>
            <a:r>
              <a:rPr sz="1200"/>
              <a:t> </a:t>
            </a:r>
            <a:r>
              <a:rPr sz="1200"/>
              <a:t>Abschalten</a:t>
            </a:r>
            <a:r>
              <a:rPr sz="1200"/>
              <a:t> der </a:t>
            </a:r>
            <a:r>
              <a:rPr sz="1200"/>
              <a:t>Funktion</a:t>
            </a:r>
            <a:r>
              <a:rPr sz="1200"/>
              <a:t>. Auch </a:t>
            </a:r>
            <a:r>
              <a:rPr sz="1200"/>
              <a:t>ein</a:t>
            </a:r>
            <a:r>
              <a:rPr sz="1200"/>
              <a:t> </a:t>
            </a:r>
            <a:r>
              <a:rPr sz="1200"/>
              <a:t>Tocken</a:t>
            </a:r>
            <a:r>
              <a:rPr sz="1200"/>
              <a:t>, </a:t>
            </a:r>
            <a:r>
              <a:rPr sz="1200"/>
              <a:t>mit</a:t>
            </a:r>
            <a:r>
              <a:rPr sz="1200"/>
              <a:t> dem </a:t>
            </a:r>
            <a:r>
              <a:rPr sz="1200"/>
              <a:t>wir</a:t>
            </a:r>
            <a:r>
              <a:rPr sz="1200"/>
              <a:t> </a:t>
            </a:r>
            <a:r>
              <a:rPr sz="1200"/>
              <a:t>Sichtbarkeit</a:t>
            </a:r>
            <a:r>
              <a:rPr sz="1200"/>
              <a:t> von “</a:t>
            </a:r>
            <a:r>
              <a:rPr sz="1200"/>
              <a:t>Anzahl</a:t>
            </a:r>
            <a:r>
              <a:rPr sz="1200"/>
              <a:t> der </a:t>
            </a:r>
            <a:r>
              <a:rPr sz="1200"/>
              <a:t>Schritte</a:t>
            </a:r>
            <a:r>
              <a:rPr sz="1200"/>
              <a:t>” </a:t>
            </a:r>
            <a:r>
              <a:rPr sz="1200"/>
              <a:t>ausschalten</a:t>
            </a:r>
            <a:r>
              <a:rPr sz="1200"/>
              <a:t> </a:t>
            </a:r>
            <a:r>
              <a:rPr sz="1200"/>
              <a:t>können</a:t>
            </a:r>
            <a:r>
              <a:rPr sz="1200"/>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5488138" name="Inhaltsplatzhalter 3"/>
          <p:cNvSpPr>
            <a:spLocks noGrp="1"/>
          </p:cNvSpPr>
          <p:nvPr>
            <p:ph sz="quarter" idx="30" hasCustomPrompt="1"/>
          </p:nvPr>
        </p:nvSpPr>
        <p:spPr bwMode="auto">
          <a:xfrm>
            <a:off x="257900" y="226062"/>
            <a:ext cx="8628197" cy="392112"/>
          </a:xfrm>
          <a:prstGeom prst="rect">
            <a:avLst/>
          </a:prstGeom>
        </p:spPr>
        <p:txBody>
          <a:bodyPr/>
          <a:lstStyle>
            <a:lvl1pPr marL="0" marR="0" indent="0" algn="l" defTabSz="806866">
              <a:lnSpc>
                <a:spcPct val="90000"/>
              </a:lnSpc>
              <a:spcBef>
                <a:spcPts val="881"/>
              </a:spcBef>
              <a:spcAft>
                <a:spcPts val="0"/>
              </a:spcAft>
              <a:buClrTx/>
              <a:buSzTx/>
              <a:buFont typeface="Arial"/>
              <a:buNone/>
              <a:defRPr sz="1800">
                <a:latin typeface="Be Vietnam"/>
              </a:defRPr>
            </a:lvl1pPr>
          </a:lstStyle>
          <a:p>
            <a:pPr>
              <a:defRPr/>
            </a:pPr>
            <a:r>
              <a:rPr>
                <a:highlight>
                  <a:srgbClr val="FFFF00"/>
                </a:highlight>
              </a:rPr>
              <a:t>Ausstechend für später</a:t>
            </a:r>
            <a:endParaRPr>
              <a:highlight>
                <a:srgbClr val="FFFF00"/>
              </a:highlight>
            </a:endParaRPr>
          </a:p>
        </p:txBody>
      </p:sp>
      <p:sp>
        <p:nvSpPr>
          <p:cNvPr id="1740179108" name="Textfeld 1968985655"/>
          <p:cNvSpPr txBox="1"/>
          <p:nvPr/>
        </p:nvSpPr>
        <p:spPr bwMode="auto">
          <a:xfrm>
            <a:off x="308586" y="863199"/>
            <a:ext cx="8917785"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83878" indent="-283878">
              <a:buFont typeface="Arial"/>
              <a:buChar char="•"/>
              <a:defRPr/>
            </a:pPr>
            <a:r>
              <a:rPr/>
              <a:t>Tool unscharf </a:t>
            </a:r>
            <a:endParaRPr/>
          </a:p>
          <a:p>
            <a:pPr marL="283878" indent="-283878">
              <a:buFont typeface="Arial"/>
              <a:buChar cha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3106524" name="Inhaltsplatzhalter 1"/>
          <p:cNvSpPr>
            <a:spLocks noGrp="1"/>
          </p:cNvSpPr>
          <p:nvPr>
            <p:ph sz="quarter" idx="30"/>
          </p:nvPr>
        </p:nvSpPr>
        <p:spPr bwMode="auto"/>
        <p:txBody>
          <a:bodyPr/>
          <a:lstStyle/>
          <a:p>
            <a:pPr>
              <a:defRPr/>
            </a:pPr>
            <a:r>
              <a:rPr lang="en-US" sz="1800" b="0" i="0" u="none" strike="noStrike" cap="none" spc="0">
                <a:solidFill>
                  <a:schemeClr val="tx1"/>
                </a:solidFill>
                <a:highlight>
                  <a:srgbClr val="FFFF00"/>
                </a:highlight>
                <a:latin typeface="Be Vietnam"/>
                <a:ea typeface="Be Vietnam"/>
                <a:cs typeface="Be Vietnam"/>
              </a:rPr>
              <a:t>Ausstechend für später</a:t>
            </a:r>
            <a:endParaRPr sz="1800">
              <a:highlight>
                <a:srgbClr val="FFFF00"/>
              </a:highlight>
            </a:endParaRPr>
          </a:p>
          <a:p>
            <a:pPr marL="285750" indent="-285750">
              <a:buFont typeface="Arial"/>
              <a:buChar char="•"/>
              <a:defRPr/>
            </a:pPr>
            <a:r>
              <a:rPr lang="de-DE"/>
              <a:t>Erweitern des Streifens über 100% hinaus</a:t>
            </a:r>
            <a:endParaRPr lang="de-DE"/>
          </a:p>
          <a:p>
            <a:pPr marL="971550" lvl="1" indent="-285750">
              <a:buFont typeface="Arial"/>
              <a:buChar char="•"/>
              <a:defRPr/>
            </a:pPr>
            <a:r>
              <a:rPr lang="de-DE" sz="1800">
                <a:latin typeface="Be Vietnam"/>
              </a:rPr>
              <a:t>Version „Prozentstreifen implizit rot“: Hier ist das Problem, dass Streifen nur bei Veränderung des roten Anteils „wächst“. Anteil (roter Balken) und grauer Gesamtbalken müssen unabhängig voneinander veränderbar sein. Grauer Gesamtbalken muss „kontinuierlich“ verlängerbar sein (ist Schrittigkeit an Feinheitsstufe der Kontinuierlichkeit „prec“ koppelbar“?)</a:t>
            </a:r>
            <a:endParaRPr/>
          </a:p>
          <a:p>
            <a:pPr marL="971550" lvl="1" indent="-285750">
              <a:buFont typeface="Arial"/>
              <a:buChar char="•"/>
              <a:defRPr/>
            </a:pPr>
            <a:r>
              <a:rPr lang="de-DE" sz="1800" b="1">
                <a:latin typeface="Be Vietnam"/>
              </a:rPr>
              <a:t>Aufgabentyp</a:t>
            </a:r>
            <a:r>
              <a:rPr lang="de-DE" sz="1800">
                <a:latin typeface="Be Vietnam"/>
              </a:rPr>
              <a:t>: „verlängerter“ Gesamtprozent wie 119% und neuer dazu passender „vergrößerter“  Grundwert wie 9,90€ sind vorgegeben, davon ausgehend ist der eigentlich Grundwert zu bestimmen (also eigentlich jetzt der Prozentwert). Wie kann das technisch am besten gehen? Braucht es hier neues Eingabefeld für diesen neuen Grundwert? Oder kann man das koppeln an den ursprünglichen Grundwert? </a:t>
            </a:r>
            <a:endParaRPr lang="de-DE" sz="1800">
              <a:latin typeface="Be Vietnam"/>
            </a:endParaRPr>
          </a:p>
          <a:p>
            <a:pPr marL="971550" lvl="1" indent="-285750">
              <a:buFont typeface="Arial"/>
              <a:buChar char="•"/>
              <a:defRPr/>
            </a:pPr>
            <a:r>
              <a:rPr lang="en-US" sz="1800" b="0" i="0" u="none" strike="noStrike" cap="none" spc="0">
                <a:solidFill>
                  <a:schemeClr val="tx1"/>
                </a:solidFill>
                <a:latin typeface="Be Vietnam Pro"/>
                <a:ea typeface="Arial"/>
                <a:cs typeface="Arial"/>
              </a:rPr>
              <a:t>Overflow wirklich nur bei aktiivertem button ermöglichen</a:t>
            </a:r>
            <a:endParaRPr/>
          </a:p>
        </p:txBody>
      </p:sp>
      <p:pic>
        <p:nvPicPr>
          <p:cNvPr id="1381553353" name="Grafik 3"/>
          <p:cNvPicPr>
            <a:picLocks noChangeAspect="1"/>
          </p:cNvPicPr>
          <p:nvPr/>
        </p:nvPicPr>
        <p:blipFill>
          <a:blip r:embed="rId3"/>
          <a:stretch/>
        </p:blipFill>
        <p:spPr bwMode="auto">
          <a:xfrm>
            <a:off x="1693792" y="4509706"/>
            <a:ext cx="5635255" cy="16003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enutzerdefiniert 1">
      <a:majorFont>
        <a:latin typeface="Be Vietnam Pro bold"/>
        <a:ea typeface="Arial"/>
        <a:cs typeface="Arial"/>
      </a:majorFont>
      <a:minorFont>
        <a:latin typeface="Be Vietnam Pro"/>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Be Vietnam Pro bold"/>
        <a:ea typeface="Arial"/>
        <a:cs typeface="Arial"/>
      </a:majorFont>
      <a:minorFont>
        <a:latin typeface="Be Vietnam Pro"/>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onlyoffice/9.0.4.50</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Company>TU Dortmund</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Malina Abraham</dc:creator>
  <cp:lastModifiedBy>Post, Monika Sabine (monika.post@tu-dortmund.de)</cp:lastModifiedBy>
  <cp:revision>248</cp:revision>
  <dcterms:created xsi:type="dcterms:W3CDTF">2024-11-07T19:40:23Z</dcterms:created>
  <dcterms:modified xsi:type="dcterms:W3CDTF">2025-09-03T08:47:12Z</dcterms:modified>
</cp:coreProperties>
</file>